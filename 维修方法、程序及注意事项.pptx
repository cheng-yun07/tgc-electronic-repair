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92" r:id="rId2"/>
    <p:sldId id="348" r:id="rId3"/>
    <p:sldId id="351" r:id="rId4"/>
    <p:sldId id="349" r:id="rId5"/>
    <p:sldId id="350" r:id="rId6"/>
    <p:sldId id="352" r:id="rId7"/>
    <p:sldId id="353" r:id="rId8"/>
    <p:sldId id="354" r:id="rId9"/>
    <p:sldId id="355" r:id="rId10"/>
    <p:sldId id="356" r:id="rId11"/>
    <p:sldId id="357" r:id="rId12"/>
    <p:sldId id="358" r:id="rId13"/>
    <p:sldId id="359" r:id="rId14"/>
    <p:sldId id="360" r:id="rId15"/>
    <p:sldId id="361" r:id="rId16"/>
    <p:sldId id="362" r:id="rId17"/>
    <p:sldId id="365" r:id="rId18"/>
    <p:sldId id="366" r:id="rId19"/>
    <p:sldId id="363" r:id="rId20"/>
    <p:sldId id="36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99" autoAdjust="0"/>
    <p:restoredTop sz="94660"/>
  </p:normalViewPr>
  <p:slideViewPr>
    <p:cSldViewPr snapToGrid="0">
      <p:cViewPr varScale="1">
        <p:scale>
          <a:sx n="85" d="100"/>
          <a:sy n="85" d="100"/>
        </p:scale>
        <p:origin x="726"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12T09:26:34.397" idx="1">
    <p:pos x="10" y="10"/>
    <p:text>115544668899300..</p:text>
    <p:extLst>
      <p:ext uri="{C676402C-5697-4E1C-873F-D02D1690AC5C}">
        <p15:threadingInfo xmlns:p15="http://schemas.microsoft.com/office/powerpoint/2012/main" timeZoneBias="-480"/>
      </p:ext>
    </p:extLst>
  </p:cm>
  <p:cm authorId="1" dt="2026-10-12T09:26:44.687" idx="2">
    <p:pos x="10" y="146"/>
    <p:text>?</p:text>
    <p:extLst>
      <p:ext uri="{C676402C-5697-4E1C-873F-D02D1690AC5C}">
        <p15:threadingInfo xmlns:p15="http://schemas.microsoft.com/office/powerpoint/2012/main" timeZoneBias="-480">
          <p15:parentCm authorId="1" idx="1"/>
        </p15:threadingInfo>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A9895-53AB-4A14-B722-8EAC27AABA18}" type="datetimeFigureOut">
              <a:rPr lang="zh-CN" altLang="en-US" smtClean="0"/>
              <a:t>2026/10/12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3F922B-F66B-46F7-8DA4-5AE54E1481B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rtrtrtrtrtrtrtrtrtrtrtrtrtrtrtrtrtrtrtrtrtrtrtrtrtrtrtrtrtrtrtr</a:t>
            </a:r>
            <a:endParaRPr lang="zh-CN" altLang="en-US" dirty="0"/>
          </a:p>
        </p:txBody>
      </p:sp>
      <p:sp>
        <p:nvSpPr>
          <p:cNvPr id="4" name="灯片编号占位符 3"/>
          <p:cNvSpPr>
            <a:spLocks noGrp="1"/>
          </p:cNvSpPr>
          <p:nvPr>
            <p:ph type="sldNum" sz="quarter" idx="5"/>
          </p:nvPr>
        </p:nvSpPr>
        <p:spPr/>
        <p:txBody>
          <a:bodyPr/>
          <a:lstStyle/>
          <a:p>
            <a:fld id="{363F922B-F66B-46F7-8DA4-5AE54E1481BA}" type="slidenum">
              <a:rPr lang="zh-CN" altLang="en-US" smtClean="0"/>
              <a:t>9</a:t>
            </a:fld>
            <a:endParaRPr lang="zh-CN" altLang="en-US"/>
          </a:p>
        </p:txBody>
      </p:sp>
    </p:spTree>
    <p:extLst>
      <p:ext uri="{BB962C8B-B14F-4D97-AF65-F5344CB8AC3E}">
        <p14:creationId xmlns:p14="http://schemas.microsoft.com/office/powerpoint/2010/main" val="27530900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0" name="矩形 9"/>
          <p:cNvSpPr/>
          <p:nvPr/>
        </p:nvSpPr>
        <p:spPr>
          <a:xfrm>
            <a:off x="-796" y="0"/>
            <a:ext cx="1219359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Picture 2" descr="http://pic17.nipic.com/20111025/7797199_145732330120_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6048400" y="0"/>
            <a:ext cx="6143600" cy="400807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795" y="6669360"/>
            <a:ext cx="12192796" cy="188640"/>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7" name="Picture 2" descr="X:\07 Produktion\06_Bilder_und_Hintergründe\Separation Slides\Photoshop\B0579.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0" y="0"/>
            <a:ext cx="6006836" cy="40080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表格 8"/>
          <p:cNvGraphicFramePr>
            <a:graphicFrameLocks noGrp="1"/>
          </p:cNvGraphicFramePr>
          <p:nvPr/>
        </p:nvGraphicFramePr>
        <p:xfrm>
          <a:off x="-5" y="0"/>
          <a:ext cx="12193589" cy="4008084"/>
        </p:xfrm>
        <a:graphic>
          <a:graphicData uri="http://schemas.openxmlformats.org/drawingml/2006/table">
            <a:tbl>
              <a:tblPr firstRow="1" bandRow="1">
                <a:tableStyleId>{5C22544A-7EE6-4342-B048-85BDC9FD1C3A}</a:tableStyleId>
              </a:tblPr>
              <a:tblGrid>
                <a:gridCol w="1219359">
                  <a:extLst>
                    <a:ext uri="{9D8B030D-6E8A-4147-A177-3AD203B41FA5}">
                      <a16:colId xmlns:a16="http://schemas.microsoft.com/office/drawing/2014/main" val="20000"/>
                    </a:ext>
                  </a:extLst>
                </a:gridCol>
                <a:gridCol w="1219359">
                  <a:extLst>
                    <a:ext uri="{9D8B030D-6E8A-4147-A177-3AD203B41FA5}">
                      <a16:colId xmlns:a16="http://schemas.microsoft.com/office/drawing/2014/main" val="20001"/>
                    </a:ext>
                  </a:extLst>
                </a:gridCol>
                <a:gridCol w="1219359">
                  <a:extLst>
                    <a:ext uri="{9D8B030D-6E8A-4147-A177-3AD203B41FA5}">
                      <a16:colId xmlns:a16="http://schemas.microsoft.com/office/drawing/2014/main" val="20002"/>
                    </a:ext>
                  </a:extLst>
                </a:gridCol>
                <a:gridCol w="1219359">
                  <a:extLst>
                    <a:ext uri="{9D8B030D-6E8A-4147-A177-3AD203B41FA5}">
                      <a16:colId xmlns:a16="http://schemas.microsoft.com/office/drawing/2014/main" val="20003"/>
                    </a:ext>
                  </a:extLst>
                </a:gridCol>
                <a:gridCol w="1146318">
                  <a:extLst>
                    <a:ext uri="{9D8B030D-6E8A-4147-A177-3AD203B41FA5}">
                      <a16:colId xmlns:a16="http://schemas.microsoft.com/office/drawing/2014/main" val="20004"/>
                    </a:ext>
                  </a:extLst>
                </a:gridCol>
                <a:gridCol w="1292399">
                  <a:extLst>
                    <a:ext uri="{9D8B030D-6E8A-4147-A177-3AD203B41FA5}">
                      <a16:colId xmlns:a16="http://schemas.microsoft.com/office/drawing/2014/main" val="20005"/>
                    </a:ext>
                  </a:extLst>
                </a:gridCol>
                <a:gridCol w="1219359">
                  <a:extLst>
                    <a:ext uri="{9D8B030D-6E8A-4147-A177-3AD203B41FA5}">
                      <a16:colId xmlns:a16="http://schemas.microsoft.com/office/drawing/2014/main" val="20006"/>
                    </a:ext>
                  </a:extLst>
                </a:gridCol>
                <a:gridCol w="1219359">
                  <a:extLst>
                    <a:ext uri="{9D8B030D-6E8A-4147-A177-3AD203B41FA5}">
                      <a16:colId xmlns:a16="http://schemas.microsoft.com/office/drawing/2014/main" val="20007"/>
                    </a:ext>
                  </a:extLst>
                </a:gridCol>
                <a:gridCol w="1219359">
                  <a:extLst>
                    <a:ext uri="{9D8B030D-6E8A-4147-A177-3AD203B41FA5}">
                      <a16:colId xmlns:a16="http://schemas.microsoft.com/office/drawing/2014/main" val="20008"/>
                    </a:ext>
                  </a:extLst>
                </a:gridCol>
                <a:gridCol w="1219359">
                  <a:extLst>
                    <a:ext uri="{9D8B030D-6E8A-4147-A177-3AD203B41FA5}">
                      <a16:colId xmlns:a16="http://schemas.microsoft.com/office/drawing/2014/main" val="20009"/>
                    </a:ext>
                  </a:extLst>
                </a:gridCol>
              </a:tblGrid>
              <a:tr h="1002021">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solidFill>
                          <a:schemeClr val="accent1">
                            <a:lumMod val="40000"/>
                            <a:lumOff val="60000"/>
                          </a:schemeClr>
                        </a:solidFill>
                      </a:endParaRPr>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solidFill>
                          <a:schemeClr val="accent1">
                            <a:lumMod val="40000"/>
                            <a:lumOff val="60000"/>
                          </a:schemeClr>
                        </a:solidFill>
                      </a:endParaRPr>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1002021">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00B0F0">
                        <a:alpha val="58824"/>
                      </a:srgbClr>
                    </a:solidFill>
                  </a:tcPr>
                </a:tc>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1"/>
                  </a:ext>
                </a:extLst>
              </a:tr>
              <a:tr h="1002021">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00B0F0">
                        <a:alpha val="69804"/>
                      </a:srgbClr>
                    </a:solidFill>
                  </a:tcPr>
                </a:tc>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solidFill>
                          <a:schemeClr val="bg1"/>
                        </a:solidFill>
                      </a:endParaRPr>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C6D9F1">
                        <a:alpha val="74902"/>
                      </a:srgbClr>
                    </a:solidFill>
                  </a:tcPr>
                </a:tc>
                <a:tc>
                  <a:txBody>
                    <a:bodyPr/>
                    <a:lstStyle/>
                    <a:p>
                      <a:endParaRPr lang="zh-CN" altLang="en-US" sz="240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2"/>
                  </a:ext>
                </a:extLst>
              </a:tr>
              <a:tr h="1002021">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558ED5">
                        <a:alpha val="65882"/>
                      </a:srgbClr>
                    </a:solid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zh-CN" altLang="en-US" sz="2400" dirty="0"/>
                    </a:p>
                  </a:txBody>
                  <a:tcPr marL="121935" marR="121935" marT="61006" marB="61006">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目录页">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p:nvSpPr>
        <p:spPr>
          <a:xfrm>
            <a:off x="388589" y="248725"/>
            <a:ext cx="11414822" cy="6219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Picture 7" descr="草地"/>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706" t="72656" r="3681" b="18617"/>
          <a:stretch>
            <a:fillRect/>
          </a:stretch>
        </p:blipFill>
        <p:spPr bwMode="auto">
          <a:xfrm>
            <a:off x="388589" y="5143420"/>
            <a:ext cx="11414822" cy="1381924"/>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15"/>
          <p:cNvSpPr txBox="1"/>
          <p:nvPr/>
        </p:nvSpPr>
        <p:spPr>
          <a:xfrm>
            <a:off x="5664065" y="6525344"/>
            <a:ext cx="982705" cy="338554"/>
          </a:xfrm>
          <a:prstGeom prst="rect">
            <a:avLst/>
          </a:prstGeom>
          <a:noFill/>
        </p:spPr>
        <p:txBody>
          <a:bodyPr wrap="none" rtlCol="0">
            <a:spAutoFit/>
          </a:bodyPr>
          <a:lstStyle/>
          <a:p>
            <a:r>
              <a:rPr lang="en-US" altLang="zh-CN" sz="1600" dirty="0">
                <a:solidFill>
                  <a:schemeClr val="bg1"/>
                </a:solidFill>
              </a:rPr>
              <a:t>—  </a:t>
            </a:r>
            <a:fld id="{2EEF1883-7A0E-4F66-9932-E581691AD397}" type="slidenum">
              <a:rPr lang="zh-CN" altLang="en-US" sz="1600" smtClean="0">
                <a:solidFill>
                  <a:schemeClr val="bg1"/>
                </a:solidFill>
              </a:rPr>
              <a:t>‹#›</a:t>
            </a:fld>
            <a:r>
              <a:rPr lang="zh-CN" altLang="en-US" sz="1600" dirty="0">
                <a:solidFill>
                  <a:schemeClr val="bg1"/>
                </a:solidFill>
              </a:rPr>
              <a:t> </a:t>
            </a:r>
            <a:r>
              <a:rPr lang="en-US" altLang="zh-CN" sz="1600" dirty="0">
                <a:solidFill>
                  <a:schemeClr val="bg1"/>
                </a:solidFill>
              </a:rPr>
              <a:t>—</a:t>
            </a:r>
            <a:r>
              <a:rPr lang="zh-CN" altLang="en-US" sz="1600" dirty="0">
                <a:solidFill>
                  <a:schemeClr val="bg1"/>
                </a:solidFill>
              </a:rPr>
              <a:t> </a:t>
            </a:r>
            <a:endParaRPr lang="zh-CN" altLang="en-US" sz="1600" b="0" dirty="0">
              <a:solidFill>
                <a:schemeClr val="bg1"/>
              </a:solidFill>
              <a:latin typeface="微软雅黑" panose="020B0503020204020204" pitchFamily="34" charset="-122"/>
              <a:ea typeface="微软雅黑" panose="020B0503020204020204" pitchFamily="34" charset="-122"/>
            </a:endParaRPr>
          </a:p>
        </p:txBody>
      </p:sp>
      <p:pic>
        <p:nvPicPr>
          <p:cNvPr id="38" name="Picture 2" descr="苗1"/>
          <p:cNvPicPr>
            <a:picLocks noChangeAspect="1" noChangeArrowheads="1"/>
          </p:cNvPicPr>
          <p:nvPr/>
        </p:nvPicPr>
        <p:blipFill>
          <a:blip r:embed="rId3" cstate="print">
            <a:extLst>
              <a:ext uri="{28A0092B-C50C-407E-A947-70E740481C1C}">
                <a14:useLocalDpi xmlns:a14="http://schemas.microsoft.com/office/drawing/2010/main" val="0"/>
              </a:ext>
            </a:extLst>
          </a:blip>
          <a:srcRect t="50491" r="48148"/>
          <a:stretch>
            <a:fillRect/>
          </a:stretch>
        </p:blipFill>
        <p:spPr bwMode="auto">
          <a:xfrm>
            <a:off x="3085297" y="3455988"/>
            <a:ext cx="1599783" cy="271621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 descr="苗2"/>
          <p:cNvPicPr>
            <a:picLocks noChangeAspect="1" noChangeArrowheads="1"/>
          </p:cNvPicPr>
          <p:nvPr/>
        </p:nvPicPr>
        <p:blipFill>
          <a:blip r:embed="rId4" cstate="print">
            <a:extLst>
              <a:ext uri="{28A0092B-C50C-407E-A947-70E740481C1C}">
                <a14:useLocalDpi xmlns:a14="http://schemas.microsoft.com/office/drawing/2010/main" val="0"/>
              </a:ext>
            </a:extLst>
          </a:blip>
          <a:srcRect l="46913" t="62991" b="17564"/>
          <a:stretch>
            <a:fillRect/>
          </a:stretch>
        </p:blipFill>
        <p:spPr bwMode="auto">
          <a:xfrm>
            <a:off x="4532720" y="4141788"/>
            <a:ext cx="1637873" cy="106680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苗3"/>
          <p:cNvPicPr>
            <a:picLocks noChangeAspect="1" noChangeArrowheads="1"/>
          </p:cNvPicPr>
          <p:nvPr/>
        </p:nvPicPr>
        <p:blipFill>
          <a:blip r:embed="rId5" cstate="print">
            <a:extLst>
              <a:ext uri="{28A0092B-C50C-407E-A947-70E740481C1C}">
                <a14:useLocalDpi xmlns:a14="http://schemas.microsoft.com/office/drawing/2010/main" val="0"/>
              </a:ext>
            </a:extLst>
          </a:blip>
          <a:srcRect l="34567" r="38272" b="20341"/>
          <a:stretch>
            <a:fillRect/>
          </a:stretch>
        </p:blipFill>
        <p:spPr bwMode="auto">
          <a:xfrm>
            <a:off x="4151819" y="685800"/>
            <a:ext cx="837982" cy="4370388"/>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5" descr="苗4"/>
          <p:cNvPicPr>
            <a:picLocks noChangeAspect="1" noChangeArrowheads="1"/>
          </p:cNvPicPr>
          <p:nvPr/>
        </p:nvPicPr>
        <p:blipFill>
          <a:blip r:embed="rId6" cstate="print">
            <a:extLst>
              <a:ext uri="{28A0092B-C50C-407E-A947-70E740481C1C}">
                <a14:useLocalDpi xmlns:a14="http://schemas.microsoft.com/office/drawing/2010/main" val="0"/>
              </a:ext>
            </a:extLst>
          </a:blip>
          <a:srcRect t="18547" r="53087" b="55064"/>
          <a:stretch>
            <a:fillRect/>
          </a:stretch>
        </p:blipFill>
        <p:spPr bwMode="auto">
          <a:xfrm>
            <a:off x="3085297" y="1703388"/>
            <a:ext cx="1447423" cy="144780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苗5"/>
          <p:cNvPicPr>
            <a:picLocks noChangeAspect="1" noChangeArrowheads="1"/>
          </p:cNvPicPr>
          <p:nvPr/>
        </p:nvPicPr>
        <p:blipFill>
          <a:blip r:embed="rId7" cstate="print">
            <a:extLst>
              <a:ext uri="{28A0092B-C50C-407E-A947-70E740481C1C}">
                <a14:useLocalDpi xmlns:a14="http://schemas.microsoft.com/office/drawing/2010/main" val="0"/>
              </a:ext>
            </a:extLst>
          </a:blip>
          <a:srcRect l="39507" t="29659" r="8643" b="37009"/>
          <a:stretch>
            <a:fillRect/>
          </a:stretch>
        </p:blipFill>
        <p:spPr bwMode="auto">
          <a:xfrm>
            <a:off x="4304179" y="2312988"/>
            <a:ext cx="1599783" cy="1828800"/>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Group 9"/>
          <p:cNvGrpSpPr/>
          <p:nvPr/>
        </p:nvGrpSpPr>
        <p:grpSpPr bwMode="auto">
          <a:xfrm>
            <a:off x="3085296" y="685800"/>
            <a:ext cx="3085297" cy="5486400"/>
            <a:chOff x="1944" y="432"/>
            <a:chExt cx="1944" cy="3456"/>
          </a:xfrm>
        </p:grpSpPr>
        <p:pic>
          <p:nvPicPr>
            <p:cNvPr id="44" name="Picture 10" descr="苗1"/>
            <p:cNvPicPr>
              <a:picLocks noChangeAspect="1" noChangeArrowheads="1"/>
            </p:cNvPicPr>
            <p:nvPr/>
          </p:nvPicPr>
          <p:blipFill>
            <a:blip r:embed="rId3" cstate="print">
              <a:extLst>
                <a:ext uri="{28A0092B-C50C-407E-A947-70E740481C1C}">
                  <a14:useLocalDpi xmlns:a14="http://schemas.microsoft.com/office/drawing/2010/main" val="0"/>
                </a:ext>
              </a:extLst>
            </a:blip>
            <a:srcRect t="50491" r="48148"/>
            <a:stretch>
              <a:fillRect/>
            </a:stretch>
          </p:blipFill>
          <p:spPr bwMode="auto">
            <a:xfrm>
              <a:off x="1944" y="2177"/>
              <a:ext cx="1008" cy="171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1" descr="苗2"/>
            <p:cNvPicPr>
              <a:picLocks noChangeAspect="1" noChangeArrowheads="1"/>
            </p:cNvPicPr>
            <p:nvPr/>
          </p:nvPicPr>
          <p:blipFill>
            <a:blip r:embed="rId4" cstate="print">
              <a:extLst>
                <a:ext uri="{28A0092B-C50C-407E-A947-70E740481C1C}">
                  <a14:useLocalDpi xmlns:a14="http://schemas.microsoft.com/office/drawing/2010/main" val="0"/>
                </a:ext>
              </a:extLst>
            </a:blip>
            <a:srcRect l="46913" t="62991" b="17564"/>
            <a:stretch>
              <a:fillRect/>
            </a:stretch>
          </p:blipFill>
          <p:spPr bwMode="auto">
            <a:xfrm>
              <a:off x="2856" y="2609"/>
              <a:ext cx="1032" cy="67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2" descr="苗3"/>
            <p:cNvPicPr>
              <a:picLocks noChangeAspect="1" noChangeArrowheads="1"/>
            </p:cNvPicPr>
            <p:nvPr/>
          </p:nvPicPr>
          <p:blipFill>
            <a:blip r:embed="rId5" cstate="print">
              <a:extLst>
                <a:ext uri="{28A0092B-C50C-407E-A947-70E740481C1C}">
                  <a14:useLocalDpi xmlns:a14="http://schemas.microsoft.com/office/drawing/2010/main" val="0"/>
                </a:ext>
              </a:extLst>
            </a:blip>
            <a:srcRect l="34567" r="38272" b="20341"/>
            <a:stretch>
              <a:fillRect/>
            </a:stretch>
          </p:blipFill>
          <p:spPr bwMode="auto">
            <a:xfrm>
              <a:off x="2616" y="432"/>
              <a:ext cx="528" cy="275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3" descr="苗4"/>
            <p:cNvPicPr>
              <a:picLocks noChangeAspect="1" noChangeArrowheads="1"/>
            </p:cNvPicPr>
            <p:nvPr/>
          </p:nvPicPr>
          <p:blipFill>
            <a:blip r:embed="rId6" cstate="print">
              <a:extLst>
                <a:ext uri="{28A0092B-C50C-407E-A947-70E740481C1C}">
                  <a14:useLocalDpi xmlns:a14="http://schemas.microsoft.com/office/drawing/2010/main" val="0"/>
                </a:ext>
              </a:extLst>
            </a:blip>
            <a:srcRect t="18547" r="53087" b="55064"/>
            <a:stretch>
              <a:fillRect/>
            </a:stretch>
          </p:blipFill>
          <p:spPr bwMode="auto">
            <a:xfrm>
              <a:off x="1944" y="1073"/>
              <a:ext cx="912" cy="91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4" descr="苗5"/>
            <p:cNvPicPr>
              <a:picLocks noChangeAspect="1" noChangeArrowheads="1"/>
            </p:cNvPicPr>
            <p:nvPr/>
          </p:nvPicPr>
          <p:blipFill>
            <a:blip r:embed="rId7" cstate="print">
              <a:extLst>
                <a:ext uri="{28A0092B-C50C-407E-A947-70E740481C1C}">
                  <a14:useLocalDpi xmlns:a14="http://schemas.microsoft.com/office/drawing/2010/main" val="0"/>
                </a:ext>
              </a:extLst>
            </a:blip>
            <a:srcRect l="39507" t="29659" r="8643" b="37009"/>
            <a:stretch>
              <a:fillRect/>
            </a:stretch>
          </p:blipFill>
          <p:spPr bwMode="auto">
            <a:xfrm>
              <a:off x="2712" y="1457"/>
              <a:ext cx="1008" cy="1152"/>
            </a:xfrm>
            <a:prstGeom prst="rect">
              <a:avLst/>
            </a:prstGeom>
            <a:noFill/>
            <a:extLst>
              <a:ext uri="{909E8E84-426E-40DD-AFC4-6F175D3DCCD1}">
                <a14:hiddenFill xmlns:a14="http://schemas.microsoft.com/office/drawing/2010/main">
                  <a:solidFill>
                    <a:srgbClr val="FFFFFF"/>
                  </a:solidFill>
                </a14:hiddenFill>
              </a:ext>
            </a:extLst>
          </p:spPr>
        </p:pic>
      </p:grpSp>
      <p:pic>
        <p:nvPicPr>
          <p:cNvPr id="49" name="Picture 21" descr="树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50612" y="-457200"/>
            <a:ext cx="6267405" cy="665797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2" descr="树4"/>
          <p:cNvPicPr>
            <a:picLocks noChangeAspect="1" noChangeArrowheads="1"/>
          </p:cNvPicPr>
          <p:nvPr/>
        </p:nvPicPr>
        <p:blipFill>
          <a:blip r:embed="rId9" cstate="print">
            <a:extLst>
              <a:ext uri="{28A0092B-C50C-407E-A947-70E740481C1C}">
                <a14:useLocalDpi xmlns:a14="http://schemas.microsoft.com/office/drawing/2010/main" val="0"/>
              </a:ext>
            </a:extLst>
          </a:blip>
          <a:srcRect l="5925" t="13734" r="-911" b="21458"/>
          <a:stretch>
            <a:fillRect/>
          </a:stretch>
        </p:blipFill>
        <p:spPr bwMode="auto">
          <a:xfrm>
            <a:off x="1512494" y="1828801"/>
            <a:ext cx="5953162" cy="4314825"/>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3" descr="树3"/>
          <p:cNvPicPr>
            <a:picLocks noChangeAspect="1" noChangeArrowheads="1"/>
          </p:cNvPicPr>
          <p:nvPr/>
        </p:nvPicPr>
        <p:blipFill>
          <a:blip r:embed="rId10" cstate="print">
            <a:extLst>
              <a:ext uri="{28A0092B-C50C-407E-A947-70E740481C1C}">
                <a14:useLocalDpi xmlns:a14="http://schemas.microsoft.com/office/drawing/2010/main" val="0"/>
              </a:ext>
            </a:extLst>
          </a:blip>
          <a:srcRect l="12762" r="15953" b="49785"/>
          <a:stretch>
            <a:fillRect/>
          </a:stretch>
        </p:blipFill>
        <p:spPr bwMode="auto">
          <a:xfrm>
            <a:off x="1980684" y="2895601"/>
            <a:ext cx="4467650" cy="334327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4" descr="树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28378" y="3352801"/>
            <a:ext cx="6267406" cy="665797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5" descr="树1"/>
          <p:cNvPicPr>
            <a:picLocks noChangeAspect="1" noChangeArrowheads="1"/>
          </p:cNvPicPr>
          <p:nvPr/>
        </p:nvPicPr>
        <p:blipFill>
          <a:blip r:embed="rId12" cstate="print">
            <a:extLst>
              <a:ext uri="{28A0092B-C50C-407E-A947-70E740481C1C}">
                <a14:useLocalDpi xmlns:a14="http://schemas.microsoft.com/office/drawing/2010/main" val="0"/>
              </a:ext>
            </a:extLst>
          </a:blip>
          <a:srcRect l="39200" t="63519" r="37376"/>
          <a:stretch>
            <a:fillRect/>
          </a:stretch>
        </p:blipFill>
        <p:spPr bwMode="auto">
          <a:xfrm>
            <a:off x="3778854" y="4029076"/>
            <a:ext cx="1468055" cy="2428875"/>
          </a:xfrm>
          <a:prstGeom prst="rect">
            <a:avLst/>
          </a:prstGeom>
          <a:noFill/>
          <a:extLst>
            <a:ext uri="{909E8E84-426E-40DD-AFC4-6F175D3DCCD1}">
              <a14:hiddenFill xmlns:a14="http://schemas.microsoft.com/office/drawing/2010/main">
                <a:solidFill>
                  <a:srgbClr val="FFFFFF"/>
                </a:solidFill>
              </a14:hiddenFill>
            </a:ext>
          </a:extLst>
        </p:spPr>
      </p:pic>
      <p:sp>
        <p:nvSpPr>
          <p:cNvPr id="54" name="AutoShape 28"/>
          <p:cNvSpPr>
            <a:spLocks noChangeArrowheads="1"/>
          </p:cNvSpPr>
          <p:nvPr/>
        </p:nvSpPr>
        <p:spPr bwMode="auto">
          <a:xfrm rot="20261894">
            <a:off x="-3788377" y="-3789363"/>
            <a:ext cx="7576753" cy="7578726"/>
          </a:xfrm>
          <a:prstGeom prst="star8">
            <a:avLst>
              <a:gd name="adj" fmla="val 7440"/>
            </a:avLst>
          </a:prstGeom>
          <a:gradFill rotWithShape="1">
            <a:gsLst>
              <a:gs pos="0">
                <a:srgbClr val="FFFF66">
                  <a:alpha val="64999"/>
                </a:srgbClr>
              </a:gs>
              <a:gs pos="100000">
                <a:srgbClr val="FFFF66">
                  <a:gamma/>
                  <a:shade val="76078"/>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55" name="AutoShape 29"/>
          <p:cNvSpPr>
            <a:spLocks noChangeArrowheads="1"/>
          </p:cNvSpPr>
          <p:nvPr/>
        </p:nvSpPr>
        <p:spPr bwMode="auto">
          <a:xfrm>
            <a:off x="-6092827" y="-6094413"/>
            <a:ext cx="12185653" cy="12188826"/>
          </a:xfrm>
          <a:prstGeom prst="star8">
            <a:avLst>
              <a:gd name="adj" fmla="val 7440"/>
            </a:avLst>
          </a:prstGeom>
          <a:gradFill rotWithShape="1">
            <a:gsLst>
              <a:gs pos="0">
                <a:srgbClr val="FFFF66">
                  <a:alpha val="64999"/>
                </a:srgbClr>
              </a:gs>
              <a:gs pos="100000">
                <a:srgbClr val="FFFF66">
                  <a:gamma/>
                  <a:shade val="76078"/>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pic>
        <p:nvPicPr>
          <p:cNvPr id="56" name="Picture 21" descr="树5"/>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5525"/>
          <a:stretch>
            <a:fillRect/>
          </a:stretch>
        </p:blipFill>
        <p:spPr bwMode="auto">
          <a:xfrm>
            <a:off x="388589" y="1124018"/>
            <a:ext cx="4535323" cy="4551748"/>
          </a:xfrm>
          <a:prstGeom prst="rect">
            <a:avLst/>
          </a:prstGeom>
          <a:noFill/>
          <a:extLst>
            <a:ext uri="{909E8E84-426E-40DD-AFC4-6F175D3DCCD1}">
              <a14:hiddenFill xmlns:a14="http://schemas.microsoft.com/office/drawing/2010/main">
                <a:solidFill>
                  <a:srgbClr val="FFFFFF"/>
                </a:solidFill>
              </a14:hiddenFill>
            </a:ext>
          </a:extLst>
        </p:spPr>
      </p:pic>
      <p:cxnSp>
        <p:nvCxnSpPr>
          <p:cNvPr id="57" name="直接连接符 56"/>
          <p:cNvCxnSpPr/>
          <p:nvPr/>
        </p:nvCxnSpPr>
        <p:spPr>
          <a:xfrm>
            <a:off x="192881" y="1105297"/>
            <a:ext cx="2951559" cy="0"/>
          </a:xfrm>
          <a:prstGeom prst="line">
            <a:avLst/>
          </a:prstGeom>
          <a:ln>
            <a:solidFill>
              <a:srgbClr val="148BDC"/>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4656214" y="3356992"/>
            <a:ext cx="6191076" cy="0"/>
          </a:xfrm>
          <a:prstGeom prst="line">
            <a:avLst/>
          </a:prstGeom>
          <a:ln>
            <a:solidFill>
              <a:srgbClr val="148BDC"/>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4685080" y="4221088"/>
            <a:ext cx="6191076" cy="0"/>
          </a:xfrm>
          <a:prstGeom prst="line">
            <a:avLst/>
          </a:prstGeom>
          <a:ln>
            <a:solidFill>
              <a:srgbClr val="148BDC"/>
            </a:solidFill>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624816" y="705697"/>
            <a:ext cx="3023549" cy="39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148BDC"/>
                </a:solidFill>
                <a:latin typeface="微软雅黑" panose="020B0503020204020204" pitchFamily="34" charset="-122"/>
                <a:ea typeface="微软雅黑" panose="020B0503020204020204" pitchFamily="34" charset="-122"/>
              </a:rPr>
              <a:t>  目录</a:t>
            </a:r>
            <a:endParaRPr lang="zh-CN" altLang="en-US" sz="1400" dirty="0">
              <a:solidFill>
                <a:srgbClr val="FF6600"/>
              </a:solidFill>
              <a:latin typeface="微软雅黑" panose="020B0503020204020204" pitchFamily="34" charset="-122"/>
              <a:ea typeface="微软雅黑" panose="020B0503020204020204" pitchFamily="34" charset="-122"/>
            </a:endParaRPr>
          </a:p>
        </p:txBody>
      </p:sp>
      <p:cxnSp>
        <p:nvCxnSpPr>
          <p:cNvPr id="31" name="直接连接符 60"/>
          <p:cNvCxnSpPr/>
          <p:nvPr/>
        </p:nvCxnSpPr>
        <p:spPr>
          <a:xfrm>
            <a:off x="4808575" y="5093568"/>
            <a:ext cx="6191076" cy="0"/>
          </a:xfrm>
          <a:prstGeom prst="line">
            <a:avLst/>
          </a:prstGeom>
          <a:ln>
            <a:solidFill>
              <a:srgbClr val="148BDC"/>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600"/>
                                            <p:tgtEl>
                                              <p:spTgt spid="38"/>
                                            </p:tgtEl>
                                          </p:cBhvr>
                                        </p:animEffect>
                                      </p:childTnLst>
                                    </p:cTn>
                                  </p:par>
                                  <p:par>
                                    <p:cTn id="8" presetID="22" presetClass="entr" presetSubtype="8" fill="hold" nodeType="withEffect">
                                      <p:stCondLst>
                                        <p:cond delay="20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600"/>
                                            <p:tgtEl>
                                              <p:spTgt spid="39"/>
                                            </p:tgtEl>
                                          </p:cBhvr>
                                        </p:animEffect>
                                      </p:childTnLst>
                                    </p:cTn>
                                  </p:par>
                                  <p:par>
                                    <p:cTn id="11" presetID="22" presetClass="entr" presetSubtype="4" fill="hold" nodeType="withEffect">
                                      <p:stCondLst>
                                        <p:cond delay="400"/>
                                      </p:stCondLst>
                                      <p:childTnLst>
                                        <p:set>
                                          <p:cBhvr>
                                            <p:cTn id="12" dur="1" fill="hold">
                                              <p:stCondLst>
                                                <p:cond delay="0"/>
                                              </p:stCondLst>
                                            </p:cTn>
                                            <p:tgtEl>
                                              <p:spTgt spid="40"/>
                                            </p:tgtEl>
                                            <p:attrNameLst>
                                              <p:attrName>style.visibility</p:attrName>
                                            </p:attrNameLst>
                                          </p:cBhvr>
                                          <p:to>
                                            <p:strVal val="visible"/>
                                          </p:to>
                                        </p:set>
                                        <p:animEffect transition="in" filter="wipe(down)">
                                          <p:cBhvr>
                                            <p:cTn id="13" dur="600"/>
                                            <p:tgtEl>
                                              <p:spTgt spid="40"/>
                                            </p:tgtEl>
                                          </p:cBhvr>
                                        </p:animEffect>
                                      </p:childTnLst>
                                    </p:cTn>
                                  </p:par>
                                  <p:par>
                                    <p:cTn id="14" presetID="22" presetClass="entr" presetSubtype="8" fill="hold" nodeType="withEffect">
                                      <p:stCondLst>
                                        <p:cond delay="600"/>
                                      </p:stCondLst>
                                      <p:childTnLst>
                                        <p:set>
                                          <p:cBhvr>
                                            <p:cTn id="15" dur="1" fill="hold">
                                              <p:stCondLst>
                                                <p:cond delay="0"/>
                                              </p:stCondLst>
                                            </p:cTn>
                                            <p:tgtEl>
                                              <p:spTgt spid="42"/>
                                            </p:tgtEl>
                                            <p:attrNameLst>
                                              <p:attrName>style.visibility</p:attrName>
                                            </p:attrNameLst>
                                          </p:cBhvr>
                                          <p:to>
                                            <p:strVal val="visible"/>
                                          </p:to>
                                        </p:set>
                                        <p:animEffect transition="in" filter="wipe(left)">
                                          <p:cBhvr>
                                            <p:cTn id="16" dur="600"/>
                                            <p:tgtEl>
                                              <p:spTgt spid="42"/>
                                            </p:tgtEl>
                                          </p:cBhvr>
                                        </p:animEffect>
                                      </p:childTnLst>
                                    </p:cTn>
                                  </p:par>
                                  <p:par>
                                    <p:cTn id="17" presetID="22" presetClass="entr" presetSubtype="2" fill="hold" nodeType="withEffect">
                                      <p:stCondLst>
                                        <p:cond delay="1000"/>
                                      </p:stCondLst>
                                      <p:childTnLst>
                                        <p:set>
                                          <p:cBhvr>
                                            <p:cTn id="18" dur="1" fill="hold">
                                              <p:stCondLst>
                                                <p:cond delay="0"/>
                                              </p:stCondLst>
                                            </p:cTn>
                                            <p:tgtEl>
                                              <p:spTgt spid="41"/>
                                            </p:tgtEl>
                                            <p:attrNameLst>
                                              <p:attrName>style.visibility</p:attrName>
                                            </p:attrNameLst>
                                          </p:cBhvr>
                                          <p:to>
                                            <p:strVal val="visible"/>
                                          </p:to>
                                        </p:set>
                                        <p:animEffect transition="in" filter="wipe(right)">
                                          <p:cBhvr>
                                            <p:cTn id="19" dur="600"/>
                                            <p:tgtEl>
                                              <p:spTgt spid="41"/>
                                            </p:tgtEl>
                                          </p:cBhvr>
                                        </p:animEffect>
                                      </p:childTnLst>
                                    </p:cTn>
                                  </p:par>
                                </p:childTnLst>
                              </p:cTn>
                            </p:par>
                            <p:par>
                              <p:cTn id="20" fill="hold">
                                <p:stCondLst>
                                  <p:cond delay="1000"/>
                                </p:stCondLst>
                                <p:childTnLst>
                                  <p:par>
                                    <p:cTn id="21" presetID="1" presetClass="exit" presetSubtype="0" fill="hold" nodeType="afterEffect">
                                      <p:stCondLst>
                                        <p:cond delay="0"/>
                                      </p:stCondLst>
                                      <p:childTnLst>
                                        <p:set>
                                          <p:cBhvr>
                                            <p:cTn id="22" dur="1" fill="hold">
                                              <p:stCondLst>
                                                <p:cond delay="0"/>
                                              </p:stCondLst>
                                            </p:cTn>
                                            <p:tgtEl>
                                              <p:spTgt spid="3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4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4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6" presetClass="emph" presetSubtype="0" fill="hold" nodeType="withEffect">
                                      <p:stCondLst>
                                        <p:cond delay="0"/>
                                      </p:stCondLst>
                                      <p:childTnLst>
                                        <p:animScale>
                                          <p:cBhvr>
                                            <p:cTn id="34" dur="500" fill="hold"/>
                                            <p:tgtEl>
                                              <p:spTgt spid="43"/>
                                            </p:tgtEl>
                                          </p:cBhvr>
                                          <p:by x="30000" y="30000"/>
                                        </p:animScale>
                                      </p:childTnLst>
                                    </p:cTn>
                                  </p:par>
                                  <p:par>
                                    <p:cTn id="35" presetID="0" presetClass="path" presetSubtype="0" fill="hold" nodeType="withEffect">
                                      <p:stCondLst>
                                        <p:cond delay="0"/>
                                      </p:stCondLst>
                                      <p:childTnLst>
                                        <p:animMotion origin="layout" path="M 0 0 L -0.00625 0.26667 " pathEditMode="relative" rAng="0" ptsTypes="AA">
                                          <p:cBhvr>
                                            <p:cTn id="36" dur="500" fill="hold"/>
                                            <p:tgtEl>
                                              <p:spTgt spid="43"/>
                                            </p:tgtEl>
                                            <p:attrNameLst>
                                              <p:attrName>ppt_x</p:attrName>
                                              <p:attrName>ppt_y</p:attrName>
                                            </p:attrNameLst>
                                          </p:cBhvr>
                                          <p:rCtr x="-313" y="13333"/>
                                        </p:animMotion>
                                      </p:childTnLst>
                                    </p:cTn>
                                  </p:par>
                                </p:childTnLst>
                              </p:cTn>
                            </p:par>
                            <p:par>
                              <p:cTn id="37" fill="hold">
                                <p:stCondLst>
                                  <p:cond delay="1000"/>
                                </p:stCondLst>
                                <p:childTnLst>
                                  <p:par>
                                    <p:cTn id="38" presetID="10" presetClass="exit" presetSubtype="0" fill="hold" nodeType="afterEffect">
                                      <p:stCondLst>
                                        <p:cond delay="500"/>
                                      </p:stCondLst>
                                      <p:childTnLst>
                                        <p:animEffect transition="out" filter="fade">
                                          <p:cBhvr>
                                            <p:cTn id="39" dur="2000"/>
                                            <p:tgtEl>
                                              <p:spTgt spid="43"/>
                                            </p:tgtEl>
                                          </p:cBhvr>
                                        </p:animEffect>
                                        <p:set>
                                          <p:cBhvr>
                                            <p:cTn id="40" dur="1" fill="hold">
                                              <p:stCondLst>
                                                <p:cond delay="1999"/>
                                              </p:stCondLst>
                                            </p:cTn>
                                            <p:tgtEl>
                                              <p:spTgt spid="43"/>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1000"/>
                                            <p:tgtEl>
                                              <p:spTgt spid="53"/>
                                            </p:tgtEl>
                                          </p:cBhvr>
                                        </p:animEffect>
                                      </p:childTnLst>
                                    </p:cTn>
                                  </p:par>
                                  <p:par>
                                    <p:cTn id="44" presetID="10" presetClass="exit" presetSubtype="0" fill="hold" nodeType="withEffect">
                                      <p:stCondLst>
                                        <p:cond delay="3000"/>
                                      </p:stCondLst>
                                      <p:childTnLst>
                                        <p:animEffect transition="out" filter="fade">
                                          <p:cBhvr>
                                            <p:cTn id="45" dur="2000"/>
                                            <p:tgtEl>
                                              <p:spTgt spid="53"/>
                                            </p:tgtEl>
                                          </p:cBhvr>
                                        </p:animEffect>
                                        <p:set>
                                          <p:cBhvr>
                                            <p:cTn id="46" dur="1" fill="hold">
                                              <p:stCondLst>
                                                <p:cond delay="1999"/>
                                              </p:stCondLst>
                                            </p:cTn>
                                            <p:tgtEl>
                                              <p:spTgt spid="53"/>
                                            </p:tgtEl>
                                            <p:attrNameLst>
                                              <p:attrName>style.visibility</p:attrName>
                                            </p:attrNameLst>
                                          </p:cBhvr>
                                          <p:to>
                                            <p:strVal val="hidden"/>
                                          </p:to>
                                        </p:set>
                                      </p:childTnLst>
                                    </p:cTn>
                                  </p:par>
                                  <p:par>
                                    <p:cTn id="47" presetID="10" presetClass="entr" presetSubtype="0" fill="hold" nodeType="withEffect">
                                      <p:stCondLst>
                                        <p:cond delay="250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2000"/>
                                            <p:tgtEl>
                                              <p:spTgt spid="52"/>
                                            </p:tgtEl>
                                          </p:cBhvr>
                                        </p:animEffect>
                                      </p:childTnLst>
                                    </p:cTn>
                                  </p:par>
                                  <p:par>
                                    <p:cTn id="50" presetID="10" presetClass="exit" presetSubtype="0" fill="hold" nodeType="withEffect">
                                      <p:stCondLst>
                                        <p:cond delay="5500"/>
                                      </p:stCondLst>
                                      <p:childTnLst>
                                        <p:animEffect transition="out" filter="fade">
                                          <p:cBhvr>
                                            <p:cTn id="51" dur="2000"/>
                                            <p:tgtEl>
                                              <p:spTgt spid="52"/>
                                            </p:tgtEl>
                                          </p:cBhvr>
                                        </p:animEffect>
                                        <p:set>
                                          <p:cBhvr>
                                            <p:cTn id="52" dur="1" fill="hold">
                                              <p:stCondLst>
                                                <p:cond delay="1999"/>
                                              </p:stCondLst>
                                            </p:cTn>
                                            <p:tgtEl>
                                              <p:spTgt spid="52"/>
                                            </p:tgtEl>
                                            <p:attrNameLst>
                                              <p:attrName>style.visibility</p:attrName>
                                            </p:attrNameLst>
                                          </p:cBhvr>
                                          <p:to>
                                            <p:strVal val="hidden"/>
                                          </p:to>
                                        </p:set>
                                      </p:childTnLst>
                                    </p:cTn>
                                  </p:par>
                                  <p:par>
                                    <p:cTn id="53" presetID="10" presetClass="entr" presetSubtype="0" fill="hold" nodeType="withEffect">
                                      <p:stCondLst>
                                        <p:cond delay="500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2000"/>
                                            <p:tgtEl>
                                              <p:spTgt spid="51"/>
                                            </p:tgtEl>
                                          </p:cBhvr>
                                        </p:animEffect>
                                      </p:childTnLst>
                                    </p:cTn>
                                  </p:par>
                                  <p:par>
                                    <p:cTn id="56" presetID="10" presetClass="exit" presetSubtype="0" fill="hold" nodeType="withEffect">
                                      <p:stCondLst>
                                        <p:cond delay="8000"/>
                                      </p:stCondLst>
                                      <p:childTnLst>
                                        <p:animEffect transition="out" filter="fade">
                                          <p:cBhvr>
                                            <p:cTn id="57" dur="2000"/>
                                            <p:tgtEl>
                                              <p:spTgt spid="51"/>
                                            </p:tgtEl>
                                          </p:cBhvr>
                                        </p:animEffect>
                                        <p:set>
                                          <p:cBhvr>
                                            <p:cTn id="58" dur="1" fill="hold">
                                              <p:stCondLst>
                                                <p:cond delay="1999"/>
                                              </p:stCondLst>
                                            </p:cTn>
                                            <p:tgtEl>
                                              <p:spTgt spid="51"/>
                                            </p:tgtEl>
                                            <p:attrNameLst>
                                              <p:attrName>style.visibility</p:attrName>
                                            </p:attrNameLst>
                                          </p:cBhvr>
                                          <p:to>
                                            <p:strVal val="hidden"/>
                                          </p:to>
                                        </p:set>
                                      </p:childTnLst>
                                    </p:cTn>
                                  </p:par>
                                  <p:par>
                                    <p:cTn id="59" presetID="10" presetClass="entr" presetSubtype="0" fill="hold" nodeType="withEffect">
                                      <p:stCondLst>
                                        <p:cond delay="750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2000"/>
                                            <p:tgtEl>
                                              <p:spTgt spid="50"/>
                                            </p:tgtEl>
                                          </p:cBhvr>
                                        </p:animEffect>
                                      </p:childTnLst>
                                    </p:cTn>
                                  </p:par>
                                  <p:par>
                                    <p:cTn id="62" presetID="10" presetClass="exit" presetSubtype="0" fill="hold" nodeType="withEffect">
                                      <p:stCondLst>
                                        <p:cond delay="10500"/>
                                      </p:stCondLst>
                                      <p:childTnLst>
                                        <p:animEffect transition="out" filter="fade">
                                          <p:cBhvr>
                                            <p:cTn id="63" dur="2000"/>
                                            <p:tgtEl>
                                              <p:spTgt spid="50"/>
                                            </p:tgtEl>
                                          </p:cBhvr>
                                        </p:animEffect>
                                        <p:set>
                                          <p:cBhvr>
                                            <p:cTn id="64" dur="1" fill="hold">
                                              <p:stCondLst>
                                                <p:cond delay="1999"/>
                                              </p:stCondLst>
                                            </p:cTn>
                                            <p:tgtEl>
                                              <p:spTgt spid="50"/>
                                            </p:tgtEl>
                                            <p:attrNameLst>
                                              <p:attrName>style.visibility</p:attrName>
                                            </p:attrNameLst>
                                          </p:cBhvr>
                                          <p:to>
                                            <p:strVal val="hidden"/>
                                          </p:to>
                                        </p:set>
                                      </p:childTnLst>
                                    </p:cTn>
                                  </p:par>
                                  <p:par>
                                    <p:cTn id="65" presetID="10" presetClass="entr" presetSubtype="0" fill="hold" nodeType="withEffect">
                                      <p:stCondLst>
                                        <p:cond delay="1000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2000"/>
                                            <p:tgtEl>
                                              <p:spTgt spid="4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2000"/>
                                            <p:tgtEl>
                                              <p:spTgt spid="5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2000"/>
                                            <p:tgtEl>
                                              <p:spTgt spid="55"/>
                                            </p:tgtEl>
                                          </p:cBhvr>
                                        </p:animEffect>
                                      </p:childTnLst>
                                    </p:cTn>
                                  </p:par>
                                  <p:par>
                                    <p:cTn id="74" presetID="8" presetClass="emph" presetSubtype="0" fill="hold" grpId="1" nodeType="withEffect">
                                      <p:stCondLst>
                                        <p:cond delay="1100"/>
                                      </p:stCondLst>
                                      <p:childTnLst>
                                        <p:animRot by="10800000">
                                          <p:cBhvr>
                                            <p:cTn id="75" dur="12900" fill="hold"/>
                                            <p:tgtEl>
                                              <p:spTgt spid="54"/>
                                            </p:tgtEl>
                                            <p:attrNameLst>
                                              <p:attrName>r</p:attrName>
                                            </p:attrNameLst>
                                          </p:cBhvr>
                                        </p:animRot>
                                      </p:childTnLst>
                                    </p:cTn>
                                  </p:par>
                                  <p:par>
                                    <p:cTn id="76" presetID="8" presetClass="emph" presetSubtype="0" fill="hold" grpId="1" nodeType="withEffect">
                                      <p:stCondLst>
                                        <p:cond delay="1100"/>
                                      </p:stCondLst>
                                      <p:childTnLst>
                                        <p:animRot by="10800000">
                                          <p:cBhvr>
                                            <p:cTn id="77" dur="12900" fill="hold"/>
                                            <p:tgtEl>
                                              <p:spTgt spid="55"/>
                                            </p:tgtEl>
                                            <p:attrNameLst>
                                              <p:attrName>r</p:attrName>
                                            </p:attrNameLst>
                                          </p:cBhvr>
                                        </p:animRot>
                                      </p:childTnLst>
                                    </p:cTn>
                                  </p:par>
                                </p:childTnLst>
                              </p:cTn>
                            </p:par>
                            <p:par>
                              <p:cTn id="78" fill="hold">
                                <p:stCondLst>
                                  <p:cond delay="3500"/>
                                </p:stCondLst>
                                <p:childTnLst>
                                  <p:par>
                                    <p:cTn id="79" presetID="53" presetClass="exit" presetSubtype="32" fill="hold" nodeType="afterEffect">
                                      <p:stCondLst>
                                        <p:cond delay="0"/>
                                      </p:stCondLst>
                                      <p:childTnLst>
                                        <p:anim calcmode="lin" valueType="num">
                                          <p:cBhvr>
                                            <p:cTn id="80" dur="500"/>
                                            <p:tgtEl>
                                              <p:spTgt spid="49"/>
                                            </p:tgtEl>
                                            <p:attrNameLst>
                                              <p:attrName>ppt_w</p:attrName>
                                            </p:attrNameLst>
                                          </p:cBhvr>
                                          <p:tavLst>
                                            <p:tav tm="0">
                                              <p:val>
                                                <p:strVal val="ppt_w"/>
                                              </p:val>
                                            </p:tav>
                                            <p:tav tm="100000">
                                              <p:val>
                                                <p:fltVal val="0"/>
                                              </p:val>
                                            </p:tav>
                                          </p:tavLst>
                                        </p:anim>
                                        <p:anim calcmode="lin" valueType="num">
                                          <p:cBhvr>
                                            <p:cTn id="81" dur="500"/>
                                            <p:tgtEl>
                                              <p:spTgt spid="49"/>
                                            </p:tgtEl>
                                            <p:attrNameLst>
                                              <p:attrName>ppt_h</p:attrName>
                                            </p:attrNameLst>
                                          </p:cBhvr>
                                          <p:tavLst>
                                            <p:tav tm="0">
                                              <p:val>
                                                <p:strVal val="ppt_h"/>
                                              </p:val>
                                            </p:tav>
                                            <p:tav tm="100000">
                                              <p:val>
                                                <p:fltVal val="0"/>
                                              </p:val>
                                            </p:tav>
                                          </p:tavLst>
                                        </p:anim>
                                        <p:animEffect transition="out" filter="fade">
                                          <p:cBhvr>
                                            <p:cTn id="82" dur="500"/>
                                            <p:tgtEl>
                                              <p:spTgt spid="49"/>
                                            </p:tgtEl>
                                          </p:cBhvr>
                                        </p:animEffect>
                                        <p:set>
                                          <p:cBhvr>
                                            <p:cTn id="83" dur="1" fill="hold">
                                              <p:stCondLst>
                                                <p:cond delay="499"/>
                                              </p:stCondLst>
                                            </p:cTn>
                                            <p:tgtEl>
                                              <p:spTgt spid="49"/>
                                            </p:tgtEl>
                                            <p:attrNameLst>
                                              <p:attrName>style.visibility</p:attrName>
                                            </p:attrNameLst>
                                          </p:cBhvr>
                                          <p:to>
                                            <p:strVal val="hidden"/>
                                          </p:to>
                                        </p:set>
                                      </p:childTnLst>
                                    </p:cTn>
                                  </p:par>
                                  <p:par>
                                    <p:cTn id="84" presetID="35" presetClass="path" presetSubtype="0" accel="50000" decel="50000" fill="hold" nodeType="withEffect">
                                      <p:stCondLst>
                                        <p:cond delay="0"/>
                                      </p:stCondLst>
                                      <p:childTnLst>
                                        <p:animMotion origin="layout" path="M 0 0 L -0.25 0 E" pathEditMode="relative" ptsTypes="">
                                          <p:cBhvr>
                                            <p:cTn id="85" dur="500" fill="hold"/>
                                            <p:tgtEl>
                                              <p:spTgt spid="49"/>
                                            </p:tgtEl>
                                            <p:attrNameLst>
                                              <p:attrName>ppt_x</p:attrName>
                                              <p:attrName>ppt_y</p:attrName>
                                            </p:attrNameLst>
                                          </p:cBhvr>
                                        </p:animMotion>
                                      </p:childTnLst>
                                    </p:cTn>
                                  </p:par>
                                  <p:par>
                                    <p:cTn id="86" presetID="10" presetClass="exit" presetSubtype="0" fill="hold" grpId="2" nodeType="withEffect">
                                      <p:stCondLst>
                                        <p:cond delay="0"/>
                                      </p:stCondLst>
                                      <p:childTnLst>
                                        <p:animEffect transition="out" filter="fade">
                                          <p:cBhvr>
                                            <p:cTn id="87" dur="500"/>
                                            <p:tgtEl>
                                              <p:spTgt spid="54"/>
                                            </p:tgtEl>
                                          </p:cBhvr>
                                        </p:animEffect>
                                        <p:set>
                                          <p:cBhvr>
                                            <p:cTn id="88" dur="1" fill="hold">
                                              <p:stCondLst>
                                                <p:cond delay="499"/>
                                              </p:stCondLst>
                                            </p:cTn>
                                            <p:tgtEl>
                                              <p:spTgt spid="54"/>
                                            </p:tgtEl>
                                            <p:attrNameLst>
                                              <p:attrName>style.visibility</p:attrName>
                                            </p:attrNameLst>
                                          </p:cBhvr>
                                          <p:to>
                                            <p:strVal val="hidden"/>
                                          </p:to>
                                        </p:set>
                                      </p:childTnLst>
                                    </p:cTn>
                                  </p:par>
                                  <p:par>
                                    <p:cTn id="89" presetID="10" presetClass="exit" presetSubtype="0" fill="hold" grpId="2" nodeType="withEffect">
                                      <p:stCondLst>
                                        <p:cond delay="0"/>
                                      </p:stCondLst>
                                      <p:childTnLst>
                                        <p:animEffect transition="out" filter="fade">
                                          <p:cBhvr>
                                            <p:cTn id="90" dur="500"/>
                                            <p:tgtEl>
                                              <p:spTgt spid="55"/>
                                            </p:tgtEl>
                                          </p:cBhvr>
                                        </p:animEffect>
                                        <p:set>
                                          <p:cBhvr>
                                            <p:cTn id="91" dur="1" fill="hold">
                                              <p:stCondLst>
                                                <p:cond delay="499"/>
                                              </p:stCondLst>
                                            </p:cTn>
                                            <p:tgtEl>
                                              <p:spTgt spid="55"/>
                                            </p:tgtEl>
                                            <p:attrNameLst>
                                              <p:attrName>style.visibility</p:attrName>
                                            </p:attrNameLst>
                                          </p:cBhvr>
                                          <p:to>
                                            <p:strVal val="hidden"/>
                                          </p:to>
                                        </p:set>
                                      </p:childTnLst>
                                    </p:cTn>
                                  </p:par>
                                  <p:par>
                                    <p:cTn id="92" presetID="23" presetClass="entr" presetSubtype="16" fill="hold" nodeType="withEffect">
                                      <p:stCondLst>
                                        <p:cond delay="0"/>
                                      </p:stCondLst>
                                      <p:childTnLst>
                                        <p:set>
                                          <p:cBhvr>
                                            <p:cTn id="93" dur="1" fill="hold">
                                              <p:stCondLst>
                                                <p:cond delay="0"/>
                                              </p:stCondLst>
                                            </p:cTn>
                                            <p:tgtEl>
                                              <p:spTgt spid="56"/>
                                            </p:tgtEl>
                                            <p:attrNameLst>
                                              <p:attrName>style.visibility</p:attrName>
                                            </p:attrNameLst>
                                          </p:cBhvr>
                                          <p:to>
                                            <p:strVal val="visible"/>
                                          </p:to>
                                        </p:set>
                                        <p:anim calcmode="lin" valueType="num">
                                          <p:cBhvr>
                                            <p:cTn id="94" dur="500" fill="hold"/>
                                            <p:tgtEl>
                                              <p:spTgt spid="56"/>
                                            </p:tgtEl>
                                            <p:attrNameLst>
                                              <p:attrName>ppt_w</p:attrName>
                                            </p:attrNameLst>
                                          </p:cBhvr>
                                          <p:tavLst>
                                            <p:tav tm="0">
                                              <p:val>
                                                <p:fltVal val="0"/>
                                              </p:val>
                                            </p:tav>
                                            <p:tav tm="100000">
                                              <p:val>
                                                <p:strVal val="#ppt_w"/>
                                              </p:val>
                                            </p:tav>
                                          </p:tavLst>
                                        </p:anim>
                                        <p:anim calcmode="lin" valueType="num">
                                          <p:cBhvr>
                                            <p:cTn id="95" dur="500" fill="hold"/>
                                            <p:tgtEl>
                                              <p:spTgt spid="56"/>
                                            </p:tgtEl>
                                            <p:attrNameLst>
                                              <p:attrName>ppt_h</p:attrName>
                                            </p:attrNameLst>
                                          </p:cBhvr>
                                          <p:tavLst>
                                            <p:tav tm="0">
                                              <p:val>
                                                <p:fltVal val="0"/>
                                              </p:val>
                                            </p:tav>
                                            <p:tav tm="100000">
                                              <p:val>
                                                <p:strVal val="#ppt_h"/>
                                              </p:val>
                                            </p:tav>
                                          </p:tavLst>
                                        </p:anim>
                                      </p:childTnLst>
                                    </p:cTn>
                                  </p:par>
                                </p:childTnLst>
                              </p:cTn>
                            </p:par>
                            <p:par>
                              <p:cTn id="96" fill="hold">
                                <p:stCondLst>
                                  <p:cond delay="4000"/>
                                </p:stCondLst>
                                <p:childTnLst>
                                  <p:par>
                                    <p:cTn id="97" presetID="2" presetClass="entr" presetSubtype="8" fill="hold" nodeType="afterEffect" p14:presetBounceEnd="48000">
                                      <p:stCondLst>
                                        <p:cond delay="0"/>
                                      </p:stCondLst>
                                      <p:childTnLst>
                                        <p:set>
                                          <p:cBhvr>
                                            <p:cTn id="98" dur="1" fill="hold">
                                              <p:stCondLst>
                                                <p:cond delay="0"/>
                                              </p:stCondLst>
                                            </p:cTn>
                                            <p:tgtEl>
                                              <p:spTgt spid="57"/>
                                            </p:tgtEl>
                                            <p:attrNameLst>
                                              <p:attrName>style.visibility</p:attrName>
                                            </p:attrNameLst>
                                          </p:cBhvr>
                                          <p:to>
                                            <p:strVal val="visible"/>
                                          </p:to>
                                        </p:set>
                                        <p:anim calcmode="lin" valueType="num" p14:bounceEnd="48000">
                                          <p:cBhvr additive="base">
                                            <p:cTn id="99" dur="450" fill="hold"/>
                                            <p:tgtEl>
                                              <p:spTgt spid="57"/>
                                            </p:tgtEl>
                                            <p:attrNameLst>
                                              <p:attrName>ppt_x</p:attrName>
                                            </p:attrNameLst>
                                          </p:cBhvr>
                                          <p:tavLst>
                                            <p:tav tm="0">
                                              <p:val>
                                                <p:strVal val="0-#ppt_w/2"/>
                                              </p:val>
                                            </p:tav>
                                            <p:tav tm="100000">
                                              <p:val>
                                                <p:strVal val="#ppt_x"/>
                                              </p:val>
                                            </p:tav>
                                          </p:tavLst>
                                        </p:anim>
                                        <p:anim calcmode="lin" valueType="num" p14:bounceEnd="48000">
                                          <p:cBhvr additive="base">
                                            <p:cTn id="100" dur="450" fill="hold"/>
                                            <p:tgtEl>
                                              <p:spTgt spid="57"/>
                                            </p:tgtEl>
                                            <p:attrNameLst>
                                              <p:attrName>ppt_y</p:attrName>
                                            </p:attrNameLst>
                                          </p:cBhvr>
                                          <p:tavLst>
                                            <p:tav tm="0">
                                              <p:val>
                                                <p:strVal val="#ppt_y"/>
                                              </p:val>
                                            </p:tav>
                                            <p:tav tm="100000">
                                              <p:val>
                                                <p:strVal val="#ppt_y"/>
                                              </p:val>
                                            </p:tav>
                                          </p:tavLst>
                                        </p:anim>
                                      </p:childTnLst>
                                    </p:cTn>
                                  </p:par>
                                  <p:par>
                                    <p:cTn id="101" presetID="2" presetClass="entr" presetSubtype="8" fill="hold" nodeType="withEffect" p14:presetBounceEnd="48000">
                                      <p:stCondLst>
                                        <p:cond delay="0"/>
                                      </p:stCondLst>
                                      <p:childTnLst>
                                        <p:set>
                                          <p:cBhvr>
                                            <p:cTn id="102" dur="1" fill="hold">
                                              <p:stCondLst>
                                                <p:cond delay="0"/>
                                              </p:stCondLst>
                                            </p:cTn>
                                            <p:tgtEl>
                                              <p:spTgt spid="59"/>
                                            </p:tgtEl>
                                            <p:attrNameLst>
                                              <p:attrName>style.visibility</p:attrName>
                                            </p:attrNameLst>
                                          </p:cBhvr>
                                          <p:to>
                                            <p:strVal val="visible"/>
                                          </p:to>
                                        </p:set>
                                        <p:anim calcmode="lin" valueType="num" p14:bounceEnd="48000">
                                          <p:cBhvr additive="base">
                                            <p:cTn id="103" dur="450" fill="hold"/>
                                            <p:tgtEl>
                                              <p:spTgt spid="59"/>
                                            </p:tgtEl>
                                            <p:attrNameLst>
                                              <p:attrName>ppt_x</p:attrName>
                                            </p:attrNameLst>
                                          </p:cBhvr>
                                          <p:tavLst>
                                            <p:tav tm="0">
                                              <p:val>
                                                <p:strVal val="0-#ppt_w/2"/>
                                              </p:val>
                                            </p:tav>
                                            <p:tav tm="100000">
                                              <p:val>
                                                <p:strVal val="#ppt_x"/>
                                              </p:val>
                                            </p:tav>
                                          </p:tavLst>
                                        </p:anim>
                                        <p:anim calcmode="lin" valueType="num" p14:bounceEnd="48000">
                                          <p:cBhvr additive="base">
                                            <p:cTn id="104" dur="450" fill="hold"/>
                                            <p:tgtEl>
                                              <p:spTgt spid="59"/>
                                            </p:tgtEl>
                                            <p:attrNameLst>
                                              <p:attrName>ppt_y</p:attrName>
                                            </p:attrNameLst>
                                          </p:cBhvr>
                                          <p:tavLst>
                                            <p:tav tm="0">
                                              <p:val>
                                                <p:strVal val="#ppt_y"/>
                                              </p:val>
                                            </p:tav>
                                            <p:tav tm="100000">
                                              <p:val>
                                                <p:strVal val="#ppt_y"/>
                                              </p:val>
                                            </p:tav>
                                          </p:tavLst>
                                        </p:anim>
                                      </p:childTnLst>
                                    </p:cTn>
                                  </p:par>
                                  <p:par>
                                    <p:cTn id="105" presetID="2" presetClass="entr" presetSubtype="8" fill="hold" nodeType="withEffect" p14:presetBounceEnd="48000">
                                      <p:stCondLst>
                                        <p:cond delay="0"/>
                                      </p:stCondLst>
                                      <p:childTnLst>
                                        <p:set>
                                          <p:cBhvr>
                                            <p:cTn id="106" dur="1" fill="hold">
                                              <p:stCondLst>
                                                <p:cond delay="0"/>
                                              </p:stCondLst>
                                            </p:cTn>
                                            <p:tgtEl>
                                              <p:spTgt spid="61"/>
                                            </p:tgtEl>
                                            <p:attrNameLst>
                                              <p:attrName>style.visibility</p:attrName>
                                            </p:attrNameLst>
                                          </p:cBhvr>
                                          <p:to>
                                            <p:strVal val="visible"/>
                                          </p:to>
                                        </p:set>
                                        <p:anim calcmode="lin" valueType="num" p14:bounceEnd="48000">
                                          <p:cBhvr additive="base">
                                            <p:cTn id="107" dur="450" fill="hold"/>
                                            <p:tgtEl>
                                              <p:spTgt spid="61"/>
                                            </p:tgtEl>
                                            <p:attrNameLst>
                                              <p:attrName>ppt_x</p:attrName>
                                            </p:attrNameLst>
                                          </p:cBhvr>
                                          <p:tavLst>
                                            <p:tav tm="0">
                                              <p:val>
                                                <p:strVal val="0-#ppt_w/2"/>
                                              </p:val>
                                            </p:tav>
                                            <p:tav tm="100000">
                                              <p:val>
                                                <p:strVal val="#ppt_x"/>
                                              </p:val>
                                            </p:tav>
                                          </p:tavLst>
                                        </p:anim>
                                        <p:anim calcmode="lin" valueType="num" p14:bounceEnd="48000">
                                          <p:cBhvr additive="base">
                                            <p:cTn id="108" dur="450" fill="hold"/>
                                            <p:tgtEl>
                                              <p:spTgt spid="61"/>
                                            </p:tgtEl>
                                            <p:attrNameLst>
                                              <p:attrName>ppt_y</p:attrName>
                                            </p:attrNameLst>
                                          </p:cBhvr>
                                          <p:tavLst>
                                            <p:tav tm="0">
                                              <p:val>
                                                <p:strVal val="#ppt_y"/>
                                              </p:val>
                                            </p:tav>
                                            <p:tav tm="100000">
                                              <p:val>
                                                <p:strVal val="#ppt_y"/>
                                              </p:val>
                                            </p:tav>
                                          </p:tavLst>
                                        </p:anim>
                                      </p:childTnLst>
                                    </p:cTn>
                                  </p:par>
                                </p:childTnLst>
                              </p:cTn>
                            </p:par>
                            <p:par>
                              <p:cTn id="109" fill="hold">
                                <p:stCondLst>
                                  <p:cond delay="4500"/>
                                </p:stCondLst>
                                <p:childTnLst>
                                  <p:par>
                                    <p:cTn id="110" presetID="22" presetClass="entr" presetSubtype="8" fill="hold" grpId="0" nodeType="after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wipe(left)">
                                          <p:cBhvr>
                                            <p:cTn id="112" dur="500"/>
                                            <p:tgtEl>
                                              <p:spTgt spid="62"/>
                                            </p:tgtEl>
                                          </p:cBhvr>
                                        </p:animEffect>
                                      </p:childTnLst>
                                    </p:cTn>
                                  </p:par>
                                  <p:par>
                                    <p:cTn id="113" presetID="2" presetClass="entr" presetSubtype="8" fill="hold" nodeType="withEffect" p14:presetBounceEnd="48000">
                                      <p:stCondLst>
                                        <p:cond delay="0"/>
                                      </p:stCondLst>
                                      <p:childTnLst>
                                        <p:set>
                                          <p:cBhvr>
                                            <p:cTn id="114" dur="1" fill="hold">
                                              <p:stCondLst>
                                                <p:cond delay="0"/>
                                              </p:stCondLst>
                                            </p:cTn>
                                            <p:tgtEl>
                                              <p:spTgt spid="31"/>
                                            </p:tgtEl>
                                            <p:attrNameLst>
                                              <p:attrName>style.visibility</p:attrName>
                                            </p:attrNameLst>
                                          </p:cBhvr>
                                          <p:to>
                                            <p:strVal val="visible"/>
                                          </p:to>
                                        </p:set>
                                        <p:anim calcmode="lin" valueType="num" p14:bounceEnd="48000">
                                          <p:cBhvr additive="base">
                                            <p:cTn id="115" dur="450" fill="hold"/>
                                            <p:tgtEl>
                                              <p:spTgt spid="31"/>
                                            </p:tgtEl>
                                            <p:attrNameLst>
                                              <p:attrName>ppt_x</p:attrName>
                                            </p:attrNameLst>
                                          </p:cBhvr>
                                          <p:tavLst>
                                            <p:tav tm="0">
                                              <p:val>
                                                <p:strVal val="0-#ppt_w/2"/>
                                              </p:val>
                                            </p:tav>
                                            <p:tav tm="100000">
                                              <p:val>
                                                <p:strVal val="#ppt_x"/>
                                              </p:val>
                                            </p:tav>
                                          </p:tavLst>
                                        </p:anim>
                                        <p:anim calcmode="lin" valueType="num" p14:bounceEnd="48000">
                                          <p:cBhvr additive="base">
                                            <p:cTn id="116" dur="45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4" grpId="1" animBg="1"/>
          <p:bldP spid="54" grpId="2" animBg="1"/>
          <p:bldP spid="55" grpId="0" animBg="1"/>
          <p:bldP spid="55" grpId="1" animBg="1"/>
          <p:bldP spid="55" grpId="2" animBg="1"/>
          <p:bldP spid="6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600"/>
                                            <p:tgtEl>
                                              <p:spTgt spid="38"/>
                                            </p:tgtEl>
                                          </p:cBhvr>
                                        </p:animEffect>
                                      </p:childTnLst>
                                    </p:cTn>
                                  </p:par>
                                  <p:par>
                                    <p:cTn id="8" presetID="22" presetClass="entr" presetSubtype="8" fill="hold" nodeType="withEffect">
                                      <p:stCondLst>
                                        <p:cond delay="20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600"/>
                                            <p:tgtEl>
                                              <p:spTgt spid="39"/>
                                            </p:tgtEl>
                                          </p:cBhvr>
                                        </p:animEffect>
                                      </p:childTnLst>
                                    </p:cTn>
                                  </p:par>
                                  <p:par>
                                    <p:cTn id="11" presetID="22" presetClass="entr" presetSubtype="4" fill="hold" nodeType="withEffect">
                                      <p:stCondLst>
                                        <p:cond delay="400"/>
                                      </p:stCondLst>
                                      <p:childTnLst>
                                        <p:set>
                                          <p:cBhvr>
                                            <p:cTn id="12" dur="1" fill="hold">
                                              <p:stCondLst>
                                                <p:cond delay="0"/>
                                              </p:stCondLst>
                                            </p:cTn>
                                            <p:tgtEl>
                                              <p:spTgt spid="40"/>
                                            </p:tgtEl>
                                            <p:attrNameLst>
                                              <p:attrName>style.visibility</p:attrName>
                                            </p:attrNameLst>
                                          </p:cBhvr>
                                          <p:to>
                                            <p:strVal val="visible"/>
                                          </p:to>
                                        </p:set>
                                        <p:animEffect transition="in" filter="wipe(down)">
                                          <p:cBhvr>
                                            <p:cTn id="13" dur="600"/>
                                            <p:tgtEl>
                                              <p:spTgt spid="40"/>
                                            </p:tgtEl>
                                          </p:cBhvr>
                                        </p:animEffect>
                                      </p:childTnLst>
                                    </p:cTn>
                                  </p:par>
                                  <p:par>
                                    <p:cTn id="14" presetID="22" presetClass="entr" presetSubtype="8" fill="hold" nodeType="withEffect">
                                      <p:stCondLst>
                                        <p:cond delay="600"/>
                                      </p:stCondLst>
                                      <p:childTnLst>
                                        <p:set>
                                          <p:cBhvr>
                                            <p:cTn id="15" dur="1" fill="hold">
                                              <p:stCondLst>
                                                <p:cond delay="0"/>
                                              </p:stCondLst>
                                            </p:cTn>
                                            <p:tgtEl>
                                              <p:spTgt spid="42"/>
                                            </p:tgtEl>
                                            <p:attrNameLst>
                                              <p:attrName>style.visibility</p:attrName>
                                            </p:attrNameLst>
                                          </p:cBhvr>
                                          <p:to>
                                            <p:strVal val="visible"/>
                                          </p:to>
                                        </p:set>
                                        <p:animEffect transition="in" filter="wipe(left)">
                                          <p:cBhvr>
                                            <p:cTn id="16" dur="600"/>
                                            <p:tgtEl>
                                              <p:spTgt spid="42"/>
                                            </p:tgtEl>
                                          </p:cBhvr>
                                        </p:animEffect>
                                      </p:childTnLst>
                                    </p:cTn>
                                  </p:par>
                                  <p:par>
                                    <p:cTn id="17" presetID="22" presetClass="entr" presetSubtype="2" fill="hold" nodeType="withEffect">
                                      <p:stCondLst>
                                        <p:cond delay="1000"/>
                                      </p:stCondLst>
                                      <p:childTnLst>
                                        <p:set>
                                          <p:cBhvr>
                                            <p:cTn id="18" dur="1" fill="hold">
                                              <p:stCondLst>
                                                <p:cond delay="0"/>
                                              </p:stCondLst>
                                            </p:cTn>
                                            <p:tgtEl>
                                              <p:spTgt spid="41"/>
                                            </p:tgtEl>
                                            <p:attrNameLst>
                                              <p:attrName>style.visibility</p:attrName>
                                            </p:attrNameLst>
                                          </p:cBhvr>
                                          <p:to>
                                            <p:strVal val="visible"/>
                                          </p:to>
                                        </p:set>
                                        <p:animEffect transition="in" filter="wipe(right)">
                                          <p:cBhvr>
                                            <p:cTn id="19" dur="600"/>
                                            <p:tgtEl>
                                              <p:spTgt spid="41"/>
                                            </p:tgtEl>
                                          </p:cBhvr>
                                        </p:animEffect>
                                      </p:childTnLst>
                                    </p:cTn>
                                  </p:par>
                                </p:childTnLst>
                              </p:cTn>
                            </p:par>
                            <p:par>
                              <p:cTn id="20" fill="hold">
                                <p:stCondLst>
                                  <p:cond delay="1000"/>
                                </p:stCondLst>
                                <p:childTnLst>
                                  <p:par>
                                    <p:cTn id="21" presetID="1" presetClass="exit" presetSubtype="0" fill="hold" nodeType="afterEffect">
                                      <p:stCondLst>
                                        <p:cond delay="0"/>
                                      </p:stCondLst>
                                      <p:childTnLst>
                                        <p:set>
                                          <p:cBhvr>
                                            <p:cTn id="22" dur="1" fill="hold">
                                              <p:stCondLst>
                                                <p:cond delay="0"/>
                                              </p:stCondLst>
                                            </p:cTn>
                                            <p:tgtEl>
                                              <p:spTgt spid="3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4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4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6" presetClass="emph" presetSubtype="0" fill="hold" nodeType="withEffect">
                                      <p:stCondLst>
                                        <p:cond delay="0"/>
                                      </p:stCondLst>
                                      <p:childTnLst>
                                        <p:animScale>
                                          <p:cBhvr>
                                            <p:cTn id="34" dur="500" fill="hold"/>
                                            <p:tgtEl>
                                              <p:spTgt spid="43"/>
                                            </p:tgtEl>
                                          </p:cBhvr>
                                          <p:by x="30000" y="30000"/>
                                        </p:animScale>
                                      </p:childTnLst>
                                    </p:cTn>
                                  </p:par>
                                  <p:par>
                                    <p:cTn id="35" presetID="0" presetClass="path" presetSubtype="0" fill="hold" nodeType="withEffect">
                                      <p:stCondLst>
                                        <p:cond delay="0"/>
                                      </p:stCondLst>
                                      <p:childTnLst>
                                        <p:animMotion origin="layout" path="M 0 0 L -0.00625 0.26667 " pathEditMode="relative" rAng="0" ptsTypes="AA">
                                          <p:cBhvr>
                                            <p:cTn id="36" dur="500" fill="hold"/>
                                            <p:tgtEl>
                                              <p:spTgt spid="43"/>
                                            </p:tgtEl>
                                            <p:attrNameLst>
                                              <p:attrName>ppt_x</p:attrName>
                                              <p:attrName>ppt_y</p:attrName>
                                            </p:attrNameLst>
                                          </p:cBhvr>
                                          <p:rCtr x="-313" y="13333"/>
                                        </p:animMotion>
                                      </p:childTnLst>
                                    </p:cTn>
                                  </p:par>
                                </p:childTnLst>
                              </p:cTn>
                            </p:par>
                            <p:par>
                              <p:cTn id="37" fill="hold">
                                <p:stCondLst>
                                  <p:cond delay="1000"/>
                                </p:stCondLst>
                                <p:childTnLst>
                                  <p:par>
                                    <p:cTn id="38" presetID="10" presetClass="exit" presetSubtype="0" fill="hold" nodeType="afterEffect">
                                      <p:stCondLst>
                                        <p:cond delay="500"/>
                                      </p:stCondLst>
                                      <p:childTnLst>
                                        <p:animEffect transition="out" filter="fade">
                                          <p:cBhvr>
                                            <p:cTn id="39" dur="2000"/>
                                            <p:tgtEl>
                                              <p:spTgt spid="43"/>
                                            </p:tgtEl>
                                          </p:cBhvr>
                                        </p:animEffect>
                                        <p:set>
                                          <p:cBhvr>
                                            <p:cTn id="40" dur="1" fill="hold">
                                              <p:stCondLst>
                                                <p:cond delay="1999"/>
                                              </p:stCondLst>
                                            </p:cTn>
                                            <p:tgtEl>
                                              <p:spTgt spid="43"/>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1000"/>
                                            <p:tgtEl>
                                              <p:spTgt spid="53"/>
                                            </p:tgtEl>
                                          </p:cBhvr>
                                        </p:animEffect>
                                      </p:childTnLst>
                                    </p:cTn>
                                  </p:par>
                                  <p:par>
                                    <p:cTn id="44" presetID="10" presetClass="exit" presetSubtype="0" fill="hold" nodeType="withEffect">
                                      <p:stCondLst>
                                        <p:cond delay="3000"/>
                                      </p:stCondLst>
                                      <p:childTnLst>
                                        <p:animEffect transition="out" filter="fade">
                                          <p:cBhvr>
                                            <p:cTn id="45" dur="2000"/>
                                            <p:tgtEl>
                                              <p:spTgt spid="53"/>
                                            </p:tgtEl>
                                          </p:cBhvr>
                                        </p:animEffect>
                                        <p:set>
                                          <p:cBhvr>
                                            <p:cTn id="46" dur="1" fill="hold">
                                              <p:stCondLst>
                                                <p:cond delay="1999"/>
                                              </p:stCondLst>
                                            </p:cTn>
                                            <p:tgtEl>
                                              <p:spTgt spid="53"/>
                                            </p:tgtEl>
                                            <p:attrNameLst>
                                              <p:attrName>style.visibility</p:attrName>
                                            </p:attrNameLst>
                                          </p:cBhvr>
                                          <p:to>
                                            <p:strVal val="hidden"/>
                                          </p:to>
                                        </p:set>
                                      </p:childTnLst>
                                    </p:cTn>
                                  </p:par>
                                  <p:par>
                                    <p:cTn id="47" presetID="10" presetClass="entr" presetSubtype="0" fill="hold" nodeType="withEffect">
                                      <p:stCondLst>
                                        <p:cond delay="250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2000"/>
                                            <p:tgtEl>
                                              <p:spTgt spid="52"/>
                                            </p:tgtEl>
                                          </p:cBhvr>
                                        </p:animEffect>
                                      </p:childTnLst>
                                    </p:cTn>
                                  </p:par>
                                  <p:par>
                                    <p:cTn id="50" presetID="10" presetClass="exit" presetSubtype="0" fill="hold" nodeType="withEffect">
                                      <p:stCondLst>
                                        <p:cond delay="5500"/>
                                      </p:stCondLst>
                                      <p:childTnLst>
                                        <p:animEffect transition="out" filter="fade">
                                          <p:cBhvr>
                                            <p:cTn id="51" dur="2000"/>
                                            <p:tgtEl>
                                              <p:spTgt spid="52"/>
                                            </p:tgtEl>
                                          </p:cBhvr>
                                        </p:animEffect>
                                        <p:set>
                                          <p:cBhvr>
                                            <p:cTn id="52" dur="1" fill="hold">
                                              <p:stCondLst>
                                                <p:cond delay="1999"/>
                                              </p:stCondLst>
                                            </p:cTn>
                                            <p:tgtEl>
                                              <p:spTgt spid="52"/>
                                            </p:tgtEl>
                                            <p:attrNameLst>
                                              <p:attrName>style.visibility</p:attrName>
                                            </p:attrNameLst>
                                          </p:cBhvr>
                                          <p:to>
                                            <p:strVal val="hidden"/>
                                          </p:to>
                                        </p:set>
                                      </p:childTnLst>
                                    </p:cTn>
                                  </p:par>
                                  <p:par>
                                    <p:cTn id="53" presetID="10" presetClass="entr" presetSubtype="0" fill="hold" nodeType="withEffect">
                                      <p:stCondLst>
                                        <p:cond delay="500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2000"/>
                                            <p:tgtEl>
                                              <p:spTgt spid="51"/>
                                            </p:tgtEl>
                                          </p:cBhvr>
                                        </p:animEffect>
                                      </p:childTnLst>
                                    </p:cTn>
                                  </p:par>
                                  <p:par>
                                    <p:cTn id="56" presetID="10" presetClass="exit" presetSubtype="0" fill="hold" nodeType="withEffect">
                                      <p:stCondLst>
                                        <p:cond delay="8000"/>
                                      </p:stCondLst>
                                      <p:childTnLst>
                                        <p:animEffect transition="out" filter="fade">
                                          <p:cBhvr>
                                            <p:cTn id="57" dur="2000"/>
                                            <p:tgtEl>
                                              <p:spTgt spid="51"/>
                                            </p:tgtEl>
                                          </p:cBhvr>
                                        </p:animEffect>
                                        <p:set>
                                          <p:cBhvr>
                                            <p:cTn id="58" dur="1" fill="hold">
                                              <p:stCondLst>
                                                <p:cond delay="1999"/>
                                              </p:stCondLst>
                                            </p:cTn>
                                            <p:tgtEl>
                                              <p:spTgt spid="51"/>
                                            </p:tgtEl>
                                            <p:attrNameLst>
                                              <p:attrName>style.visibility</p:attrName>
                                            </p:attrNameLst>
                                          </p:cBhvr>
                                          <p:to>
                                            <p:strVal val="hidden"/>
                                          </p:to>
                                        </p:set>
                                      </p:childTnLst>
                                    </p:cTn>
                                  </p:par>
                                  <p:par>
                                    <p:cTn id="59" presetID="10" presetClass="entr" presetSubtype="0" fill="hold" nodeType="withEffect">
                                      <p:stCondLst>
                                        <p:cond delay="750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2000"/>
                                            <p:tgtEl>
                                              <p:spTgt spid="50"/>
                                            </p:tgtEl>
                                          </p:cBhvr>
                                        </p:animEffect>
                                      </p:childTnLst>
                                    </p:cTn>
                                  </p:par>
                                  <p:par>
                                    <p:cTn id="62" presetID="10" presetClass="exit" presetSubtype="0" fill="hold" nodeType="withEffect">
                                      <p:stCondLst>
                                        <p:cond delay="10500"/>
                                      </p:stCondLst>
                                      <p:childTnLst>
                                        <p:animEffect transition="out" filter="fade">
                                          <p:cBhvr>
                                            <p:cTn id="63" dur="2000"/>
                                            <p:tgtEl>
                                              <p:spTgt spid="50"/>
                                            </p:tgtEl>
                                          </p:cBhvr>
                                        </p:animEffect>
                                        <p:set>
                                          <p:cBhvr>
                                            <p:cTn id="64" dur="1" fill="hold">
                                              <p:stCondLst>
                                                <p:cond delay="1999"/>
                                              </p:stCondLst>
                                            </p:cTn>
                                            <p:tgtEl>
                                              <p:spTgt spid="50"/>
                                            </p:tgtEl>
                                            <p:attrNameLst>
                                              <p:attrName>style.visibility</p:attrName>
                                            </p:attrNameLst>
                                          </p:cBhvr>
                                          <p:to>
                                            <p:strVal val="hidden"/>
                                          </p:to>
                                        </p:set>
                                      </p:childTnLst>
                                    </p:cTn>
                                  </p:par>
                                  <p:par>
                                    <p:cTn id="65" presetID="10" presetClass="entr" presetSubtype="0" fill="hold" nodeType="withEffect">
                                      <p:stCondLst>
                                        <p:cond delay="1000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2000"/>
                                            <p:tgtEl>
                                              <p:spTgt spid="4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2000"/>
                                            <p:tgtEl>
                                              <p:spTgt spid="5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2000"/>
                                            <p:tgtEl>
                                              <p:spTgt spid="55"/>
                                            </p:tgtEl>
                                          </p:cBhvr>
                                        </p:animEffect>
                                      </p:childTnLst>
                                    </p:cTn>
                                  </p:par>
                                  <p:par>
                                    <p:cTn id="74" presetID="8" presetClass="emph" presetSubtype="0" fill="hold" grpId="1" nodeType="withEffect">
                                      <p:stCondLst>
                                        <p:cond delay="1100"/>
                                      </p:stCondLst>
                                      <p:childTnLst>
                                        <p:animRot by="10800000">
                                          <p:cBhvr>
                                            <p:cTn id="75" dur="12900" fill="hold"/>
                                            <p:tgtEl>
                                              <p:spTgt spid="54"/>
                                            </p:tgtEl>
                                            <p:attrNameLst>
                                              <p:attrName>r</p:attrName>
                                            </p:attrNameLst>
                                          </p:cBhvr>
                                        </p:animRot>
                                      </p:childTnLst>
                                    </p:cTn>
                                  </p:par>
                                  <p:par>
                                    <p:cTn id="76" presetID="8" presetClass="emph" presetSubtype="0" fill="hold" grpId="1" nodeType="withEffect">
                                      <p:stCondLst>
                                        <p:cond delay="1100"/>
                                      </p:stCondLst>
                                      <p:childTnLst>
                                        <p:animRot by="10800000">
                                          <p:cBhvr>
                                            <p:cTn id="77" dur="12900" fill="hold"/>
                                            <p:tgtEl>
                                              <p:spTgt spid="55"/>
                                            </p:tgtEl>
                                            <p:attrNameLst>
                                              <p:attrName>r</p:attrName>
                                            </p:attrNameLst>
                                          </p:cBhvr>
                                        </p:animRot>
                                      </p:childTnLst>
                                    </p:cTn>
                                  </p:par>
                                </p:childTnLst>
                              </p:cTn>
                            </p:par>
                            <p:par>
                              <p:cTn id="78" fill="hold">
                                <p:stCondLst>
                                  <p:cond delay="3500"/>
                                </p:stCondLst>
                                <p:childTnLst>
                                  <p:par>
                                    <p:cTn id="79" presetID="53" presetClass="exit" presetSubtype="32" fill="hold" nodeType="afterEffect">
                                      <p:stCondLst>
                                        <p:cond delay="0"/>
                                      </p:stCondLst>
                                      <p:childTnLst>
                                        <p:anim calcmode="lin" valueType="num">
                                          <p:cBhvr>
                                            <p:cTn id="80" dur="500"/>
                                            <p:tgtEl>
                                              <p:spTgt spid="49"/>
                                            </p:tgtEl>
                                            <p:attrNameLst>
                                              <p:attrName>ppt_w</p:attrName>
                                            </p:attrNameLst>
                                          </p:cBhvr>
                                          <p:tavLst>
                                            <p:tav tm="0">
                                              <p:val>
                                                <p:strVal val="ppt_w"/>
                                              </p:val>
                                            </p:tav>
                                            <p:tav tm="100000">
                                              <p:val>
                                                <p:fltVal val="0"/>
                                              </p:val>
                                            </p:tav>
                                          </p:tavLst>
                                        </p:anim>
                                        <p:anim calcmode="lin" valueType="num">
                                          <p:cBhvr>
                                            <p:cTn id="81" dur="500"/>
                                            <p:tgtEl>
                                              <p:spTgt spid="49"/>
                                            </p:tgtEl>
                                            <p:attrNameLst>
                                              <p:attrName>ppt_h</p:attrName>
                                            </p:attrNameLst>
                                          </p:cBhvr>
                                          <p:tavLst>
                                            <p:tav tm="0">
                                              <p:val>
                                                <p:strVal val="ppt_h"/>
                                              </p:val>
                                            </p:tav>
                                            <p:tav tm="100000">
                                              <p:val>
                                                <p:fltVal val="0"/>
                                              </p:val>
                                            </p:tav>
                                          </p:tavLst>
                                        </p:anim>
                                        <p:animEffect transition="out" filter="fade">
                                          <p:cBhvr>
                                            <p:cTn id="82" dur="500"/>
                                            <p:tgtEl>
                                              <p:spTgt spid="49"/>
                                            </p:tgtEl>
                                          </p:cBhvr>
                                        </p:animEffect>
                                        <p:set>
                                          <p:cBhvr>
                                            <p:cTn id="83" dur="1" fill="hold">
                                              <p:stCondLst>
                                                <p:cond delay="499"/>
                                              </p:stCondLst>
                                            </p:cTn>
                                            <p:tgtEl>
                                              <p:spTgt spid="49"/>
                                            </p:tgtEl>
                                            <p:attrNameLst>
                                              <p:attrName>style.visibility</p:attrName>
                                            </p:attrNameLst>
                                          </p:cBhvr>
                                          <p:to>
                                            <p:strVal val="hidden"/>
                                          </p:to>
                                        </p:set>
                                      </p:childTnLst>
                                    </p:cTn>
                                  </p:par>
                                  <p:par>
                                    <p:cTn id="84" presetID="35" presetClass="path" presetSubtype="0" accel="50000" decel="50000" fill="hold" nodeType="withEffect">
                                      <p:stCondLst>
                                        <p:cond delay="0"/>
                                      </p:stCondLst>
                                      <p:childTnLst>
                                        <p:animMotion origin="layout" path="M 0 0 L -0.25 0 E" pathEditMode="relative" ptsTypes="">
                                          <p:cBhvr>
                                            <p:cTn id="85" dur="500" fill="hold"/>
                                            <p:tgtEl>
                                              <p:spTgt spid="49"/>
                                            </p:tgtEl>
                                            <p:attrNameLst>
                                              <p:attrName>ppt_x</p:attrName>
                                              <p:attrName>ppt_y</p:attrName>
                                            </p:attrNameLst>
                                          </p:cBhvr>
                                        </p:animMotion>
                                      </p:childTnLst>
                                    </p:cTn>
                                  </p:par>
                                  <p:par>
                                    <p:cTn id="86" presetID="10" presetClass="exit" presetSubtype="0" fill="hold" grpId="2" nodeType="withEffect">
                                      <p:stCondLst>
                                        <p:cond delay="0"/>
                                      </p:stCondLst>
                                      <p:childTnLst>
                                        <p:animEffect transition="out" filter="fade">
                                          <p:cBhvr>
                                            <p:cTn id="87" dur="500"/>
                                            <p:tgtEl>
                                              <p:spTgt spid="54"/>
                                            </p:tgtEl>
                                          </p:cBhvr>
                                        </p:animEffect>
                                        <p:set>
                                          <p:cBhvr>
                                            <p:cTn id="88" dur="1" fill="hold">
                                              <p:stCondLst>
                                                <p:cond delay="499"/>
                                              </p:stCondLst>
                                            </p:cTn>
                                            <p:tgtEl>
                                              <p:spTgt spid="54"/>
                                            </p:tgtEl>
                                            <p:attrNameLst>
                                              <p:attrName>style.visibility</p:attrName>
                                            </p:attrNameLst>
                                          </p:cBhvr>
                                          <p:to>
                                            <p:strVal val="hidden"/>
                                          </p:to>
                                        </p:set>
                                      </p:childTnLst>
                                    </p:cTn>
                                  </p:par>
                                  <p:par>
                                    <p:cTn id="89" presetID="10" presetClass="exit" presetSubtype="0" fill="hold" grpId="2" nodeType="withEffect">
                                      <p:stCondLst>
                                        <p:cond delay="0"/>
                                      </p:stCondLst>
                                      <p:childTnLst>
                                        <p:animEffect transition="out" filter="fade">
                                          <p:cBhvr>
                                            <p:cTn id="90" dur="500"/>
                                            <p:tgtEl>
                                              <p:spTgt spid="55"/>
                                            </p:tgtEl>
                                          </p:cBhvr>
                                        </p:animEffect>
                                        <p:set>
                                          <p:cBhvr>
                                            <p:cTn id="91" dur="1" fill="hold">
                                              <p:stCondLst>
                                                <p:cond delay="499"/>
                                              </p:stCondLst>
                                            </p:cTn>
                                            <p:tgtEl>
                                              <p:spTgt spid="55"/>
                                            </p:tgtEl>
                                            <p:attrNameLst>
                                              <p:attrName>style.visibility</p:attrName>
                                            </p:attrNameLst>
                                          </p:cBhvr>
                                          <p:to>
                                            <p:strVal val="hidden"/>
                                          </p:to>
                                        </p:set>
                                      </p:childTnLst>
                                    </p:cTn>
                                  </p:par>
                                  <p:par>
                                    <p:cTn id="92" presetID="23" presetClass="entr" presetSubtype="16" fill="hold" nodeType="withEffect">
                                      <p:stCondLst>
                                        <p:cond delay="0"/>
                                      </p:stCondLst>
                                      <p:childTnLst>
                                        <p:set>
                                          <p:cBhvr>
                                            <p:cTn id="93" dur="1" fill="hold">
                                              <p:stCondLst>
                                                <p:cond delay="0"/>
                                              </p:stCondLst>
                                            </p:cTn>
                                            <p:tgtEl>
                                              <p:spTgt spid="56"/>
                                            </p:tgtEl>
                                            <p:attrNameLst>
                                              <p:attrName>style.visibility</p:attrName>
                                            </p:attrNameLst>
                                          </p:cBhvr>
                                          <p:to>
                                            <p:strVal val="visible"/>
                                          </p:to>
                                        </p:set>
                                        <p:anim calcmode="lin" valueType="num">
                                          <p:cBhvr>
                                            <p:cTn id="94" dur="500" fill="hold"/>
                                            <p:tgtEl>
                                              <p:spTgt spid="56"/>
                                            </p:tgtEl>
                                            <p:attrNameLst>
                                              <p:attrName>ppt_w</p:attrName>
                                            </p:attrNameLst>
                                          </p:cBhvr>
                                          <p:tavLst>
                                            <p:tav tm="0">
                                              <p:val>
                                                <p:fltVal val="0"/>
                                              </p:val>
                                            </p:tav>
                                            <p:tav tm="100000">
                                              <p:val>
                                                <p:strVal val="#ppt_w"/>
                                              </p:val>
                                            </p:tav>
                                          </p:tavLst>
                                        </p:anim>
                                        <p:anim calcmode="lin" valueType="num">
                                          <p:cBhvr>
                                            <p:cTn id="95" dur="500" fill="hold"/>
                                            <p:tgtEl>
                                              <p:spTgt spid="56"/>
                                            </p:tgtEl>
                                            <p:attrNameLst>
                                              <p:attrName>ppt_h</p:attrName>
                                            </p:attrNameLst>
                                          </p:cBhvr>
                                          <p:tavLst>
                                            <p:tav tm="0">
                                              <p:val>
                                                <p:fltVal val="0"/>
                                              </p:val>
                                            </p:tav>
                                            <p:tav tm="100000">
                                              <p:val>
                                                <p:strVal val="#ppt_h"/>
                                              </p:val>
                                            </p:tav>
                                          </p:tavLst>
                                        </p:anim>
                                      </p:childTnLst>
                                    </p:cTn>
                                  </p:par>
                                </p:childTnLst>
                              </p:cTn>
                            </p:par>
                            <p:par>
                              <p:cTn id="96" fill="hold">
                                <p:stCondLst>
                                  <p:cond delay="4000"/>
                                </p:stCondLst>
                                <p:childTnLst>
                                  <p:par>
                                    <p:cTn id="97" presetID="2" presetClass="entr" presetSubtype="8" fill="hold" nodeType="afterEffect">
                                      <p:stCondLst>
                                        <p:cond delay="0"/>
                                      </p:stCondLst>
                                      <p:childTnLst>
                                        <p:set>
                                          <p:cBhvr>
                                            <p:cTn id="98" dur="1" fill="hold">
                                              <p:stCondLst>
                                                <p:cond delay="0"/>
                                              </p:stCondLst>
                                            </p:cTn>
                                            <p:tgtEl>
                                              <p:spTgt spid="57"/>
                                            </p:tgtEl>
                                            <p:attrNameLst>
                                              <p:attrName>style.visibility</p:attrName>
                                            </p:attrNameLst>
                                          </p:cBhvr>
                                          <p:to>
                                            <p:strVal val="visible"/>
                                          </p:to>
                                        </p:set>
                                        <p:anim calcmode="lin" valueType="num">
                                          <p:cBhvr additive="base">
                                            <p:cTn id="99" dur="450" fill="hold"/>
                                            <p:tgtEl>
                                              <p:spTgt spid="57"/>
                                            </p:tgtEl>
                                            <p:attrNameLst>
                                              <p:attrName>ppt_x</p:attrName>
                                            </p:attrNameLst>
                                          </p:cBhvr>
                                          <p:tavLst>
                                            <p:tav tm="0">
                                              <p:val>
                                                <p:strVal val="0-#ppt_w/2"/>
                                              </p:val>
                                            </p:tav>
                                            <p:tav tm="100000">
                                              <p:val>
                                                <p:strVal val="#ppt_x"/>
                                              </p:val>
                                            </p:tav>
                                          </p:tavLst>
                                        </p:anim>
                                        <p:anim calcmode="lin" valueType="num">
                                          <p:cBhvr additive="base">
                                            <p:cTn id="100" dur="450" fill="hold"/>
                                            <p:tgtEl>
                                              <p:spTgt spid="57"/>
                                            </p:tgtEl>
                                            <p:attrNameLst>
                                              <p:attrName>ppt_y</p:attrName>
                                            </p:attrNameLst>
                                          </p:cBhvr>
                                          <p:tavLst>
                                            <p:tav tm="0">
                                              <p:val>
                                                <p:strVal val="#ppt_y"/>
                                              </p:val>
                                            </p:tav>
                                            <p:tav tm="100000">
                                              <p:val>
                                                <p:strVal val="#ppt_y"/>
                                              </p:val>
                                            </p:tav>
                                          </p:tavLst>
                                        </p:anim>
                                      </p:childTnLst>
                                    </p:cTn>
                                  </p:par>
                                  <p:par>
                                    <p:cTn id="101" presetID="2" presetClass="entr" presetSubtype="8" fill="hold" nodeType="withEffect">
                                      <p:stCondLst>
                                        <p:cond delay="0"/>
                                      </p:stCondLst>
                                      <p:childTnLst>
                                        <p:set>
                                          <p:cBhvr>
                                            <p:cTn id="102" dur="1" fill="hold">
                                              <p:stCondLst>
                                                <p:cond delay="0"/>
                                              </p:stCondLst>
                                            </p:cTn>
                                            <p:tgtEl>
                                              <p:spTgt spid="59"/>
                                            </p:tgtEl>
                                            <p:attrNameLst>
                                              <p:attrName>style.visibility</p:attrName>
                                            </p:attrNameLst>
                                          </p:cBhvr>
                                          <p:to>
                                            <p:strVal val="visible"/>
                                          </p:to>
                                        </p:set>
                                        <p:anim calcmode="lin" valueType="num">
                                          <p:cBhvr additive="base">
                                            <p:cTn id="103" dur="450" fill="hold"/>
                                            <p:tgtEl>
                                              <p:spTgt spid="59"/>
                                            </p:tgtEl>
                                            <p:attrNameLst>
                                              <p:attrName>ppt_x</p:attrName>
                                            </p:attrNameLst>
                                          </p:cBhvr>
                                          <p:tavLst>
                                            <p:tav tm="0">
                                              <p:val>
                                                <p:strVal val="0-#ppt_w/2"/>
                                              </p:val>
                                            </p:tav>
                                            <p:tav tm="100000">
                                              <p:val>
                                                <p:strVal val="#ppt_x"/>
                                              </p:val>
                                            </p:tav>
                                          </p:tavLst>
                                        </p:anim>
                                        <p:anim calcmode="lin" valueType="num">
                                          <p:cBhvr additive="base">
                                            <p:cTn id="104" dur="450" fill="hold"/>
                                            <p:tgtEl>
                                              <p:spTgt spid="59"/>
                                            </p:tgtEl>
                                            <p:attrNameLst>
                                              <p:attrName>ppt_y</p:attrName>
                                            </p:attrNameLst>
                                          </p:cBhvr>
                                          <p:tavLst>
                                            <p:tav tm="0">
                                              <p:val>
                                                <p:strVal val="#ppt_y"/>
                                              </p:val>
                                            </p:tav>
                                            <p:tav tm="100000">
                                              <p:val>
                                                <p:strVal val="#ppt_y"/>
                                              </p:val>
                                            </p:tav>
                                          </p:tavLst>
                                        </p:anim>
                                      </p:childTnLst>
                                    </p:cTn>
                                  </p:par>
                                  <p:par>
                                    <p:cTn id="105" presetID="2" presetClass="entr" presetSubtype="8" fill="hold" nodeType="withEffect">
                                      <p:stCondLst>
                                        <p:cond delay="0"/>
                                      </p:stCondLst>
                                      <p:childTnLst>
                                        <p:set>
                                          <p:cBhvr>
                                            <p:cTn id="106" dur="1" fill="hold">
                                              <p:stCondLst>
                                                <p:cond delay="0"/>
                                              </p:stCondLst>
                                            </p:cTn>
                                            <p:tgtEl>
                                              <p:spTgt spid="61"/>
                                            </p:tgtEl>
                                            <p:attrNameLst>
                                              <p:attrName>style.visibility</p:attrName>
                                            </p:attrNameLst>
                                          </p:cBhvr>
                                          <p:to>
                                            <p:strVal val="visible"/>
                                          </p:to>
                                        </p:set>
                                        <p:anim calcmode="lin" valueType="num">
                                          <p:cBhvr additive="base">
                                            <p:cTn id="107" dur="450" fill="hold"/>
                                            <p:tgtEl>
                                              <p:spTgt spid="61"/>
                                            </p:tgtEl>
                                            <p:attrNameLst>
                                              <p:attrName>ppt_x</p:attrName>
                                            </p:attrNameLst>
                                          </p:cBhvr>
                                          <p:tavLst>
                                            <p:tav tm="0">
                                              <p:val>
                                                <p:strVal val="0-#ppt_w/2"/>
                                              </p:val>
                                            </p:tav>
                                            <p:tav tm="100000">
                                              <p:val>
                                                <p:strVal val="#ppt_x"/>
                                              </p:val>
                                            </p:tav>
                                          </p:tavLst>
                                        </p:anim>
                                        <p:anim calcmode="lin" valueType="num">
                                          <p:cBhvr additive="base">
                                            <p:cTn id="108" dur="450" fill="hold"/>
                                            <p:tgtEl>
                                              <p:spTgt spid="61"/>
                                            </p:tgtEl>
                                            <p:attrNameLst>
                                              <p:attrName>ppt_y</p:attrName>
                                            </p:attrNameLst>
                                          </p:cBhvr>
                                          <p:tavLst>
                                            <p:tav tm="0">
                                              <p:val>
                                                <p:strVal val="#ppt_y"/>
                                              </p:val>
                                            </p:tav>
                                            <p:tav tm="100000">
                                              <p:val>
                                                <p:strVal val="#ppt_y"/>
                                              </p:val>
                                            </p:tav>
                                          </p:tavLst>
                                        </p:anim>
                                      </p:childTnLst>
                                    </p:cTn>
                                  </p:par>
                                </p:childTnLst>
                              </p:cTn>
                            </p:par>
                            <p:par>
                              <p:cTn id="109" fill="hold">
                                <p:stCondLst>
                                  <p:cond delay="4500"/>
                                </p:stCondLst>
                                <p:childTnLst>
                                  <p:par>
                                    <p:cTn id="110" presetID="22" presetClass="entr" presetSubtype="8" fill="hold" grpId="0" nodeType="after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wipe(left)">
                                          <p:cBhvr>
                                            <p:cTn id="112" dur="500"/>
                                            <p:tgtEl>
                                              <p:spTgt spid="62"/>
                                            </p:tgtEl>
                                          </p:cBhvr>
                                        </p:animEffect>
                                      </p:childTnLst>
                                    </p:cTn>
                                  </p:par>
                                  <p:par>
                                    <p:cTn id="113" presetID="2" presetClass="entr" presetSubtype="8" fill="hold" nodeType="withEffect">
                                      <p:stCondLst>
                                        <p:cond delay="0"/>
                                      </p:stCondLst>
                                      <p:childTnLst>
                                        <p:set>
                                          <p:cBhvr>
                                            <p:cTn id="114" dur="1" fill="hold">
                                              <p:stCondLst>
                                                <p:cond delay="0"/>
                                              </p:stCondLst>
                                            </p:cTn>
                                            <p:tgtEl>
                                              <p:spTgt spid="31"/>
                                            </p:tgtEl>
                                            <p:attrNameLst>
                                              <p:attrName>style.visibility</p:attrName>
                                            </p:attrNameLst>
                                          </p:cBhvr>
                                          <p:to>
                                            <p:strVal val="visible"/>
                                          </p:to>
                                        </p:set>
                                        <p:anim calcmode="lin" valueType="num">
                                          <p:cBhvr additive="base">
                                            <p:cTn id="115" dur="450" fill="hold"/>
                                            <p:tgtEl>
                                              <p:spTgt spid="31"/>
                                            </p:tgtEl>
                                            <p:attrNameLst>
                                              <p:attrName>ppt_x</p:attrName>
                                            </p:attrNameLst>
                                          </p:cBhvr>
                                          <p:tavLst>
                                            <p:tav tm="0">
                                              <p:val>
                                                <p:strVal val="0-#ppt_w/2"/>
                                              </p:val>
                                            </p:tav>
                                            <p:tav tm="100000">
                                              <p:val>
                                                <p:strVal val="#ppt_x"/>
                                              </p:val>
                                            </p:tav>
                                          </p:tavLst>
                                        </p:anim>
                                        <p:anim calcmode="lin" valueType="num">
                                          <p:cBhvr additive="base">
                                            <p:cTn id="116" dur="45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4" grpId="1" animBg="1"/>
          <p:bldP spid="54" grpId="2" animBg="1"/>
          <p:bldP spid="55" grpId="0" animBg="1"/>
          <p:bldP spid="55" grpId="1" animBg="1"/>
          <p:bldP spid="55" grpId="2" animBg="1"/>
          <p:bldP spid="62" grpId="0"/>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目录页">
    <p:bg>
      <p:bgPr>
        <a:solidFill>
          <a:schemeClr val="bg1"/>
        </a:solidFill>
        <a:effectLst/>
      </p:bgPr>
    </p:bg>
    <p:spTree>
      <p:nvGrpSpPr>
        <p:cNvPr id="1" name=""/>
        <p:cNvGrpSpPr/>
        <p:nvPr/>
      </p:nvGrpSpPr>
      <p:grpSpPr>
        <a:xfrm>
          <a:off x="0" y="0"/>
          <a:ext cx="0" cy="0"/>
          <a:chOff x="0" y="0"/>
          <a:chExt cx="0" cy="0"/>
        </a:xfrm>
      </p:grpSpPr>
      <p:sp>
        <p:nvSpPr>
          <p:cNvPr id="24" name="TextBox 15"/>
          <p:cNvSpPr txBox="1"/>
          <p:nvPr/>
        </p:nvSpPr>
        <p:spPr>
          <a:xfrm>
            <a:off x="624816" y="1002214"/>
            <a:ext cx="1295807" cy="338554"/>
          </a:xfrm>
          <a:prstGeom prst="rect">
            <a:avLst/>
          </a:prstGeom>
          <a:noFill/>
        </p:spPr>
        <p:txBody>
          <a:bodyPr wrap="square" rtlCol="0">
            <a:spAutoFit/>
          </a:bodyPr>
          <a:lstStyle/>
          <a:p>
            <a:pPr algn="ctr"/>
            <a:r>
              <a:rPr lang="en-US" altLang="zh-CN" sz="1600" dirty="0">
                <a:solidFill>
                  <a:prstClr val="white"/>
                </a:solidFill>
                <a:latin typeface="Agency FB" panose="020B0503020202020204" pitchFamily="34" charset="0"/>
                <a:ea typeface="Adobe 宋体 Std L" pitchFamily="18" charset="-122"/>
              </a:rPr>
              <a:t>Contents Page</a:t>
            </a:r>
            <a:endParaRPr lang="zh-CN" altLang="en-US" sz="1600" dirty="0">
              <a:solidFill>
                <a:prstClr val="white"/>
              </a:solidFill>
              <a:latin typeface="Agency FB" panose="020B0503020202020204" pitchFamily="34" charset="0"/>
              <a:ea typeface="Adobe 宋体 Std L" pitchFamily="18" charset="-122"/>
            </a:endParaRPr>
          </a:p>
        </p:txBody>
      </p:sp>
      <p:sp>
        <p:nvSpPr>
          <p:cNvPr id="25" name="文本框 24"/>
          <p:cNvSpPr txBox="1"/>
          <p:nvPr/>
        </p:nvSpPr>
        <p:spPr>
          <a:xfrm>
            <a:off x="624816" y="561681"/>
            <a:ext cx="1295807" cy="461665"/>
          </a:xfrm>
          <a:prstGeom prst="rect">
            <a:avLst/>
          </a:prstGeom>
          <a:noFill/>
        </p:spPr>
        <p:txBody>
          <a:bodyPr wrap="square" rtlCol="0">
            <a:spAutoFit/>
          </a:bodyPr>
          <a:lstStyle/>
          <a:p>
            <a:pPr algn="ctr"/>
            <a:r>
              <a:rPr lang="zh-CN" altLang="en-US" sz="2400" dirty="0">
                <a:solidFill>
                  <a:prstClr val="white"/>
                </a:solidFill>
                <a:ea typeface="微软雅黑" panose="020B0503020204020204" pitchFamily="34" charset="-122"/>
              </a:rPr>
              <a:t>目录页</a:t>
            </a:r>
          </a:p>
        </p:txBody>
      </p:sp>
      <p:sp>
        <p:nvSpPr>
          <p:cNvPr id="26" name="矩形 25"/>
          <p:cNvSpPr/>
          <p:nvPr/>
        </p:nvSpPr>
        <p:spPr>
          <a:xfrm>
            <a:off x="0" y="0"/>
            <a:ext cx="12192000" cy="6858000"/>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7" name="矩形 26"/>
          <p:cNvSpPr/>
          <p:nvPr/>
        </p:nvSpPr>
        <p:spPr>
          <a:xfrm>
            <a:off x="388589" y="319404"/>
            <a:ext cx="11414822" cy="6219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8" name="矩形 27"/>
          <p:cNvSpPr/>
          <p:nvPr/>
        </p:nvSpPr>
        <p:spPr>
          <a:xfrm>
            <a:off x="624816" y="705697"/>
            <a:ext cx="3023549" cy="39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148BDC"/>
                </a:solidFill>
                <a:latin typeface="微软雅黑" panose="020B0503020204020204" pitchFamily="34" charset="-122"/>
                <a:ea typeface="微软雅黑" panose="020B0503020204020204" pitchFamily="34" charset="-122"/>
              </a:rPr>
              <a:t>  过渡</a:t>
            </a:r>
            <a:endParaRPr lang="zh-CN" altLang="en-US" sz="1400" dirty="0">
              <a:solidFill>
                <a:srgbClr val="FF660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192881" y="1105297"/>
            <a:ext cx="2951559" cy="0"/>
          </a:xfrm>
          <a:prstGeom prst="line">
            <a:avLst/>
          </a:prstGeom>
          <a:ln>
            <a:solidFill>
              <a:srgbClr val="148BD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153018" y="3573016"/>
            <a:ext cx="6550294" cy="0"/>
          </a:xfrm>
          <a:prstGeom prst="line">
            <a:avLst/>
          </a:prstGeom>
          <a:ln w="38100">
            <a:solidFill>
              <a:srgbClr val="148BDC"/>
            </a:solidFill>
          </a:ln>
        </p:spPr>
        <p:style>
          <a:lnRef idx="1">
            <a:schemeClr val="accent1"/>
          </a:lnRef>
          <a:fillRef idx="0">
            <a:schemeClr val="accent1"/>
          </a:fillRef>
          <a:effectRef idx="0">
            <a:schemeClr val="accent1"/>
          </a:effectRef>
          <a:fontRef idx="minor">
            <a:schemeClr val="tx1"/>
          </a:fontRef>
        </p:style>
      </p:cxnSp>
      <p:sp>
        <p:nvSpPr>
          <p:cNvPr id="37" name="TextBox 15"/>
          <p:cNvSpPr txBox="1"/>
          <p:nvPr/>
        </p:nvSpPr>
        <p:spPr>
          <a:xfrm>
            <a:off x="5592075" y="6525344"/>
            <a:ext cx="982705" cy="338554"/>
          </a:xfrm>
          <a:prstGeom prst="rect">
            <a:avLst/>
          </a:prstGeom>
          <a:noFill/>
        </p:spPr>
        <p:txBody>
          <a:bodyPr wrap="none" rtlCol="0">
            <a:spAutoFit/>
          </a:bodyPr>
          <a:lstStyle/>
          <a:p>
            <a:r>
              <a:rPr lang="en-US" altLang="zh-CN" sz="1600" dirty="0">
                <a:solidFill>
                  <a:schemeClr val="bg1"/>
                </a:solidFill>
              </a:rPr>
              <a:t>—  </a:t>
            </a:r>
            <a:fld id="{2EEF1883-7A0E-4F66-9932-E581691AD397}" type="slidenum">
              <a:rPr lang="zh-CN" altLang="en-US" sz="1600" smtClean="0">
                <a:solidFill>
                  <a:schemeClr val="bg1"/>
                </a:solidFill>
              </a:rPr>
              <a:t>‹#›</a:t>
            </a:fld>
            <a:r>
              <a:rPr lang="zh-CN" altLang="en-US" sz="1600" dirty="0">
                <a:solidFill>
                  <a:schemeClr val="bg1"/>
                </a:solidFill>
              </a:rPr>
              <a:t> </a:t>
            </a:r>
            <a:r>
              <a:rPr lang="en-US" altLang="zh-CN" sz="1600" dirty="0">
                <a:solidFill>
                  <a:schemeClr val="bg1"/>
                </a:solidFill>
              </a:rPr>
              <a:t>—</a:t>
            </a:r>
            <a:r>
              <a:rPr lang="zh-CN" altLang="en-US" sz="1600" dirty="0">
                <a:solidFill>
                  <a:schemeClr val="bg1"/>
                </a:solidFill>
              </a:rPr>
              <a:t> </a:t>
            </a:r>
            <a:endParaRPr lang="zh-CN" altLang="en-US" sz="1600" b="0" dirty="0">
              <a:solidFill>
                <a:schemeClr val="bg1"/>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4153018" y="3606387"/>
            <a:ext cx="6550294"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Picture 7" descr="草地"/>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706" t="72656" r="3681" b="18617"/>
          <a:stretch>
            <a:fillRect/>
          </a:stretch>
        </p:blipFill>
        <p:spPr bwMode="auto">
          <a:xfrm>
            <a:off x="388589" y="5143420"/>
            <a:ext cx="11414822" cy="138192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F:\360云盘\02-个人资料\！PPT图片及版面资源\06-PPT精选插图\04-图标\423090B0910FC3C8E5E2C9AD9C926E7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2774" y="1916833"/>
            <a:ext cx="4080902" cy="40819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过渡页1">
    <p:bg>
      <p:bgRef idx="1001">
        <a:schemeClr val="bg1"/>
      </p:bgRef>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9466" y="116633"/>
            <a:ext cx="2782534" cy="6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过渡页1">
    <p:bg>
      <p:bgPr>
        <a:solidFill>
          <a:schemeClr val="bg1"/>
        </a:solidFill>
        <a:effectLst/>
      </p:bgPr>
    </p:bg>
    <p:spTree>
      <p:nvGrpSpPr>
        <p:cNvPr id="1" name=""/>
        <p:cNvGrpSpPr/>
        <p:nvPr/>
      </p:nvGrpSpPr>
      <p:grpSpPr>
        <a:xfrm>
          <a:off x="0" y="0"/>
          <a:ext cx="0" cy="0"/>
          <a:chOff x="0" y="0"/>
          <a:chExt cx="0" cy="0"/>
        </a:xfrm>
      </p:grpSpPr>
      <p:sp>
        <p:nvSpPr>
          <p:cNvPr id="5" name="文本框 10"/>
          <p:cNvSpPr txBox="1"/>
          <p:nvPr/>
        </p:nvSpPr>
        <p:spPr>
          <a:xfrm>
            <a:off x="2280569" y="504323"/>
            <a:ext cx="4463334" cy="338554"/>
          </a:xfrm>
          <a:prstGeom prst="rect">
            <a:avLst/>
          </a:prstGeom>
          <a:noFill/>
        </p:spPr>
        <p:txBody>
          <a:bodyPr wrap="square" rtlCol="0">
            <a:spAutoFit/>
          </a:bodyPr>
          <a:lstStyle/>
          <a:p>
            <a:r>
              <a:rPr lang="en-US" altLang="zh-CN" sz="1600" baseline="0" dirty="0">
                <a:solidFill>
                  <a:srgbClr val="3D8ECD"/>
                </a:solidFill>
                <a:latin typeface="微软雅黑" panose="020B0503020204020204" pitchFamily="34" charset="-122"/>
                <a:ea typeface="微软雅黑" panose="020B0503020204020204" pitchFamily="34" charset="-122"/>
              </a:rPr>
              <a:t>1.2 </a:t>
            </a:r>
            <a:r>
              <a:rPr lang="zh-CN" altLang="en-US" sz="1600" baseline="0" dirty="0">
                <a:solidFill>
                  <a:srgbClr val="3D8ECD"/>
                </a:solidFill>
                <a:latin typeface="微软雅黑" panose="020B0503020204020204" pitchFamily="34" charset="-122"/>
                <a:ea typeface="微软雅黑" panose="020B0503020204020204" pitchFamily="34" charset="-122"/>
              </a:rPr>
              <a:t>企业为什么要做员工的职业生涯规划</a:t>
            </a:r>
            <a:endParaRPr lang="zh-CN" altLang="en-US" sz="1600" dirty="0">
              <a:solidFill>
                <a:srgbClr val="3D8ECD"/>
              </a:solidFill>
              <a:latin typeface="微软雅黑" panose="020B0503020204020204" pitchFamily="34" charset="-122"/>
              <a:ea typeface="微软雅黑" panose="020B0503020204020204" pitchFamily="34" charset="-122"/>
            </a:endParaRPr>
          </a:p>
        </p:txBody>
      </p:sp>
      <p:sp>
        <p:nvSpPr>
          <p:cNvPr id="6"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第一章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7" name="直接连接符 6"/>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8"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为何要规划</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过渡页1">
    <p:bg>
      <p:bgPr>
        <a:solidFill>
          <a:schemeClr val="bg1"/>
        </a:solidFill>
        <a:effectLst/>
      </p:bgPr>
    </p:bg>
    <p:spTree>
      <p:nvGrpSpPr>
        <p:cNvPr id="1" name=""/>
        <p:cNvGrpSpPr/>
        <p:nvPr/>
      </p:nvGrpSpPr>
      <p:grpSpPr>
        <a:xfrm>
          <a:off x="0" y="0"/>
          <a:ext cx="0" cy="0"/>
          <a:chOff x="0" y="0"/>
          <a:chExt cx="0" cy="0"/>
        </a:xfrm>
      </p:grpSpPr>
      <p:sp>
        <p:nvSpPr>
          <p:cNvPr id="12" name="文本框 10"/>
          <p:cNvSpPr txBox="1"/>
          <p:nvPr/>
        </p:nvSpPr>
        <p:spPr>
          <a:xfrm>
            <a:off x="2280569" y="504323"/>
            <a:ext cx="4463334" cy="338554"/>
          </a:xfrm>
          <a:prstGeom prst="rect">
            <a:avLst/>
          </a:prstGeom>
          <a:noFill/>
        </p:spPr>
        <p:txBody>
          <a:bodyPr wrap="square" rtlCol="0">
            <a:spAutoFit/>
          </a:bodyPr>
          <a:lstStyle/>
          <a:p>
            <a:r>
              <a:rPr lang="en-US" altLang="zh-CN" sz="1600" baseline="0" dirty="0">
                <a:solidFill>
                  <a:srgbClr val="3D8ECD"/>
                </a:solidFill>
                <a:latin typeface="微软雅黑" panose="020B0503020204020204" pitchFamily="34" charset="-122"/>
                <a:ea typeface="微软雅黑" panose="020B0503020204020204" pitchFamily="34" charset="-122"/>
              </a:rPr>
              <a:t>2.1 </a:t>
            </a:r>
            <a:r>
              <a:rPr lang="zh-CN" altLang="en-US" sz="1600" baseline="0" dirty="0">
                <a:solidFill>
                  <a:srgbClr val="3D8ECD"/>
                </a:solidFill>
                <a:latin typeface="微软雅黑" panose="020B0503020204020204" pitchFamily="34" charset="-122"/>
                <a:ea typeface="微软雅黑" panose="020B0503020204020204" pitchFamily="34" charset="-122"/>
              </a:rPr>
              <a:t>职业生涯规划的历史和现状</a:t>
            </a:r>
            <a:endParaRPr lang="zh-CN" altLang="en-US" sz="1600" dirty="0">
              <a:solidFill>
                <a:srgbClr val="3D8ECD"/>
              </a:solidFill>
              <a:latin typeface="微软雅黑" panose="020B0503020204020204" pitchFamily="34" charset="-122"/>
              <a:ea typeface="微软雅黑" panose="020B0503020204020204" pitchFamily="34" charset="-122"/>
            </a:endParaRPr>
          </a:p>
        </p:txBody>
      </p:sp>
      <p:sp>
        <p:nvSpPr>
          <p:cNvPr id="13"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第二章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14" name="直接连接符 13"/>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5"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规划概述</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
        <p:nvSpPr>
          <p:cNvPr id="16" name="矩形 15"/>
          <p:cNvSpPr/>
          <p:nvPr/>
        </p:nvSpPr>
        <p:spPr>
          <a:xfrm>
            <a:off x="768794" y="2132856"/>
            <a:ext cx="10942368" cy="39284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1888" rIns="215944" rtlCol="0" anchor="ctr"/>
          <a:lstStyle/>
          <a:p>
            <a:pPr algn="just">
              <a:lnSpc>
                <a:spcPct val="200000"/>
              </a:lnSpc>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矩形 16"/>
          <p:cNvSpPr/>
          <p:nvPr/>
        </p:nvSpPr>
        <p:spPr>
          <a:xfrm>
            <a:off x="984763" y="1916832"/>
            <a:ext cx="10510431" cy="504056"/>
          </a:xfrm>
          <a:prstGeom prst="rect">
            <a:avLst/>
          </a:prstGeom>
          <a:solidFill>
            <a:srgbClr val="FF6600"/>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11" name="文本框 10"/>
          <p:cNvSpPr txBox="1"/>
          <p:nvPr/>
        </p:nvSpPr>
        <p:spPr>
          <a:xfrm>
            <a:off x="2280569" y="504323"/>
            <a:ext cx="4463334" cy="338554"/>
          </a:xfrm>
          <a:prstGeom prst="rect">
            <a:avLst/>
          </a:prstGeom>
          <a:noFill/>
        </p:spPr>
        <p:txBody>
          <a:bodyPr wrap="square" rtlCol="0">
            <a:spAutoFit/>
          </a:bodyPr>
          <a:lstStyle/>
          <a:p>
            <a:r>
              <a:rPr lang="en-US" altLang="zh-CN" sz="1600" baseline="0" dirty="0">
                <a:solidFill>
                  <a:srgbClr val="3D8ECD"/>
                </a:solidFill>
                <a:latin typeface="微软雅黑" panose="020B0503020204020204" pitchFamily="34" charset="-122"/>
                <a:ea typeface="微软雅黑" panose="020B0503020204020204" pitchFamily="34" charset="-122"/>
              </a:rPr>
              <a:t>2.2 </a:t>
            </a:r>
            <a:r>
              <a:rPr lang="zh-CN" altLang="en-US" sz="1600" baseline="0" dirty="0">
                <a:solidFill>
                  <a:srgbClr val="3D8ECD"/>
                </a:solidFill>
                <a:latin typeface="微软雅黑" panose="020B0503020204020204" pitchFamily="34" charset="-122"/>
                <a:ea typeface="微软雅黑" panose="020B0503020204020204" pitchFamily="34" charset="-122"/>
              </a:rPr>
              <a:t>职业生涯规划的相关定义</a:t>
            </a:r>
            <a:endParaRPr lang="zh-CN" altLang="en-US" sz="1600" dirty="0">
              <a:solidFill>
                <a:srgbClr val="3D8ECD"/>
              </a:solidFill>
              <a:latin typeface="微软雅黑" panose="020B0503020204020204" pitchFamily="34" charset="-122"/>
              <a:ea typeface="微软雅黑" panose="020B0503020204020204" pitchFamily="34" charset="-122"/>
            </a:endParaRPr>
          </a:p>
        </p:txBody>
      </p:sp>
      <p:sp>
        <p:nvSpPr>
          <p:cNvPr id="12"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第二章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13" name="直接连接符 12"/>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4"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规划概述</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sp>
        <p:nvSpPr>
          <p:cNvPr id="10" name="文本框 9"/>
          <p:cNvSpPr txBox="1"/>
          <p:nvPr/>
        </p:nvSpPr>
        <p:spPr>
          <a:xfrm>
            <a:off x="2280569" y="504323"/>
            <a:ext cx="4463334" cy="338554"/>
          </a:xfrm>
          <a:prstGeom prst="rect">
            <a:avLst/>
          </a:prstGeom>
          <a:noFill/>
        </p:spPr>
        <p:txBody>
          <a:bodyPr wrap="square" rtlCol="0">
            <a:spAutoFit/>
          </a:bodyPr>
          <a:lstStyle/>
          <a:p>
            <a:r>
              <a:rPr lang="en-US" altLang="zh-CN" sz="1600" baseline="0" dirty="0">
                <a:solidFill>
                  <a:srgbClr val="3D8ECD"/>
                </a:solidFill>
                <a:latin typeface="微软雅黑" panose="020B0503020204020204" pitchFamily="34" charset="-122"/>
                <a:ea typeface="微软雅黑" panose="020B0503020204020204" pitchFamily="34" charset="-122"/>
              </a:rPr>
              <a:t>3.1 </a:t>
            </a:r>
            <a:r>
              <a:rPr lang="zh-CN" altLang="en-US" sz="1600" baseline="0" dirty="0">
                <a:solidFill>
                  <a:srgbClr val="3D8ECD"/>
                </a:solidFill>
                <a:latin typeface="微软雅黑" panose="020B0503020204020204" pitchFamily="34" charset="-122"/>
                <a:ea typeface="微软雅黑" panose="020B0503020204020204" pitchFamily="34" charset="-122"/>
              </a:rPr>
              <a:t>职业生涯规划的实施条件</a:t>
            </a:r>
            <a:endParaRPr lang="zh-CN" altLang="en-US" sz="1600" dirty="0">
              <a:solidFill>
                <a:srgbClr val="3D8ECD"/>
              </a:solidFill>
              <a:latin typeface="微软雅黑" panose="020B0503020204020204" pitchFamily="34" charset="-122"/>
              <a:ea typeface="微软雅黑" panose="020B0503020204020204" pitchFamily="34" charset="-122"/>
            </a:endParaRPr>
          </a:p>
        </p:txBody>
      </p:sp>
      <p:sp>
        <p:nvSpPr>
          <p:cNvPr id="11"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第三章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12" name="直接连接符 11"/>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3"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如何规划</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
        <p:nvSpPr>
          <p:cNvPr id="14" name="矩形 13"/>
          <p:cNvSpPr/>
          <p:nvPr/>
        </p:nvSpPr>
        <p:spPr>
          <a:xfrm>
            <a:off x="768794" y="2132856"/>
            <a:ext cx="10942368" cy="39284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1888" rIns="215944" rtlCol="0" anchor="ctr"/>
          <a:lstStyle/>
          <a:p>
            <a:pPr algn="just">
              <a:lnSpc>
                <a:spcPct val="200000"/>
              </a:lnSpc>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984763" y="1916832"/>
            <a:ext cx="10510431" cy="504056"/>
          </a:xfrm>
          <a:prstGeom prst="rect">
            <a:avLst/>
          </a:prstGeom>
          <a:solidFill>
            <a:srgbClr val="FF6600"/>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两栏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6_两栏内容">
    <p:bg>
      <p:bgPr>
        <a:solidFill>
          <a:schemeClr val="bg1"/>
        </a:solidFill>
        <a:effectLst/>
      </p:bgPr>
    </p:bg>
    <p:spTree>
      <p:nvGrpSpPr>
        <p:cNvPr id="1" name=""/>
        <p:cNvGrpSpPr/>
        <p:nvPr/>
      </p:nvGrpSpPr>
      <p:grpSpPr>
        <a:xfrm>
          <a:off x="0" y="0"/>
          <a:ext cx="0" cy="0"/>
          <a:chOff x="0" y="0"/>
          <a:chExt cx="0" cy="0"/>
        </a:xfrm>
      </p:grpSpPr>
      <p:sp>
        <p:nvSpPr>
          <p:cNvPr id="11" name="文本框 10"/>
          <p:cNvSpPr txBox="1"/>
          <p:nvPr/>
        </p:nvSpPr>
        <p:spPr>
          <a:xfrm>
            <a:off x="2280569" y="504323"/>
            <a:ext cx="4463334" cy="338554"/>
          </a:xfrm>
          <a:prstGeom prst="rect">
            <a:avLst/>
          </a:prstGeom>
          <a:noFill/>
        </p:spPr>
        <p:txBody>
          <a:bodyPr wrap="square" rtlCol="0">
            <a:spAutoFit/>
          </a:bodyPr>
          <a:lstStyle/>
          <a:p>
            <a:r>
              <a:rPr lang="en-US" altLang="zh-CN" sz="1600" baseline="0" dirty="0">
                <a:solidFill>
                  <a:srgbClr val="3D8ECD"/>
                </a:solidFill>
                <a:latin typeface="微软雅黑" panose="020B0503020204020204" pitchFamily="34" charset="-122"/>
                <a:ea typeface="微软雅黑" panose="020B0503020204020204" pitchFamily="34" charset="-122"/>
              </a:rPr>
              <a:t>3.3 </a:t>
            </a:r>
            <a:r>
              <a:rPr lang="zh-CN" altLang="en-US" sz="1600" baseline="0" dirty="0">
                <a:solidFill>
                  <a:srgbClr val="3D8ECD"/>
                </a:solidFill>
                <a:latin typeface="微软雅黑" panose="020B0503020204020204" pitchFamily="34" charset="-122"/>
                <a:ea typeface="微软雅黑" panose="020B0503020204020204" pitchFamily="34" charset="-122"/>
              </a:rPr>
              <a:t>职业生涯规划的设计取向</a:t>
            </a:r>
            <a:endParaRPr lang="zh-CN" altLang="en-US" sz="1600" dirty="0">
              <a:solidFill>
                <a:srgbClr val="3D8ECD"/>
              </a:solidFill>
              <a:latin typeface="微软雅黑" panose="020B0503020204020204" pitchFamily="34" charset="-122"/>
              <a:ea typeface="微软雅黑" panose="020B0503020204020204" pitchFamily="34" charset="-122"/>
            </a:endParaRPr>
          </a:p>
        </p:txBody>
      </p:sp>
      <p:sp>
        <p:nvSpPr>
          <p:cNvPr id="12"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第三章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13" name="直接连接符 12"/>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4"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如何规划</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尾页">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7_两栏内容">
    <p:bg>
      <p:bgPr>
        <a:solidFill>
          <a:schemeClr val="bg1"/>
        </a:solidFill>
        <a:effectLst/>
      </p:bgPr>
    </p:bg>
    <p:spTree>
      <p:nvGrpSpPr>
        <p:cNvPr id="1" name=""/>
        <p:cNvGrpSpPr/>
        <p:nvPr/>
      </p:nvGrpSpPr>
      <p:grpSpPr>
        <a:xfrm>
          <a:off x="0" y="0"/>
          <a:ext cx="0" cy="0"/>
          <a:chOff x="0" y="0"/>
          <a:chExt cx="0" cy="0"/>
        </a:xfrm>
      </p:grpSpPr>
      <p:sp>
        <p:nvSpPr>
          <p:cNvPr id="3"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第四章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4" name="直接连接符 3"/>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5"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规划实施</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8_两栏内容">
    <p:bg>
      <p:bgPr>
        <a:solidFill>
          <a:schemeClr val="bg1"/>
        </a:solidFill>
        <a:effectLst/>
      </p:bgPr>
    </p:bg>
    <p:spTree>
      <p:nvGrpSpPr>
        <p:cNvPr id="1" name=""/>
        <p:cNvGrpSpPr/>
        <p:nvPr/>
      </p:nvGrpSpPr>
      <p:grpSpPr>
        <a:xfrm>
          <a:off x="0" y="0"/>
          <a:ext cx="0" cy="0"/>
          <a:chOff x="0" y="0"/>
          <a:chExt cx="0" cy="0"/>
        </a:xfrm>
      </p:grpSpPr>
      <p:sp>
        <p:nvSpPr>
          <p:cNvPr id="2"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第四章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3" name="直接连接符 2"/>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规划实施</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
        <p:nvSpPr>
          <p:cNvPr id="5" name="文本框 4"/>
          <p:cNvSpPr txBox="1"/>
          <p:nvPr/>
        </p:nvSpPr>
        <p:spPr>
          <a:xfrm>
            <a:off x="2280569" y="504323"/>
            <a:ext cx="4463334" cy="338554"/>
          </a:xfrm>
          <a:prstGeom prst="rect">
            <a:avLst/>
          </a:prstGeom>
          <a:noFill/>
        </p:spPr>
        <p:txBody>
          <a:bodyPr wrap="square" rtlCol="0">
            <a:spAutoFit/>
          </a:bodyPr>
          <a:lstStyle/>
          <a:p>
            <a:r>
              <a:rPr lang="en-US" altLang="zh-CN" sz="1600" dirty="0">
                <a:solidFill>
                  <a:srgbClr val="3D8ECD"/>
                </a:solidFill>
                <a:latin typeface="微软雅黑" panose="020B0503020204020204" pitchFamily="34" charset="-122"/>
                <a:ea typeface="微软雅黑" panose="020B0503020204020204" pitchFamily="34" charset="-122"/>
              </a:rPr>
              <a:t>4</a:t>
            </a:r>
            <a:r>
              <a:rPr lang="en-US" altLang="zh-CN" sz="1600" baseline="0" dirty="0">
                <a:solidFill>
                  <a:srgbClr val="3D8ECD"/>
                </a:solidFill>
                <a:latin typeface="微软雅黑" panose="020B0503020204020204" pitchFamily="34" charset="-122"/>
                <a:ea typeface="微软雅黑" panose="020B0503020204020204" pitchFamily="34" charset="-122"/>
              </a:rPr>
              <a:t>.2 </a:t>
            </a:r>
            <a:r>
              <a:rPr lang="zh-CN" altLang="en-US" sz="1600" dirty="0">
                <a:solidFill>
                  <a:srgbClr val="3D8ECD"/>
                </a:solidFill>
                <a:latin typeface="微软雅黑" panose="020B0503020204020204" pitchFamily="34" charset="-122"/>
                <a:ea typeface="微软雅黑" panose="020B0503020204020204" pitchFamily="34" charset="-122"/>
              </a:rPr>
              <a:t>确定职业定位（职业锚）</a:t>
            </a:r>
          </a:p>
        </p:txBody>
      </p:sp>
      <p:sp>
        <p:nvSpPr>
          <p:cNvPr id="6" name="矩形 5"/>
          <p:cNvSpPr/>
          <p:nvPr/>
        </p:nvSpPr>
        <p:spPr>
          <a:xfrm>
            <a:off x="768794" y="2132856"/>
            <a:ext cx="10942368" cy="39284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1888" rIns="215944" rtlCol="0" anchor="ctr"/>
          <a:lstStyle/>
          <a:p>
            <a:pPr algn="just">
              <a:lnSpc>
                <a:spcPct val="200000"/>
              </a:lnSpc>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984763" y="1916832"/>
            <a:ext cx="10510431" cy="504056"/>
          </a:xfrm>
          <a:prstGeom prst="rect">
            <a:avLst/>
          </a:prstGeom>
          <a:solidFill>
            <a:srgbClr val="FF6600"/>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两栏内容">
    <p:bg>
      <p:bgPr>
        <a:solidFill>
          <a:schemeClr val="bg1"/>
        </a:solidFill>
        <a:effectLst/>
      </p:bgPr>
    </p:bg>
    <p:spTree>
      <p:nvGrpSpPr>
        <p:cNvPr id="1" name=""/>
        <p:cNvGrpSpPr/>
        <p:nvPr/>
      </p:nvGrpSpPr>
      <p:grpSpPr>
        <a:xfrm>
          <a:off x="0" y="0"/>
          <a:ext cx="0" cy="0"/>
          <a:chOff x="0" y="0"/>
          <a:chExt cx="0" cy="0"/>
        </a:xfrm>
      </p:grpSpPr>
      <p:sp>
        <p:nvSpPr>
          <p:cNvPr id="2" name="TextBox 29"/>
          <p:cNvSpPr txBox="1"/>
          <p:nvPr/>
        </p:nvSpPr>
        <p:spPr>
          <a:xfrm>
            <a:off x="978993" y="140778"/>
            <a:ext cx="1007850" cy="338554"/>
          </a:xfrm>
          <a:prstGeom prst="rect">
            <a:avLst/>
          </a:prstGeom>
          <a:noFill/>
          <a:effectLst/>
        </p:spPr>
        <p:txBody>
          <a:bodyPr wrap="square" rtlCol="0">
            <a:spAutoFit/>
          </a:bodyPr>
          <a:lstStyle/>
          <a:p>
            <a:pPr marL="0" algn="ctr" defTabSz="914400" rtl="0" eaLnBrk="1" latinLnBrk="0" hangingPunct="1"/>
            <a:r>
              <a:rPr lang="zh-CN" altLang="en-US" sz="1600" b="0" kern="1200" dirty="0">
                <a:solidFill>
                  <a:srgbClr val="FF6600"/>
                </a:solidFill>
                <a:effectLst/>
                <a:latin typeface="微软雅黑" panose="020B0503020204020204" pitchFamily="34" charset="-122"/>
                <a:ea typeface="微软雅黑" panose="020B0503020204020204" pitchFamily="34" charset="-122"/>
                <a:cs typeface="+mn-cs"/>
              </a:rPr>
              <a:t>第四章</a:t>
            </a:r>
            <a:endParaRPr lang="en-US" altLang="zh-CN" sz="1600" b="0" kern="1200" dirty="0">
              <a:solidFill>
                <a:srgbClr val="FF6600"/>
              </a:solidFill>
              <a:effectLst/>
              <a:latin typeface="微软雅黑" panose="020B0503020204020204" pitchFamily="34" charset="-122"/>
              <a:ea typeface="微软雅黑" panose="020B0503020204020204" pitchFamily="34" charset="-122"/>
              <a:cs typeface="+mn-cs"/>
            </a:endParaRPr>
          </a:p>
        </p:txBody>
      </p:sp>
      <p:cxnSp>
        <p:nvCxnSpPr>
          <p:cNvPr id="3" name="直接连接符 2"/>
          <p:cNvCxnSpPr/>
          <p:nvPr/>
        </p:nvCxnSpPr>
        <p:spPr>
          <a:xfrm>
            <a:off x="997044" y="504108"/>
            <a:ext cx="971747"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4" name="TextBox 30"/>
          <p:cNvSpPr txBox="1"/>
          <p:nvPr/>
        </p:nvSpPr>
        <p:spPr>
          <a:xfrm>
            <a:off x="840784" y="572826"/>
            <a:ext cx="1284265" cy="369332"/>
          </a:xfrm>
          <a:prstGeom prst="rect">
            <a:avLst/>
          </a:prstGeom>
          <a:noFill/>
          <a:effectLst/>
        </p:spPr>
        <p:txBody>
          <a:bodyPr wrap="square" lIns="0" rIns="0" rtlCol="0">
            <a:spAutoFit/>
          </a:bodyPr>
          <a:lstStyle/>
          <a:p>
            <a:pPr marL="0" algn="ctr" defTabSz="914400" rtl="0" eaLnBrk="1" latinLnBrk="0" hangingPunct="1"/>
            <a:r>
              <a:rPr lang="zh-CN" altLang="en-US" sz="1800" b="1" kern="1200" dirty="0">
                <a:solidFill>
                  <a:srgbClr val="FF6600"/>
                </a:solidFill>
                <a:effectLst/>
                <a:latin typeface="微软雅黑" panose="020B0503020204020204" pitchFamily="34" charset="-122"/>
                <a:ea typeface="微软雅黑" panose="020B0503020204020204" pitchFamily="34" charset="-122"/>
                <a:cs typeface="+mn-cs"/>
              </a:rPr>
              <a:t>规划实施</a:t>
            </a:r>
            <a:endParaRPr lang="en-US" altLang="zh-CN" sz="1800" b="1" kern="1200" dirty="0">
              <a:solidFill>
                <a:srgbClr val="FF6600"/>
              </a:solidFill>
              <a:effectLst/>
              <a:latin typeface="微软雅黑" panose="020B0503020204020204" pitchFamily="34" charset="-122"/>
              <a:ea typeface="微软雅黑" panose="020B0503020204020204" pitchFamily="34" charset="-122"/>
              <a:cs typeface="+mn-cs"/>
            </a:endParaRPr>
          </a:p>
        </p:txBody>
      </p:sp>
      <p:sp>
        <p:nvSpPr>
          <p:cNvPr id="5" name="文本框 4"/>
          <p:cNvSpPr txBox="1"/>
          <p:nvPr/>
        </p:nvSpPr>
        <p:spPr>
          <a:xfrm>
            <a:off x="2280569" y="504323"/>
            <a:ext cx="4463334" cy="338554"/>
          </a:xfrm>
          <a:prstGeom prst="rect">
            <a:avLst/>
          </a:prstGeom>
          <a:noFill/>
        </p:spPr>
        <p:txBody>
          <a:bodyPr wrap="square" rtlCol="0">
            <a:spAutoFit/>
          </a:bodyPr>
          <a:lstStyle/>
          <a:p>
            <a:r>
              <a:rPr lang="en-US" altLang="zh-CN" sz="1600" dirty="0">
                <a:solidFill>
                  <a:srgbClr val="3D8ECD"/>
                </a:solidFill>
                <a:latin typeface="微软雅黑" panose="020B0503020204020204" pitchFamily="34" charset="-122"/>
                <a:ea typeface="微软雅黑" panose="020B0503020204020204" pitchFamily="34" charset="-122"/>
              </a:rPr>
              <a:t>4</a:t>
            </a:r>
            <a:r>
              <a:rPr lang="en-US" altLang="zh-CN" sz="1600" baseline="0" dirty="0">
                <a:solidFill>
                  <a:srgbClr val="3D8ECD"/>
                </a:solidFill>
                <a:latin typeface="微软雅黑" panose="020B0503020204020204" pitchFamily="34" charset="-122"/>
                <a:ea typeface="微软雅黑" panose="020B0503020204020204" pitchFamily="34" charset="-122"/>
              </a:rPr>
              <a:t>.2 </a:t>
            </a:r>
            <a:r>
              <a:rPr lang="zh-CN" altLang="en-US" sz="1600" dirty="0">
                <a:solidFill>
                  <a:srgbClr val="3D8ECD"/>
                </a:solidFill>
                <a:latin typeface="微软雅黑" panose="020B0503020204020204" pitchFamily="34" charset="-122"/>
                <a:ea typeface="微软雅黑" panose="020B0503020204020204" pitchFamily="34" charset="-122"/>
              </a:rPr>
              <a:t>确定职业定位（职业锚）</a:t>
            </a:r>
          </a:p>
        </p:txBody>
      </p:sp>
      <p:sp>
        <p:nvSpPr>
          <p:cNvPr id="6" name="矩形 5"/>
          <p:cNvSpPr/>
          <p:nvPr/>
        </p:nvSpPr>
        <p:spPr>
          <a:xfrm>
            <a:off x="768794" y="2060848"/>
            <a:ext cx="10942368" cy="40004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1888" rIns="215944" rtlCol="0" anchor="ctr"/>
          <a:lstStyle/>
          <a:p>
            <a:pPr algn="just">
              <a:lnSpc>
                <a:spcPct val="200000"/>
              </a:lnSpc>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984763" y="1916832"/>
            <a:ext cx="647903" cy="4248472"/>
          </a:xfrm>
          <a:prstGeom prst="rect">
            <a:avLst/>
          </a:prstGeom>
          <a:solidFill>
            <a:srgbClr val="FF6600"/>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最后空白">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B295922-C1C6-4FCB-B71E-1166D7BA61BA}" type="datetime1">
              <a:rPr lang="zh-CN" altLang="en-US"/>
              <a:t>2026/10/12</a:t>
            </a:fld>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3D7681C6-2163-420B-9F88-C3C6927E1A48}" type="slidenum">
              <a:rPr lang="en-US" altLang="zh-CN"/>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p:nvCxnSpPr>
        <p:spPr>
          <a:xfrm>
            <a:off x="0" y="836712"/>
            <a:ext cx="12191891"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0" y="275626"/>
            <a:ext cx="10437282" cy="252000"/>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TextBox 15"/>
          <p:cNvSpPr txBox="1"/>
          <p:nvPr/>
        </p:nvSpPr>
        <p:spPr>
          <a:xfrm>
            <a:off x="5691674" y="6453336"/>
            <a:ext cx="764272" cy="338554"/>
          </a:xfrm>
          <a:prstGeom prst="rect">
            <a:avLst/>
          </a:prstGeom>
          <a:noFill/>
        </p:spPr>
        <p:txBody>
          <a:bodyPr wrap="square" rtlCol="0">
            <a:spAutoFit/>
          </a:bodyPr>
          <a:lstStyle/>
          <a:p>
            <a:pPr algn="ctr"/>
            <a:fld id="{2EEF1883-7A0E-4F66-9932-E581691AD397}" type="slidenum">
              <a:rPr lang="zh-CN" altLang="en-US" sz="1600" smtClean="0">
                <a:solidFill>
                  <a:srgbClr val="148BDC"/>
                </a:solidFill>
              </a:rPr>
              <a:t>‹#›</a:t>
            </a:fld>
            <a:r>
              <a:rPr lang="zh-CN" altLang="en-US" sz="1600" dirty="0">
                <a:solidFill>
                  <a:schemeClr val="bg1"/>
                </a:solidFill>
              </a:rPr>
              <a:t> </a:t>
            </a:r>
            <a:endParaRPr lang="zh-CN" altLang="en-US" sz="1600" b="0"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p:nvPr/>
        </p:nvCxnSpPr>
        <p:spPr>
          <a:xfrm>
            <a:off x="0" y="6644099"/>
            <a:ext cx="5691674" cy="0"/>
          </a:xfrm>
          <a:prstGeom prst="line">
            <a:avLst/>
          </a:prstGeom>
          <a:ln>
            <a:solidFill>
              <a:srgbClr val="148BDC"/>
            </a:solidFill>
            <a:tailEnd type="oval"/>
          </a:ln>
        </p:spPr>
        <p:style>
          <a:lnRef idx="1">
            <a:schemeClr val="accent6"/>
          </a:lnRef>
          <a:fillRef idx="0">
            <a:schemeClr val="accent6"/>
          </a:fillRef>
          <a:effectRef idx="0">
            <a:schemeClr val="accent6"/>
          </a:effectRef>
          <a:fontRef idx="minor">
            <a:schemeClr val="tx1"/>
          </a:fontRef>
        </p:style>
      </p:cxnSp>
      <p:cxnSp>
        <p:nvCxnSpPr>
          <p:cNvPr id="22" name="直接连接符 21"/>
          <p:cNvCxnSpPr/>
          <p:nvPr/>
        </p:nvCxnSpPr>
        <p:spPr>
          <a:xfrm>
            <a:off x="6455946" y="6644099"/>
            <a:ext cx="5735945" cy="0"/>
          </a:xfrm>
          <a:prstGeom prst="line">
            <a:avLst/>
          </a:prstGeom>
          <a:ln>
            <a:solidFill>
              <a:srgbClr val="148BDC"/>
            </a:solidFill>
            <a:headEnd type="oval"/>
            <a:tailEnd type="none"/>
          </a:ln>
        </p:spPr>
        <p:style>
          <a:lnRef idx="1">
            <a:schemeClr val="accent6"/>
          </a:lnRef>
          <a:fillRef idx="0">
            <a:schemeClr val="accent6"/>
          </a:fillRef>
          <a:effectRef idx="0">
            <a:schemeClr val="accent6"/>
          </a:effectRef>
          <a:fontRef idx="minor">
            <a:schemeClr val="tx1"/>
          </a:fontRef>
        </p:style>
      </p:cxnSp>
      <p:sp>
        <p:nvSpPr>
          <p:cNvPr id="23" name="TextBox 7"/>
          <p:cNvSpPr txBox="1">
            <a:spLocks noChangeArrowheads="1"/>
          </p:cNvSpPr>
          <p:nvPr/>
        </p:nvSpPr>
        <p:spPr bwMode="auto">
          <a:xfrm>
            <a:off x="10437283" y="165023"/>
            <a:ext cx="1046408" cy="473206"/>
          </a:xfrm>
          <a:prstGeom prst="rect">
            <a:avLst/>
          </a:prstGeom>
          <a:noFill/>
          <a:ln>
            <a:noFill/>
          </a:ln>
        </p:spPr>
        <p:txBody>
          <a:bodyPr wrap="square" lIns="102843" tIns="51422" rIns="102843" bIns="51422">
            <a:spAutoFit/>
          </a:bodyPr>
          <a:lstStyle>
            <a:lvl1pPr>
              <a:defRPr sz="2000">
                <a:solidFill>
                  <a:schemeClr val="tx1"/>
                </a:solidFill>
                <a:latin typeface="Calibri" panose="020F0502020204030204" pitchFamily="34" charset="0"/>
                <a:ea typeface="宋体" panose="02010600030101010101" pitchFamily="2" charset="-122"/>
              </a:defRPr>
            </a:lvl1pPr>
            <a:lvl2pPr marL="742950" indent="-285750">
              <a:defRPr sz="2000">
                <a:solidFill>
                  <a:schemeClr val="tx1"/>
                </a:solidFill>
                <a:latin typeface="Calibri" panose="020F0502020204030204" pitchFamily="34" charset="0"/>
                <a:ea typeface="宋体" panose="02010600030101010101" pitchFamily="2" charset="-122"/>
              </a:defRPr>
            </a:lvl2pPr>
            <a:lvl3pPr marL="1143000" indent="-228600">
              <a:defRPr sz="2000">
                <a:solidFill>
                  <a:schemeClr val="tx1"/>
                </a:solidFill>
                <a:latin typeface="Calibri" panose="020F0502020204030204" pitchFamily="34" charset="0"/>
                <a:ea typeface="宋体" panose="02010600030101010101" pitchFamily="2" charset="-122"/>
              </a:defRPr>
            </a:lvl3pPr>
            <a:lvl4pPr marL="1600200" indent="-228600">
              <a:defRPr sz="2000">
                <a:solidFill>
                  <a:schemeClr val="tx1"/>
                </a:solidFill>
                <a:latin typeface="Calibri" panose="020F0502020204030204" pitchFamily="34" charset="0"/>
                <a:ea typeface="宋体" panose="02010600030101010101" pitchFamily="2" charset="-122"/>
              </a:defRPr>
            </a:lvl4pPr>
            <a:lvl5pPr>
              <a:defRPr sz="2000">
                <a:solidFill>
                  <a:schemeClr val="tx1"/>
                </a:solidFill>
                <a:latin typeface="Calibri" panose="020F0502020204030204" pitchFamily="34" charset="0"/>
                <a:ea typeface="宋体" panose="02010600030101010101" pitchFamily="2" charset="-122"/>
              </a:defRPr>
            </a:lvl5pPr>
            <a:lvl6pPr marL="2514600" indent="-228600" defTabSz="1028700" fontAlgn="base">
              <a:spcBef>
                <a:spcPct val="0"/>
              </a:spcBef>
              <a:spcAft>
                <a:spcPct val="0"/>
              </a:spcAft>
              <a:defRPr sz="2000">
                <a:solidFill>
                  <a:schemeClr val="tx1"/>
                </a:solidFill>
                <a:latin typeface="Calibri" panose="020F0502020204030204" pitchFamily="34" charset="0"/>
                <a:ea typeface="宋体" panose="02010600030101010101" pitchFamily="2" charset="-122"/>
              </a:defRPr>
            </a:lvl6pPr>
            <a:lvl7pPr marL="2971800" indent="-228600" defTabSz="1028700" fontAlgn="base">
              <a:spcBef>
                <a:spcPct val="0"/>
              </a:spcBef>
              <a:spcAft>
                <a:spcPct val="0"/>
              </a:spcAft>
              <a:defRPr sz="2000">
                <a:solidFill>
                  <a:schemeClr val="tx1"/>
                </a:solidFill>
                <a:latin typeface="Calibri" panose="020F0502020204030204" pitchFamily="34" charset="0"/>
                <a:ea typeface="宋体" panose="02010600030101010101" pitchFamily="2" charset="-122"/>
              </a:defRPr>
            </a:lvl7pPr>
            <a:lvl8pPr marL="3429000" indent="-228600" defTabSz="1028700" fontAlgn="base">
              <a:spcBef>
                <a:spcPct val="0"/>
              </a:spcBef>
              <a:spcAft>
                <a:spcPct val="0"/>
              </a:spcAft>
              <a:defRPr sz="2000">
                <a:solidFill>
                  <a:schemeClr val="tx1"/>
                </a:solidFill>
                <a:latin typeface="Calibri" panose="020F0502020204030204" pitchFamily="34" charset="0"/>
                <a:ea typeface="宋体" panose="02010600030101010101" pitchFamily="2" charset="-122"/>
              </a:defRPr>
            </a:lvl8pPr>
            <a:lvl9pPr marL="3886200" indent="-228600" defTabSz="1028700" fontAlgn="base">
              <a:spcBef>
                <a:spcPct val="0"/>
              </a:spcBef>
              <a:spcAft>
                <a:spcPct val="0"/>
              </a:spcAft>
              <a:defRPr sz="2000">
                <a:solidFill>
                  <a:schemeClr val="tx1"/>
                </a:solidFill>
                <a:latin typeface="Calibri" panose="020F0502020204030204" pitchFamily="34" charset="0"/>
                <a:ea typeface="宋体" panose="02010600030101010101" pitchFamily="2" charset="-122"/>
              </a:defRPr>
            </a:lvl9pPr>
          </a:lstStyle>
          <a:p>
            <a:pPr algn="ctr">
              <a:defRPr/>
            </a:pPr>
            <a:r>
              <a:rPr lang="en-US" altLang="zh-CN" sz="2400" b="0" dirty="0">
                <a:solidFill>
                  <a:srgbClr val="148BDC"/>
                </a:solidFill>
                <a:latin typeface="Impact" panose="020B0806030902050204" pitchFamily="34" charset="0"/>
              </a:rPr>
              <a:t>LOGO</a:t>
            </a:r>
            <a:endParaRPr lang="zh-CN" altLang="en-US" sz="2400" b="0" dirty="0">
              <a:solidFill>
                <a:srgbClr val="148BDC"/>
              </a:solidFill>
              <a:latin typeface="Impact" panose="020B0806030902050204" pitchFamily="34" charset="0"/>
            </a:endParaRPr>
          </a:p>
        </p:txBody>
      </p:sp>
      <p:sp>
        <p:nvSpPr>
          <p:cNvPr id="24" name="矩形 23"/>
          <p:cNvSpPr/>
          <p:nvPr/>
        </p:nvSpPr>
        <p:spPr>
          <a:xfrm>
            <a:off x="11472187" y="275626"/>
            <a:ext cx="719813" cy="252000"/>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365"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5995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67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0965"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130" algn="l" defTabSz="914400" rtl="0" eaLnBrk="1" latinLnBrk="0" hangingPunct="1">
        <a:defRPr sz="1800" kern="1200">
          <a:solidFill>
            <a:schemeClr val="tx1"/>
          </a:solidFill>
          <a:latin typeface="+mn-lt"/>
          <a:ea typeface="+mn-ea"/>
          <a:cs typeface="+mn-cs"/>
        </a:defRPr>
      </a:lvl8pPr>
      <a:lvl9pPr marL="365633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7.xml"/><Relationship Id="rId1" Type="http://schemas.openxmlformats.org/officeDocument/2006/relationships/vmlDrawing" Target="../drawings/vmlDrawing1.vml"/><Relationship Id="rId6" Type="http://schemas.openxmlformats.org/officeDocument/2006/relationships/comments" Target="../comments/comment1.xml"/><Relationship Id="rId5" Type="http://schemas.openxmlformats.org/officeDocument/2006/relationships/image" Target="../media/image23.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7.xml"/><Relationship Id="rId1" Type="http://schemas.openxmlformats.org/officeDocument/2006/relationships/vmlDrawing" Target="../drawings/vmlDrawing2.vml"/><Relationship Id="rId4" Type="http://schemas.openxmlformats.org/officeDocument/2006/relationships/image" Target="../media/image24.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vmlDrawing" Target="../drawings/vmlDrawing3.vml"/><Relationship Id="rId4" Type="http://schemas.openxmlformats.org/officeDocument/2006/relationships/image" Target="../media/image2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b="19303"/>
          <a:stretch>
            <a:fillRect/>
          </a:stretch>
        </p:blipFill>
        <p:spPr>
          <a:xfrm>
            <a:off x="13360" y="1"/>
            <a:ext cx="12178640" cy="4510216"/>
          </a:xfrm>
          <a:prstGeom prst="rect">
            <a:avLst/>
          </a:prstGeom>
        </p:spPr>
      </p:pic>
      <p:sp>
        <p:nvSpPr>
          <p:cNvPr id="4" name="Rectangle 2"/>
          <p:cNvSpPr>
            <a:spLocks noChangeArrowheads="1"/>
          </p:cNvSpPr>
          <p:nvPr/>
        </p:nvSpPr>
        <p:spPr bwMode="auto">
          <a:xfrm>
            <a:off x="1470454" y="3429000"/>
            <a:ext cx="8971005" cy="179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4800" dirty="0">
                <a:solidFill>
                  <a:srgbClr val="FF0000"/>
                </a:solidFill>
                <a:ea typeface="黑体" panose="02010609060101010101" pitchFamily="49" charset="-122"/>
              </a:rPr>
              <a:t>项目一</a:t>
            </a:r>
            <a:r>
              <a:rPr lang="en-US" altLang="zh-CN" sz="4800" dirty="0">
                <a:solidFill>
                  <a:srgbClr val="FF0000"/>
                </a:solidFill>
                <a:ea typeface="黑体" panose="02010609060101010101" pitchFamily="49" charset="-122"/>
              </a:rPr>
              <a:t>  </a:t>
            </a:r>
          </a:p>
          <a:p>
            <a:pPr algn="ctr"/>
            <a:r>
              <a:rPr lang="en-US" altLang="zh-CN" sz="4800" dirty="0">
                <a:solidFill>
                  <a:srgbClr val="FF0000"/>
                </a:solidFill>
                <a:ea typeface="黑体" panose="02010609060101010101" pitchFamily="49" charset="-122"/>
              </a:rPr>
              <a:t>1.3   </a:t>
            </a:r>
            <a:r>
              <a:rPr lang="zh-CN" altLang="en-US" sz="4800" dirty="0">
                <a:solidFill>
                  <a:srgbClr val="FF0000"/>
                </a:solidFill>
                <a:ea typeface="黑体" panose="02010609060101010101" pitchFamily="49" charset="-122"/>
              </a:rPr>
              <a:t>维修方法、程序及注意事项</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p:txBody>
          <a:bodyPr/>
          <a:lstStyle/>
          <a:p>
            <a:fld id="{7ADABFA3-208C-4B8E-990C-ACF97F252A7B}" type="slidenum">
              <a:rPr lang="en-US" altLang="zh-CN"/>
              <a:t>2</a:t>
            </a:fld>
            <a:endParaRPr lang="en-US" altLang="zh-CN" dirty="0"/>
          </a:p>
        </p:txBody>
      </p:sp>
      <p:sp>
        <p:nvSpPr>
          <p:cNvPr id="144387" name="Rectangle 3"/>
          <p:cNvSpPr>
            <a:spLocks noChangeArrowheads="1"/>
          </p:cNvSpPr>
          <p:nvPr/>
        </p:nvSpPr>
        <p:spPr bwMode="auto">
          <a:xfrm>
            <a:off x="2855913" y="2187988"/>
            <a:ext cx="6697662" cy="334245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dirty="0">
                <a:solidFill>
                  <a:srgbClr val="FF0000"/>
                </a:solidFill>
                <a:latin typeface="楷体_GB2312" pitchFamily="49" charset="-122"/>
              </a:rPr>
              <a:t>1  </a:t>
            </a:r>
            <a:r>
              <a:rPr lang="zh-CN" altLang="en-US" sz="3200">
                <a:solidFill>
                  <a:srgbClr val="FF0000"/>
                </a:solidFill>
                <a:latin typeface="楷体_GB2312" pitchFamily="49" charset="-122"/>
              </a:rPr>
              <a:t>观察法</a:t>
            </a:r>
          </a:p>
          <a:p>
            <a:endParaRPr lang="zh-CN" altLang="en-US" sz="3200">
              <a:solidFill>
                <a:srgbClr val="FF0000"/>
              </a:solidFill>
              <a:latin typeface="楷体_GB2312" pitchFamily="49" charset="-122"/>
            </a:endParaRPr>
          </a:p>
          <a:p>
            <a:pPr algn="l">
              <a:lnSpc>
                <a:spcPct val="115000"/>
              </a:lnSpc>
            </a:pPr>
            <a:r>
              <a:rPr lang="zh-CN" altLang="en-US"/>
              <a:t> </a:t>
            </a:r>
            <a:r>
              <a:rPr lang="zh-CN" altLang="en-US" sz="3200"/>
              <a:t>      导线是否脱落？</a:t>
            </a:r>
          </a:p>
          <a:p>
            <a:pPr algn="l">
              <a:lnSpc>
                <a:spcPct val="115000"/>
              </a:lnSpc>
            </a:pPr>
            <a:r>
              <a:rPr lang="zh-CN" altLang="en-US" sz="3200"/>
              <a:t>       电阻是否烧焦？</a:t>
            </a:r>
          </a:p>
          <a:p>
            <a:pPr algn="l">
              <a:lnSpc>
                <a:spcPct val="115000"/>
              </a:lnSpc>
            </a:pPr>
            <a:r>
              <a:rPr lang="zh-CN" altLang="en-US" sz="3200"/>
              <a:t>       电容器电解液是否流出？</a:t>
            </a:r>
          </a:p>
          <a:p>
            <a:pPr algn="l">
              <a:lnSpc>
                <a:spcPct val="115000"/>
              </a:lnSpc>
            </a:pPr>
            <a:r>
              <a:rPr lang="zh-CN" altLang="en-US" sz="3200"/>
              <a:t>      行输出变压器是否打火等。 </a:t>
            </a:r>
          </a:p>
        </p:txBody>
      </p:sp>
      <p:sp>
        <p:nvSpPr>
          <p:cNvPr id="144388"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   </a:t>
            </a:r>
            <a:r>
              <a:rPr lang="zh-CN" altLang="en-US" dirty="0">
                <a:solidFill>
                  <a:srgbClr val="FF0000"/>
                </a:solidFill>
              </a:rPr>
              <a:t>电子产品维修方法</a:t>
            </a:r>
          </a:p>
        </p:txBody>
      </p:sp>
      <p:pic>
        <p:nvPicPr>
          <p:cNvPr id="2" name="图片 1"/>
          <p:cNvPicPr>
            <a:picLocks noChangeAspect="1"/>
          </p:cNvPicPr>
          <p:nvPr/>
        </p:nvPicPr>
        <p:blipFill>
          <a:blip r:embed="rId2"/>
          <a:stretch>
            <a:fillRect/>
          </a:stretch>
        </p:blipFill>
        <p:spPr>
          <a:xfrm>
            <a:off x="108010" y="1804929"/>
            <a:ext cx="2530415" cy="1853529"/>
          </a:xfrm>
          <a:prstGeom prst="rect">
            <a:avLst/>
          </a:prstGeom>
        </p:spPr>
      </p:pic>
      <p:pic>
        <p:nvPicPr>
          <p:cNvPr id="5" name="图片 4"/>
          <p:cNvPicPr>
            <a:picLocks noChangeAspect="1"/>
          </p:cNvPicPr>
          <p:nvPr/>
        </p:nvPicPr>
        <p:blipFill>
          <a:blip r:embed="rId3"/>
          <a:stretch>
            <a:fillRect/>
          </a:stretch>
        </p:blipFill>
        <p:spPr>
          <a:xfrm>
            <a:off x="0" y="4411362"/>
            <a:ext cx="2731359" cy="2094813"/>
          </a:xfrm>
          <a:prstGeom prst="rect">
            <a:avLst/>
          </a:prstGeom>
        </p:spPr>
      </p:pic>
      <p:pic>
        <p:nvPicPr>
          <p:cNvPr id="6" name="图片 5"/>
          <p:cNvPicPr>
            <a:picLocks noChangeAspect="1"/>
          </p:cNvPicPr>
          <p:nvPr/>
        </p:nvPicPr>
        <p:blipFill>
          <a:blip r:embed="rId4"/>
          <a:stretch>
            <a:fillRect/>
          </a:stretch>
        </p:blipFill>
        <p:spPr>
          <a:xfrm>
            <a:off x="9696451" y="1804929"/>
            <a:ext cx="2454361" cy="2195729"/>
          </a:xfrm>
          <a:prstGeom prst="rect">
            <a:avLst/>
          </a:prstGeom>
        </p:spPr>
      </p:pic>
      <p:pic>
        <p:nvPicPr>
          <p:cNvPr id="7" name="图片 6"/>
          <p:cNvPicPr>
            <a:picLocks noChangeAspect="1"/>
          </p:cNvPicPr>
          <p:nvPr/>
        </p:nvPicPr>
        <p:blipFill>
          <a:blip r:embed="rId5"/>
          <a:stretch>
            <a:fillRect/>
          </a:stretch>
        </p:blipFill>
        <p:spPr>
          <a:xfrm>
            <a:off x="9678129" y="4274765"/>
            <a:ext cx="2472683" cy="213255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p:txBody>
          <a:bodyPr/>
          <a:lstStyle/>
          <a:p>
            <a:fld id="{04F04AB6-D751-4510-9F41-34214223C268}" type="slidenum">
              <a:rPr lang="en-US" altLang="zh-CN"/>
              <a:t>3</a:t>
            </a:fld>
            <a:endParaRPr lang="en-US" altLang="zh-CN" dirty="0"/>
          </a:p>
        </p:txBody>
      </p:sp>
      <p:sp>
        <p:nvSpPr>
          <p:cNvPr id="147458" name="Rectangle 2"/>
          <p:cNvSpPr>
            <a:spLocks noChangeArrowheads="1"/>
          </p:cNvSpPr>
          <p:nvPr/>
        </p:nvSpPr>
        <p:spPr bwMode="auto">
          <a:xfrm>
            <a:off x="2514600" y="990600"/>
            <a:ext cx="6635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lang="zh-CN" altLang="zh-CN" sz="4000">
              <a:solidFill>
                <a:schemeClr val="bg2"/>
              </a:solidFill>
            </a:endParaRPr>
          </a:p>
        </p:txBody>
      </p:sp>
      <p:sp>
        <p:nvSpPr>
          <p:cNvPr id="147459" name="Rectangle 3"/>
          <p:cNvSpPr>
            <a:spLocks noChangeArrowheads="1"/>
          </p:cNvSpPr>
          <p:nvPr/>
        </p:nvSpPr>
        <p:spPr bwMode="auto">
          <a:xfrm>
            <a:off x="2351088" y="2185106"/>
            <a:ext cx="7777162" cy="3662541"/>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indent="3048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dirty="0">
                <a:solidFill>
                  <a:srgbClr val="FF0000"/>
                </a:solidFill>
                <a:latin typeface="Arial" panose="020B0604020202020204" pitchFamily="34" charset="0"/>
                <a:ea typeface="楷体_GB2312" pitchFamily="49" charset="-122"/>
              </a:rPr>
              <a:t>2       </a:t>
            </a:r>
            <a:r>
              <a:rPr lang="zh-CN" altLang="en-US" sz="3200" dirty="0">
                <a:solidFill>
                  <a:srgbClr val="FF0000"/>
                </a:solidFill>
                <a:latin typeface="Arial" panose="020B0604020202020204" pitchFamily="34" charset="0"/>
                <a:ea typeface="楷体_GB2312" pitchFamily="49" charset="-122"/>
              </a:rPr>
              <a:t>电阻检查法</a:t>
            </a:r>
          </a:p>
          <a:p>
            <a:pPr algn="ctr"/>
            <a:endParaRPr lang="zh-CN" altLang="en-US" sz="3200" dirty="0">
              <a:solidFill>
                <a:srgbClr val="FF0000"/>
              </a:solidFill>
              <a:latin typeface="Arial" panose="020B0604020202020204" pitchFamily="34" charset="0"/>
              <a:ea typeface="楷体_GB2312" pitchFamily="49" charset="-122"/>
            </a:endParaRPr>
          </a:p>
          <a:p>
            <a:r>
              <a:rPr lang="zh-CN" altLang="en-US" dirty="0">
                <a:solidFill>
                  <a:srgbClr val="000099"/>
                </a:solidFill>
                <a:latin typeface="Arial" panose="020B0604020202020204" pitchFamily="34" charset="0"/>
                <a:ea typeface="楷体_GB2312" pitchFamily="49" charset="-122"/>
              </a:rPr>
              <a:t>电阻检查法：测量电路中的元器件两端的直流电阻是否正常来判断故障所在的方法。</a:t>
            </a:r>
          </a:p>
          <a:p>
            <a:endParaRPr lang="zh-CN" altLang="en-US" dirty="0">
              <a:solidFill>
                <a:srgbClr val="000099"/>
              </a:solidFill>
              <a:latin typeface="Arial" panose="020B0604020202020204" pitchFamily="34" charset="0"/>
              <a:ea typeface="楷体_GB2312" pitchFamily="49" charset="-122"/>
            </a:endParaRPr>
          </a:p>
          <a:p>
            <a:r>
              <a:rPr lang="zh-CN" altLang="en-US" dirty="0">
                <a:solidFill>
                  <a:srgbClr val="000099"/>
                </a:solidFill>
                <a:latin typeface="Arial" panose="020B0604020202020204" pitchFamily="34" charset="0"/>
                <a:ea typeface="楷体_GB2312" pitchFamily="49" charset="-122"/>
              </a:rPr>
              <a:t>电阻检查必须是在关机状态下进行的。</a:t>
            </a:r>
          </a:p>
          <a:p>
            <a:endParaRPr lang="zh-CN" altLang="en-US" dirty="0">
              <a:solidFill>
                <a:srgbClr val="000099"/>
              </a:solidFill>
              <a:latin typeface="Arial" panose="020B0604020202020204" pitchFamily="34" charset="0"/>
              <a:ea typeface="楷体_GB2312" pitchFamily="49" charset="-122"/>
            </a:endParaRPr>
          </a:p>
          <a:p>
            <a:r>
              <a:rPr lang="zh-CN" altLang="en-US" dirty="0">
                <a:solidFill>
                  <a:srgbClr val="000099"/>
                </a:solidFill>
                <a:latin typeface="Arial" panose="020B0604020202020204" pitchFamily="34" charset="0"/>
                <a:ea typeface="楷体_GB2312" pitchFamily="49" charset="-122"/>
              </a:rPr>
              <a:t>对于保险丝烧断、机内冒烟等故障，在通电前一定要先进行电阻检查。</a:t>
            </a:r>
          </a:p>
        </p:txBody>
      </p:sp>
      <p:sp>
        <p:nvSpPr>
          <p:cNvPr id="147460"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pic>
        <p:nvPicPr>
          <p:cNvPr id="2" name="图片 1"/>
          <p:cNvPicPr>
            <a:picLocks noChangeAspect="1"/>
          </p:cNvPicPr>
          <p:nvPr/>
        </p:nvPicPr>
        <p:blipFill>
          <a:blip r:embed="rId2"/>
          <a:stretch>
            <a:fillRect/>
          </a:stretch>
        </p:blipFill>
        <p:spPr>
          <a:xfrm>
            <a:off x="9696451" y="1173305"/>
            <a:ext cx="1879600" cy="20236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p:txBody>
          <a:bodyPr/>
          <a:lstStyle/>
          <a:p>
            <a:fld id="{A2E15B9B-A78E-4FD0-A4C2-5E0D69470135}" type="slidenum">
              <a:rPr lang="en-US" altLang="zh-CN"/>
              <a:t>4</a:t>
            </a:fld>
            <a:endParaRPr lang="en-US" altLang="zh-CN" dirty="0"/>
          </a:p>
        </p:txBody>
      </p:sp>
      <p:sp>
        <p:nvSpPr>
          <p:cNvPr id="145410" name="Rectangle 2"/>
          <p:cNvSpPr>
            <a:spLocks noChangeArrowheads="1"/>
          </p:cNvSpPr>
          <p:nvPr/>
        </p:nvSpPr>
        <p:spPr bwMode="auto">
          <a:xfrm>
            <a:off x="2566988" y="1268413"/>
            <a:ext cx="6635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lang="zh-CN" altLang="zh-CN" sz="4000">
              <a:solidFill>
                <a:schemeClr val="bg2"/>
              </a:solidFill>
            </a:endParaRPr>
          </a:p>
        </p:txBody>
      </p:sp>
      <p:sp>
        <p:nvSpPr>
          <p:cNvPr id="145411" name="Rectangle 3"/>
          <p:cNvSpPr>
            <a:spLocks noChangeArrowheads="1"/>
          </p:cNvSpPr>
          <p:nvPr/>
        </p:nvSpPr>
        <p:spPr bwMode="auto">
          <a:xfrm>
            <a:off x="2208214" y="2120901"/>
            <a:ext cx="7705725" cy="405606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dirty="0">
                <a:solidFill>
                  <a:srgbClr val="FF0000"/>
                </a:solidFill>
              </a:rPr>
              <a:t>3    </a:t>
            </a:r>
            <a:r>
              <a:rPr lang="zh-CN" altLang="en-US" sz="3200" dirty="0">
                <a:solidFill>
                  <a:srgbClr val="FF0000"/>
                </a:solidFill>
              </a:rPr>
              <a:t>电压测量法</a:t>
            </a:r>
          </a:p>
          <a:p>
            <a:endParaRPr lang="zh-CN" altLang="en-US" sz="3200" dirty="0">
              <a:solidFill>
                <a:srgbClr val="FF0000"/>
              </a:solidFill>
            </a:endParaRPr>
          </a:p>
          <a:p>
            <a:pPr algn="l"/>
            <a:r>
              <a:rPr lang="zh-CN" altLang="en-US" dirty="0"/>
              <a:t>    </a:t>
            </a:r>
            <a:r>
              <a:rPr lang="zh-CN" altLang="en-US" sz="2800" dirty="0"/>
              <a:t>通过测量电源电压、集成电路各脚电压、晶体管各脚电压、电路中各关键点电压正常与否来判断故障所在的方法。</a:t>
            </a:r>
          </a:p>
          <a:p>
            <a:pPr algn="l"/>
            <a:endParaRPr lang="zh-CN" altLang="en-US" sz="2800" dirty="0"/>
          </a:p>
          <a:p>
            <a:pPr algn="l"/>
            <a:r>
              <a:rPr lang="zh-CN" altLang="en-US" sz="2800" dirty="0"/>
              <a:t>    是最简捷、有效、迅速的方法，大部分故障根据所测得的实际电压与正常值相比较，经过分析可以较快地判断故障部位。 </a:t>
            </a:r>
          </a:p>
        </p:txBody>
      </p:sp>
      <p:sp>
        <p:nvSpPr>
          <p:cNvPr id="145412"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p:txBody>
          <a:bodyPr/>
          <a:lstStyle/>
          <a:p>
            <a:fld id="{08901DE8-0A67-42A4-947A-5199BF8F8506}" type="slidenum">
              <a:rPr lang="en-US" altLang="zh-CN"/>
              <a:t>5</a:t>
            </a:fld>
            <a:endParaRPr lang="en-US" altLang="zh-CN" dirty="0"/>
          </a:p>
        </p:txBody>
      </p:sp>
      <p:sp>
        <p:nvSpPr>
          <p:cNvPr id="146434" name="Rectangle 2"/>
          <p:cNvSpPr>
            <a:spLocks noChangeArrowheads="1"/>
          </p:cNvSpPr>
          <p:nvPr/>
        </p:nvSpPr>
        <p:spPr bwMode="auto">
          <a:xfrm>
            <a:off x="2514600" y="990600"/>
            <a:ext cx="6635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lang="zh-CN" altLang="zh-CN" sz="4000">
              <a:solidFill>
                <a:schemeClr val="bg2"/>
              </a:solidFill>
            </a:endParaRPr>
          </a:p>
        </p:txBody>
      </p:sp>
      <p:sp>
        <p:nvSpPr>
          <p:cNvPr id="146435" name="Rectangle 3"/>
          <p:cNvSpPr>
            <a:spLocks noChangeArrowheads="1"/>
          </p:cNvSpPr>
          <p:nvPr/>
        </p:nvSpPr>
        <p:spPr bwMode="auto">
          <a:xfrm>
            <a:off x="1000892" y="1830417"/>
            <a:ext cx="10342605" cy="452431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3200" dirty="0">
                <a:solidFill>
                  <a:srgbClr val="FF0000"/>
                </a:solidFill>
              </a:rPr>
              <a:t>4    </a:t>
            </a:r>
            <a:r>
              <a:rPr lang="zh-CN" altLang="en-US" sz="3200" dirty="0">
                <a:solidFill>
                  <a:srgbClr val="FF0000"/>
                </a:solidFill>
              </a:rPr>
              <a:t>电流检查法</a:t>
            </a:r>
          </a:p>
          <a:p>
            <a:endParaRPr lang="zh-CN" altLang="en-US" sz="3200" dirty="0">
              <a:solidFill>
                <a:srgbClr val="FF0000"/>
              </a:solidFill>
            </a:endParaRPr>
          </a:p>
          <a:p>
            <a:r>
              <a:rPr lang="zh-CN" altLang="en-US" dirty="0"/>
              <a:t>    </a:t>
            </a:r>
            <a:r>
              <a:rPr lang="zh-CN" altLang="en-US" sz="2800" dirty="0"/>
              <a:t>电流检查法：通过测量电路中的直流电流是否正常来判断故障所在的方法。</a:t>
            </a:r>
          </a:p>
          <a:p>
            <a:endParaRPr lang="zh-CN" altLang="en-US" sz="2800" dirty="0"/>
          </a:p>
          <a:p>
            <a:r>
              <a:rPr lang="zh-CN" altLang="en-US" sz="2800" dirty="0"/>
              <a:t>    若怀疑某电路电流过大，则使电流检查法。如开关型稳压电源输出的直流电流是否过大，各类输出级（行输出级、场输出级、音频输出级）电流是否过大。</a:t>
            </a:r>
          </a:p>
          <a:p>
            <a:endParaRPr lang="zh-CN" altLang="en-US" sz="2800" dirty="0"/>
          </a:p>
          <a:p>
            <a:r>
              <a:rPr lang="zh-CN" altLang="en-US" sz="2800" dirty="0"/>
              <a:t>    电流检查往往比电阻检查更能定量反映各电路的工作正常与否 </a:t>
            </a:r>
          </a:p>
        </p:txBody>
      </p:sp>
      <p:sp>
        <p:nvSpPr>
          <p:cNvPr id="146436"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
        <p:nvSpPr>
          <p:cNvPr id="3" name="圆角矩形标注 2"/>
          <p:cNvSpPr/>
          <p:nvPr/>
        </p:nvSpPr>
        <p:spPr>
          <a:xfrm>
            <a:off x="7964101" y="1852642"/>
            <a:ext cx="2372497" cy="849098"/>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latin typeface="黑体" panose="02010609060101010101" pitchFamily="49" charset="-122"/>
                <a:ea typeface="黑体" panose="02010609060101010101" pitchFamily="49" charset="-122"/>
              </a:rPr>
              <a:t>间接测量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25FFC586-D5EE-45C5-B820-7EE3189490B4}" type="slidenum">
              <a:rPr lang="en-US" altLang="zh-CN"/>
              <a:t>6</a:t>
            </a:fld>
            <a:endParaRPr lang="en-US" altLang="zh-CN" dirty="0"/>
          </a:p>
        </p:txBody>
      </p:sp>
      <p:sp>
        <p:nvSpPr>
          <p:cNvPr id="148483" name="Rectangle 3"/>
          <p:cNvSpPr>
            <a:spLocks noGrp="1" noChangeArrowheads="1"/>
          </p:cNvSpPr>
          <p:nvPr>
            <p:ph type="body" idx="1"/>
          </p:nvPr>
        </p:nvSpPr>
        <p:spPr>
          <a:xfrm>
            <a:off x="2279650" y="2133600"/>
            <a:ext cx="7772400" cy="4103688"/>
          </a:xfrm>
          <a:solidFill>
            <a:srgbClr val="FFFF99"/>
          </a:solidFill>
        </p:spPr>
        <p:txBody>
          <a:bodyPr/>
          <a:lstStyle/>
          <a:p>
            <a:pPr algn="ctr">
              <a:lnSpc>
                <a:spcPct val="80000"/>
              </a:lnSpc>
              <a:buFontTx/>
              <a:buNone/>
            </a:pPr>
            <a:r>
              <a:rPr lang="en-US" altLang="zh-CN" b="1" dirty="0">
                <a:solidFill>
                  <a:srgbClr val="FF0000"/>
                </a:solidFill>
                <a:latin typeface="宋体" panose="02010600030101010101" pitchFamily="2" charset="-122"/>
              </a:rPr>
              <a:t>5   </a:t>
            </a:r>
            <a:r>
              <a:rPr lang="zh-CN" altLang="en-US" b="1">
                <a:solidFill>
                  <a:srgbClr val="FF0000"/>
                </a:solidFill>
                <a:latin typeface="宋体" panose="02010600030101010101" pitchFamily="2" charset="-122"/>
              </a:rPr>
              <a:t>信号注入法</a:t>
            </a:r>
          </a:p>
          <a:p>
            <a:r>
              <a:rPr lang="zh-CN" altLang="en-US" sz="2400" b="1">
                <a:solidFill>
                  <a:srgbClr val="0033CC"/>
                </a:solidFill>
                <a:latin typeface="宋体" panose="02010600030101010101" pitchFamily="2" charset="-122"/>
              </a:rPr>
              <a:t>  信号注入法</a:t>
            </a:r>
            <a:r>
              <a:rPr lang="en-US" altLang="zh-CN" sz="2400" b="1" dirty="0">
                <a:solidFill>
                  <a:srgbClr val="0033CC"/>
                </a:solidFill>
                <a:latin typeface="宋体" panose="02010600030101010101" pitchFamily="2" charset="-122"/>
              </a:rPr>
              <a:t>:</a:t>
            </a:r>
            <a:r>
              <a:rPr lang="zh-CN" altLang="en-US" sz="2400" b="1">
                <a:solidFill>
                  <a:srgbClr val="0033CC"/>
                </a:solidFill>
                <a:latin typeface="宋体" panose="02010600030101010101" pitchFamily="2" charset="-122"/>
              </a:rPr>
              <a:t>信号注入到待检修电子产品的某些电路中，然后观察信号注入后的反应来判断故障所在的方法。</a:t>
            </a:r>
          </a:p>
          <a:p>
            <a:r>
              <a:rPr lang="zh-CN" altLang="en-US" sz="2400" b="1">
                <a:solidFill>
                  <a:srgbClr val="0033CC"/>
                </a:solidFill>
                <a:latin typeface="宋体" panose="02010600030101010101" pitchFamily="2" charset="-122"/>
              </a:rPr>
              <a:t>  注入的信号应与电路相匹配，若电路是低频电路，则应注入低频信号；若电路是高频电路，则应注入高频信号。</a:t>
            </a:r>
          </a:p>
          <a:p>
            <a:r>
              <a:rPr lang="zh-CN" altLang="en-US" sz="2400" b="1">
                <a:solidFill>
                  <a:srgbClr val="0033CC"/>
                </a:solidFill>
                <a:latin typeface="宋体" panose="02010600030101010101" pitchFamily="2" charset="-122"/>
              </a:rPr>
              <a:t>  将万用表置于电阻</a:t>
            </a:r>
            <a:r>
              <a:rPr lang="en-US" altLang="zh-CN" sz="2400" b="1" dirty="0">
                <a:solidFill>
                  <a:srgbClr val="0033CC"/>
                </a:solidFill>
                <a:latin typeface="宋体" panose="02010600030101010101" pitchFamily="2" charset="-122"/>
              </a:rPr>
              <a:t>R×1k</a:t>
            </a:r>
            <a:r>
              <a:rPr lang="zh-CN" altLang="en-US" sz="2400" b="1">
                <a:solidFill>
                  <a:srgbClr val="0033CC"/>
                </a:solidFill>
                <a:latin typeface="宋体" panose="02010600030101010101" pitchFamily="2" charset="-122"/>
              </a:rPr>
              <a:t>档，并将其正表笔接地，用负表笔从后到前逐级碰触电路的输入端，此时，将产生一系列干扰脉冲信号。</a:t>
            </a:r>
          </a:p>
        </p:txBody>
      </p:sp>
      <p:sp>
        <p:nvSpPr>
          <p:cNvPr id="148485" name="Rectangle 5"/>
          <p:cNvSpPr>
            <a:spLocks noGrp="1" noChangeArrowheads="1"/>
          </p:cNvSpPr>
          <p:nvPr>
            <p:ph type="title"/>
          </p:nvPr>
        </p:nvSpPr>
        <p:spPr>
          <a:xfrm>
            <a:off x="2855914" y="1196975"/>
            <a:ext cx="6840537" cy="381000"/>
          </a:xfrm>
          <a:noFill/>
        </p:spPr>
        <p:txBody>
          <a:bodyPr/>
          <a:lstStyle/>
          <a:p>
            <a:r>
              <a:rPr lang="en-US" altLang="zh-CN" b="1" dirty="0">
                <a:solidFill>
                  <a:srgbClr val="FF0000"/>
                </a:solidFill>
              </a:rPr>
              <a:t>1.3.1   </a:t>
            </a:r>
            <a:r>
              <a:rPr lang="zh-CN" altLang="en-US" b="1">
                <a:solidFill>
                  <a:srgbClr val="FF0000"/>
                </a:solidFill>
              </a:rPr>
              <a:t>电子产品维修方法</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E3B24DC-6F13-4F59-8FC6-D8FA8C140FF0}" type="slidenum">
              <a:rPr lang="en-US" altLang="zh-CN"/>
              <a:t>7</a:t>
            </a:fld>
            <a:endParaRPr lang="en-US" altLang="zh-CN" dirty="0"/>
          </a:p>
        </p:txBody>
      </p:sp>
      <p:sp>
        <p:nvSpPr>
          <p:cNvPr id="149506" name="Rectangle 2"/>
          <p:cNvSpPr>
            <a:spLocks noGrp="1" noChangeArrowheads="1"/>
          </p:cNvSpPr>
          <p:nvPr>
            <p:ph type="title"/>
          </p:nvPr>
        </p:nvSpPr>
        <p:spPr>
          <a:xfrm>
            <a:off x="3575050" y="2349500"/>
            <a:ext cx="4895850" cy="381000"/>
          </a:xfrm>
        </p:spPr>
        <p:txBody>
          <a:bodyPr/>
          <a:lstStyle/>
          <a:p>
            <a:r>
              <a:rPr lang="en-US" altLang="zh-CN" sz="3600" b="1" dirty="0">
                <a:solidFill>
                  <a:srgbClr val="FF0000"/>
                </a:solidFill>
                <a:latin typeface="宋体" panose="02010600030101010101" pitchFamily="2" charset="-122"/>
              </a:rPr>
              <a:t>6   </a:t>
            </a:r>
            <a:r>
              <a:rPr lang="zh-CN" altLang="en-US" sz="3600" b="1">
                <a:solidFill>
                  <a:srgbClr val="FF0000"/>
                </a:solidFill>
                <a:latin typeface="宋体" panose="02010600030101010101" pitchFamily="2" charset="-122"/>
              </a:rPr>
              <a:t>波形测量法</a:t>
            </a:r>
            <a:endParaRPr lang="zh-CN" altLang="en-US" sz="3600">
              <a:solidFill>
                <a:srgbClr val="FF0000"/>
              </a:solidFill>
              <a:latin typeface="宋体" panose="02010600030101010101" pitchFamily="2" charset="-122"/>
            </a:endParaRPr>
          </a:p>
        </p:txBody>
      </p:sp>
      <p:sp>
        <p:nvSpPr>
          <p:cNvPr id="149507" name="Rectangle 3"/>
          <p:cNvSpPr>
            <a:spLocks noGrp="1" noChangeArrowheads="1"/>
          </p:cNvSpPr>
          <p:nvPr>
            <p:ph type="body" idx="1"/>
          </p:nvPr>
        </p:nvSpPr>
        <p:spPr>
          <a:xfrm>
            <a:off x="2208213" y="3284539"/>
            <a:ext cx="7772400" cy="2592387"/>
          </a:xfrm>
          <a:solidFill>
            <a:srgbClr val="99FFCC"/>
          </a:solidFill>
        </p:spPr>
        <p:txBody>
          <a:bodyPr/>
          <a:lstStyle/>
          <a:p>
            <a:r>
              <a:rPr lang="en-US" altLang="zh-CN" dirty="0"/>
              <a:t>    </a:t>
            </a:r>
            <a:r>
              <a:rPr lang="zh-CN" altLang="en-US" b="1">
                <a:solidFill>
                  <a:srgbClr val="0033CC"/>
                </a:solidFill>
                <a:latin typeface="宋体" panose="02010600030101010101" pitchFamily="2" charset="-122"/>
              </a:rPr>
              <a:t>波形测量法就是用示波器对各被测点的信号输出波形或频率特性进行测量、观察、比较和分析，根据波形正确与否来判断电路是否正常工作的方法。</a:t>
            </a:r>
          </a:p>
        </p:txBody>
      </p:sp>
      <p:sp>
        <p:nvSpPr>
          <p:cNvPr id="149508"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99D78FB8-44D3-4086-9209-8C31B9A76DD3}" type="slidenum">
              <a:rPr lang="en-US" altLang="zh-CN"/>
              <a:t>8</a:t>
            </a:fld>
            <a:endParaRPr lang="en-US" altLang="zh-CN" dirty="0"/>
          </a:p>
        </p:txBody>
      </p:sp>
      <p:sp>
        <p:nvSpPr>
          <p:cNvPr id="150530" name="Rectangle 2"/>
          <p:cNvSpPr>
            <a:spLocks noGrp="1" noChangeArrowheads="1"/>
          </p:cNvSpPr>
          <p:nvPr>
            <p:ph type="title"/>
          </p:nvPr>
        </p:nvSpPr>
        <p:spPr>
          <a:xfrm>
            <a:off x="2135188" y="2060575"/>
            <a:ext cx="7772400" cy="381000"/>
          </a:xfrm>
        </p:spPr>
        <p:txBody>
          <a:bodyPr/>
          <a:lstStyle/>
          <a:p>
            <a:r>
              <a:rPr lang="en-US" altLang="zh-CN" sz="3600" b="1" dirty="0">
                <a:solidFill>
                  <a:srgbClr val="FF0000"/>
                </a:solidFill>
                <a:latin typeface="宋体" panose="02010600030101010101" pitchFamily="2" charset="-122"/>
              </a:rPr>
              <a:t>7   </a:t>
            </a:r>
            <a:r>
              <a:rPr lang="zh-CN" altLang="en-US" sz="3600" b="1">
                <a:solidFill>
                  <a:srgbClr val="FF0000"/>
                </a:solidFill>
                <a:latin typeface="宋体" panose="02010600030101010101" pitchFamily="2" charset="-122"/>
              </a:rPr>
              <a:t>替代法</a:t>
            </a:r>
            <a:endParaRPr lang="zh-CN" altLang="en-US" sz="3600">
              <a:solidFill>
                <a:srgbClr val="FF0000"/>
              </a:solidFill>
              <a:latin typeface="宋体" panose="02010600030101010101" pitchFamily="2" charset="-122"/>
            </a:endParaRPr>
          </a:p>
        </p:txBody>
      </p:sp>
      <p:sp>
        <p:nvSpPr>
          <p:cNvPr id="150531" name="Rectangle 3"/>
          <p:cNvSpPr>
            <a:spLocks noGrp="1" noChangeArrowheads="1"/>
          </p:cNvSpPr>
          <p:nvPr>
            <p:ph type="body" idx="1"/>
          </p:nvPr>
        </p:nvSpPr>
        <p:spPr>
          <a:xfrm>
            <a:off x="2279650" y="2743200"/>
            <a:ext cx="7772400" cy="3494088"/>
          </a:xfrm>
          <a:solidFill>
            <a:srgbClr val="EAEAEA"/>
          </a:solidFill>
        </p:spPr>
        <p:txBody>
          <a:bodyPr/>
          <a:lstStyle/>
          <a:p>
            <a:r>
              <a:rPr lang="en-US" altLang="zh-CN" b="1" dirty="0">
                <a:solidFill>
                  <a:srgbClr val="0033CC"/>
                </a:solidFill>
              </a:rPr>
              <a:t>    </a:t>
            </a:r>
            <a:r>
              <a:rPr lang="zh-CN" altLang="en-US" b="1">
                <a:solidFill>
                  <a:srgbClr val="0033CC"/>
                </a:solidFill>
              </a:rPr>
              <a:t>替代法就是对于可疑的元器件、印刷电路板、插入式单元部件等，通过试换来查找故障的方法，又称试换法。</a:t>
            </a:r>
          </a:p>
          <a:p>
            <a:r>
              <a:rPr lang="zh-CN" altLang="en-US" b="1">
                <a:solidFill>
                  <a:srgbClr val="0033CC"/>
                </a:solidFill>
              </a:rPr>
              <a:t>替代法在板级检修中经常使用，如笔记本电脑、液晶电视机检修。更换一块电路板虽然排除了故障，但检修成本较高。</a:t>
            </a:r>
          </a:p>
        </p:txBody>
      </p:sp>
      <p:sp>
        <p:nvSpPr>
          <p:cNvPr id="150532" name="Rectangle 4"/>
          <p:cNvSpPr>
            <a:spLocks noChangeArrowheads="1"/>
          </p:cNvSpPr>
          <p:nvPr/>
        </p:nvSpPr>
        <p:spPr bwMode="auto">
          <a:xfrm>
            <a:off x="2782889" y="1125538"/>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E8114861-6EF7-4E06-9FDF-C2B6B518FFCE}" type="slidenum">
              <a:rPr lang="en-US" altLang="zh-CN"/>
              <a:t>9</a:t>
            </a:fld>
            <a:endParaRPr lang="en-US" altLang="zh-CN" dirty="0"/>
          </a:p>
        </p:txBody>
      </p:sp>
      <p:sp>
        <p:nvSpPr>
          <p:cNvPr id="151554" name="Rectangle 2"/>
          <p:cNvSpPr>
            <a:spLocks noGrp="1" noChangeArrowheads="1"/>
          </p:cNvSpPr>
          <p:nvPr>
            <p:ph type="title"/>
          </p:nvPr>
        </p:nvSpPr>
        <p:spPr>
          <a:xfrm>
            <a:off x="2208213" y="1916113"/>
            <a:ext cx="7772400" cy="381000"/>
          </a:xfrm>
        </p:spPr>
        <p:txBody>
          <a:bodyPr/>
          <a:lstStyle/>
          <a:p>
            <a:r>
              <a:rPr lang="en-US" altLang="zh-CN" sz="3600" b="1" dirty="0">
                <a:solidFill>
                  <a:srgbClr val="FF0000"/>
                </a:solidFill>
                <a:latin typeface="宋体" panose="02010600030101010101" pitchFamily="2" charset="-122"/>
              </a:rPr>
              <a:t>8  </a:t>
            </a:r>
            <a:r>
              <a:rPr lang="zh-CN" altLang="en-US" sz="3600" b="1">
                <a:solidFill>
                  <a:srgbClr val="FF0000"/>
                </a:solidFill>
                <a:latin typeface="宋体" panose="02010600030101010101" pitchFamily="2" charset="-122"/>
              </a:rPr>
              <a:t>隔离分割法</a:t>
            </a:r>
            <a:endParaRPr lang="zh-CN" altLang="en-US" sz="3600">
              <a:solidFill>
                <a:srgbClr val="FF0000"/>
              </a:solidFill>
              <a:latin typeface="宋体" panose="02010600030101010101" pitchFamily="2" charset="-122"/>
            </a:endParaRPr>
          </a:p>
        </p:txBody>
      </p:sp>
      <p:sp>
        <p:nvSpPr>
          <p:cNvPr id="151555" name="Rectangle 3"/>
          <p:cNvSpPr>
            <a:spLocks noChangeArrowheads="1"/>
          </p:cNvSpPr>
          <p:nvPr/>
        </p:nvSpPr>
        <p:spPr bwMode="auto">
          <a:xfrm>
            <a:off x="1524001" y="2687122"/>
            <a:ext cx="18473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1556" name="Rectangle 4"/>
          <p:cNvSpPr>
            <a:spLocks noChangeArrowheads="1"/>
          </p:cNvSpPr>
          <p:nvPr/>
        </p:nvSpPr>
        <p:spPr bwMode="auto">
          <a:xfrm>
            <a:off x="2279650" y="2492376"/>
            <a:ext cx="7848600" cy="2554545"/>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lang="zh-CN" altLang="en-US"/>
              <a:t>　  </a:t>
            </a:r>
            <a:r>
              <a:rPr lang="zh-CN" altLang="en-US" sz="3200">
                <a:solidFill>
                  <a:srgbClr val="0033CC"/>
                </a:solidFill>
              </a:rPr>
              <a:t>隔离分割法又称开路法，就是把可疑部分从整机电路或单元电路中断开，即脱焊电路连线的一端或取出有关的元器件和单元板插件，观察其对故障现象影响，也叫断路法、分段查找法。</a:t>
            </a:r>
            <a:r>
              <a:rPr lang="zh-CN" altLang="en-US"/>
              <a:t>    </a:t>
            </a:r>
          </a:p>
        </p:txBody>
      </p:sp>
      <p:sp>
        <p:nvSpPr>
          <p:cNvPr id="151557" name="Rectangle 5"/>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graphicFrame>
        <p:nvGraphicFramePr>
          <p:cNvPr id="151558" name="Object 6"/>
          <p:cNvGraphicFramePr>
            <a:graphicFrameLocks noGrp="1" noChangeAspect="1"/>
          </p:cNvGraphicFramePr>
          <p:nvPr>
            <p:ph idx="1"/>
          </p:nvPr>
        </p:nvGraphicFramePr>
        <p:xfrm>
          <a:off x="2499360" y="5013325"/>
          <a:ext cx="7355205" cy="1562100"/>
        </p:xfrm>
        <a:graphic>
          <a:graphicData uri="http://schemas.openxmlformats.org/presentationml/2006/ole">
            <mc:AlternateContent xmlns:mc="http://schemas.openxmlformats.org/markup-compatibility/2006">
              <mc:Choice xmlns:v="urn:schemas-microsoft-com:vml" Requires="v">
                <p:oleObj spid="_x0000_s1027" r:id="rId4" imgW="4978400" imgH="1072515" progId="Visio.Drawing.11">
                  <p:embed/>
                </p:oleObj>
              </mc:Choice>
              <mc:Fallback>
                <p:oleObj r:id="rId4" imgW="4978400" imgH="1072515"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9360" y="5013325"/>
                        <a:ext cx="7355205" cy="156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2DD6670F-FDE7-48B4-A390-355EB8D33DD7}" type="slidenum">
              <a:rPr lang="en-US" altLang="zh-CN"/>
              <a:t>10</a:t>
            </a:fld>
            <a:endParaRPr lang="en-US" altLang="zh-CN" dirty="0"/>
          </a:p>
        </p:txBody>
      </p:sp>
      <p:sp>
        <p:nvSpPr>
          <p:cNvPr id="153602" name="Rectangle 2"/>
          <p:cNvSpPr>
            <a:spLocks noGrp="1" noChangeArrowheads="1"/>
          </p:cNvSpPr>
          <p:nvPr>
            <p:ph type="title"/>
          </p:nvPr>
        </p:nvSpPr>
        <p:spPr>
          <a:xfrm>
            <a:off x="2135188" y="2060575"/>
            <a:ext cx="7772400" cy="381000"/>
          </a:xfrm>
        </p:spPr>
        <p:txBody>
          <a:bodyPr/>
          <a:lstStyle/>
          <a:p>
            <a:r>
              <a:rPr lang="en-US" altLang="zh-CN" sz="3600" b="1" dirty="0">
                <a:solidFill>
                  <a:srgbClr val="FF0000"/>
                </a:solidFill>
                <a:latin typeface="宋体" panose="02010600030101010101" pitchFamily="2" charset="-122"/>
              </a:rPr>
              <a:t>9   </a:t>
            </a:r>
            <a:r>
              <a:rPr lang="zh-CN" altLang="en-US" sz="3600" b="1">
                <a:solidFill>
                  <a:srgbClr val="FF0000"/>
                </a:solidFill>
                <a:latin typeface="宋体" panose="02010600030101010101" pitchFamily="2" charset="-122"/>
              </a:rPr>
              <a:t>整机比较法</a:t>
            </a:r>
            <a:endParaRPr lang="zh-CN" altLang="en-US" sz="3600">
              <a:solidFill>
                <a:srgbClr val="FF0000"/>
              </a:solidFill>
              <a:latin typeface="宋体" panose="02010600030101010101" pitchFamily="2" charset="-122"/>
            </a:endParaRPr>
          </a:p>
        </p:txBody>
      </p:sp>
      <p:sp>
        <p:nvSpPr>
          <p:cNvPr id="153603" name="Rectangle 3"/>
          <p:cNvSpPr>
            <a:spLocks noGrp="1" noChangeArrowheads="1"/>
          </p:cNvSpPr>
          <p:nvPr>
            <p:ph type="body" idx="1"/>
          </p:nvPr>
        </p:nvSpPr>
        <p:spPr>
          <a:xfrm>
            <a:off x="2208213" y="3068639"/>
            <a:ext cx="7772400" cy="2808287"/>
          </a:xfrm>
          <a:solidFill>
            <a:srgbClr val="CCECFF"/>
          </a:solidFill>
        </p:spPr>
        <p:txBody>
          <a:bodyPr/>
          <a:lstStyle/>
          <a:p>
            <a:r>
              <a:rPr lang="zh-CN" altLang="en-US"/>
              <a:t>　</a:t>
            </a:r>
            <a:r>
              <a:rPr lang="zh-CN" altLang="en-US" b="1">
                <a:solidFill>
                  <a:srgbClr val="0033CC"/>
                </a:solidFill>
              </a:rPr>
              <a:t>整机比较法就是将待修电子产品与同类型完好的电子产品进行比较，比较电路的工作电压、波形、工作电流、对地电阻和元器件参数的差别，找出故障部位的方法，又称为同类比对法。</a:t>
            </a:r>
          </a:p>
        </p:txBody>
      </p:sp>
      <p:sp>
        <p:nvSpPr>
          <p:cNvPr id="153604"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E5F0BE2E-703E-4FA2-8710-F33C89B3EAA7}" type="slidenum">
              <a:rPr lang="en-US" altLang="zh-CN"/>
              <a:t>11</a:t>
            </a:fld>
            <a:endParaRPr lang="en-US" altLang="zh-CN" dirty="0"/>
          </a:p>
        </p:txBody>
      </p:sp>
      <p:sp>
        <p:nvSpPr>
          <p:cNvPr id="154626" name="Rectangle 2"/>
          <p:cNvSpPr>
            <a:spLocks noGrp="1" noChangeArrowheads="1"/>
          </p:cNvSpPr>
          <p:nvPr>
            <p:ph type="title"/>
          </p:nvPr>
        </p:nvSpPr>
        <p:spPr>
          <a:xfrm>
            <a:off x="1992313" y="2060575"/>
            <a:ext cx="7772400" cy="381000"/>
          </a:xfrm>
        </p:spPr>
        <p:txBody>
          <a:bodyPr/>
          <a:lstStyle/>
          <a:p>
            <a:r>
              <a:rPr lang="en-US" altLang="zh-CN" sz="3600" b="1" dirty="0">
                <a:solidFill>
                  <a:srgbClr val="FF0000"/>
                </a:solidFill>
                <a:latin typeface="宋体" panose="02010600030101010101" pitchFamily="2" charset="-122"/>
              </a:rPr>
              <a:t>10   </a:t>
            </a:r>
            <a:r>
              <a:rPr lang="zh-CN" altLang="en-US" sz="3600" b="1">
                <a:solidFill>
                  <a:srgbClr val="FF0000"/>
                </a:solidFill>
                <a:latin typeface="宋体" panose="02010600030101010101" pitchFamily="2" charset="-122"/>
              </a:rPr>
              <a:t>故障字典法</a:t>
            </a:r>
            <a:endParaRPr lang="zh-CN" altLang="en-US" sz="3600">
              <a:solidFill>
                <a:srgbClr val="FF0000"/>
              </a:solidFill>
              <a:latin typeface="宋体" panose="02010600030101010101" pitchFamily="2" charset="-122"/>
            </a:endParaRPr>
          </a:p>
        </p:txBody>
      </p:sp>
      <p:sp>
        <p:nvSpPr>
          <p:cNvPr id="154627" name="Rectangle 3"/>
          <p:cNvSpPr>
            <a:spLocks noGrp="1" noChangeArrowheads="1"/>
          </p:cNvSpPr>
          <p:nvPr>
            <p:ph type="body" idx="1"/>
          </p:nvPr>
        </p:nvSpPr>
        <p:spPr>
          <a:xfrm>
            <a:off x="2208214" y="2781301"/>
            <a:ext cx="7991475" cy="3313113"/>
          </a:xfrm>
          <a:solidFill>
            <a:srgbClr val="CCFFCC"/>
          </a:solidFill>
        </p:spPr>
        <p:txBody>
          <a:bodyPr/>
          <a:lstStyle/>
          <a:p>
            <a:r>
              <a:rPr lang="zh-CN" altLang="en-US" sz="2800"/>
              <a:t>　</a:t>
            </a:r>
            <a:r>
              <a:rPr lang="zh-CN" altLang="en-US" sz="2800" b="1">
                <a:solidFill>
                  <a:srgbClr val="0033CC"/>
                </a:solidFill>
              </a:rPr>
              <a:t>首先提取电子电路在各种故障状态下的特征（如各电路节点电位等），然后将特征与故障一一对应地建立一个故障字典，在实际诊断时，只要获取电路的实时特征，就可以从故障字典中查出与此对应的故障。</a:t>
            </a:r>
          </a:p>
          <a:p>
            <a:r>
              <a:rPr lang="zh-CN" altLang="en-US" sz="2800" b="1">
                <a:solidFill>
                  <a:srgbClr val="0033CC"/>
                </a:solidFill>
              </a:rPr>
              <a:t>　故障字典法的缺点是建立故障字典的工作量很大，通常只能建立硬故障字典及单故障字典。</a:t>
            </a:r>
          </a:p>
        </p:txBody>
      </p:sp>
      <p:sp>
        <p:nvSpPr>
          <p:cNvPr id="154628"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EAF9FD1F-FC06-462D-9023-18D82BEDAE2F}" type="slidenum">
              <a:rPr lang="en-US" altLang="zh-CN"/>
              <a:t>12</a:t>
            </a:fld>
            <a:endParaRPr lang="en-US" altLang="zh-CN" dirty="0"/>
          </a:p>
        </p:txBody>
      </p:sp>
      <p:sp>
        <p:nvSpPr>
          <p:cNvPr id="155650" name="Rectangle 2"/>
          <p:cNvSpPr>
            <a:spLocks noGrp="1" noChangeArrowheads="1"/>
          </p:cNvSpPr>
          <p:nvPr>
            <p:ph type="title"/>
          </p:nvPr>
        </p:nvSpPr>
        <p:spPr>
          <a:xfrm>
            <a:off x="2208213" y="1773238"/>
            <a:ext cx="7772400" cy="381000"/>
          </a:xfrm>
        </p:spPr>
        <p:txBody>
          <a:bodyPr/>
          <a:lstStyle/>
          <a:p>
            <a:r>
              <a:rPr lang="en-US" altLang="zh-CN" sz="3600" b="1" dirty="0">
                <a:solidFill>
                  <a:srgbClr val="FF0000"/>
                </a:solidFill>
                <a:latin typeface="宋体" panose="02010600030101010101" pitchFamily="2" charset="-122"/>
              </a:rPr>
              <a:t>11  </a:t>
            </a:r>
            <a:r>
              <a:rPr lang="zh-CN" altLang="en-US" sz="3600" b="1">
                <a:solidFill>
                  <a:srgbClr val="FF0000"/>
                </a:solidFill>
                <a:latin typeface="宋体" panose="02010600030101010101" pitchFamily="2" charset="-122"/>
              </a:rPr>
              <a:t>短路法</a:t>
            </a:r>
            <a:endParaRPr lang="zh-CN" altLang="en-US" sz="3600">
              <a:solidFill>
                <a:srgbClr val="FF0000"/>
              </a:solidFill>
              <a:latin typeface="宋体" panose="02010600030101010101" pitchFamily="2" charset="-122"/>
            </a:endParaRPr>
          </a:p>
        </p:txBody>
      </p:sp>
      <p:sp>
        <p:nvSpPr>
          <p:cNvPr id="155651" name="Rectangle 3"/>
          <p:cNvSpPr>
            <a:spLocks noGrp="1" noChangeArrowheads="1"/>
          </p:cNvSpPr>
          <p:nvPr>
            <p:ph type="body" idx="1"/>
          </p:nvPr>
        </p:nvSpPr>
        <p:spPr>
          <a:xfrm>
            <a:off x="2208213" y="2323148"/>
            <a:ext cx="8064500" cy="2305050"/>
          </a:xfrm>
          <a:solidFill>
            <a:srgbClr val="FFFF99"/>
          </a:solidFill>
        </p:spPr>
        <p:txBody>
          <a:bodyPr/>
          <a:lstStyle/>
          <a:p>
            <a:pPr>
              <a:lnSpc>
                <a:spcPct val="90000"/>
              </a:lnSpc>
            </a:pPr>
            <a:r>
              <a:rPr lang="zh-CN" altLang="en-US" sz="3600"/>
              <a:t>　</a:t>
            </a:r>
            <a:r>
              <a:rPr lang="zh-CN" altLang="en-US" sz="2800" b="1">
                <a:solidFill>
                  <a:srgbClr val="0033CC"/>
                </a:solidFill>
              </a:rPr>
              <a:t>短路法又称交流短路法和电容旁路法，利用电容对交流阻抗小的特点，将电子产品电路中的某些信号对地短路，以观察其对故障现象的反应。此法对于噪声、纹波、自激及干扰等故障的判断比较方便。</a:t>
            </a:r>
          </a:p>
        </p:txBody>
      </p:sp>
      <p:sp>
        <p:nvSpPr>
          <p:cNvPr id="155652" name="Rectangle 4"/>
          <p:cNvSpPr>
            <a:spLocks noChangeArrowheads="1"/>
          </p:cNvSpPr>
          <p:nvPr/>
        </p:nvSpPr>
        <p:spPr bwMode="auto">
          <a:xfrm>
            <a:off x="1524001" y="2620447"/>
            <a:ext cx="18473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155653" name="Object 5"/>
          <p:cNvGraphicFramePr>
            <a:graphicFrameLocks noChangeAspect="1"/>
          </p:cNvGraphicFramePr>
          <p:nvPr/>
        </p:nvGraphicFramePr>
        <p:xfrm>
          <a:off x="1974215" y="4628515"/>
          <a:ext cx="8327390" cy="2023110"/>
        </p:xfrm>
        <a:graphic>
          <a:graphicData uri="http://schemas.openxmlformats.org/presentationml/2006/ole">
            <mc:AlternateContent xmlns:mc="http://schemas.openxmlformats.org/markup-compatibility/2006">
              <mc:Choice xmlns:v="urn:schemas-microsoft-com:vml" Requires="v">
                <p:oleObj spid="_x0000_s2051" r:id="rId3" imgW="4323715" imgH="1061085" progId="Visio.Drawing.11">
                  <p:embed/>
                </p:oleObj>
              </mc:Choice>
              <mc:Fallback>
                <p:oleObj r:id="rId3" imgW="4323715" imgH="1061085"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215" y="4628515"/>
                        <a:ext cx="8327390" cy="20231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5654" name="Rectangle 6"/>
          <p:cNvSpPr>
            <a:spLocks noChangeArrowheads="1"/>
          </p:cNvSpPr>
          <p:nvPr/>
        </p:nvSpPr>
        <p:spPr bwMode="auto">
          <a:xfrm>
            <a:off x="2855914" y="9810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1253099B-7709-4B72-B8C1-B709CE6AE8E7}" type="slidenum">
              <a:rPr lang="en-US" altLang="zh-CN"/>
              <a:t>13</a:t>
            </a:fld>
            <a:endParaRPr lang="en-US" altLang="zh-CN" dirty="0"/>
          </a:p>
        </p:txBody>
      </p:sp>
      <p:sp>
        <p:nvSpPr>
          <p:cNvPr id="156674" name="Rectangle 2"/>
          <p:cNvSpPr>
            <a:spLocks noGrp="1" noChangeArrowheads="1"/>
          </p:cNvSpPr>
          <p:nvPr>
            <p:ph type="title"/>
          </p:nvPr>
        </p:nvSpPr>
        <p:spPr>
          <a:xfrm>
            <a:off x="3648076" y="2133600"/>
            <a:ext cx="4678363" cy="381000"/>
          </a:xfrm>
          <a:noFill/>
        </p:spPr>
        <p:txBody>
          <a:bodyPr/>
          <a:lstStyle/>
          <a:p>
            <a:r>
              <a:rPr lang="en-US" altLang="zh-CN" sz="3600" b="1" dirty="0">
                <a:solidFill>
                  <a:srgbClr val="FF0000"/>
                </a:solidFill>
                <a:latin typeface="宋体" panose="02010600030101010101" pitchFamily="2" charset="-122"/>
              </a:rPr>
              <a:t>12  </a:t>
            </a:r>
            <a:r>
              <a:rPr lang="zh-CN" altLang="en-US" sz="3600" b="1">
                <a:solidFill>
                  <a:srgbClr val="FF0000"/>
                </a:solidFill>
                <a:latin typeface="宋体" panose="02010600030101010101" pitchFamily="2" charset="-122"/>
              </a:rPr>
              <a:t>升降温法</a:t>
            </a:r>
            <a:endParaRPr lang="zh-CN" altLang="en-US" sz="3600">
              <a:solidFill>
                <a:srgbClr val="FF0000"/>
              </a:solidFill>
              <a:latin typeface="宋体" panose="02010600030101010101" pitchFamily="2" charset="-122"/>
            </a:endParaRPr>
          </a:p>
        </p:txBody>
      </p:sp>
      <p:sp>
        <p:nvSpPr>
          <p:cNvPr id="156675" name="Rectangle 3"/>
          <p:cNvSpPr>
            <a:spLocks noGrp="1" noChangeArrowheads="1"/>
          </p:cNvSpPr>
          <p:nvPr>
            <p:ph type="body" idx="1"/>
          </p:nvPr>
        </p:nvSpPr>
        <p:spPr>
          <a:xfrm>
            <a:off x="2424113" y="2924176"/>
            <a:ext cx="7270750" cy="2887663"/>
          </a:xfrm>
          <a:solidFill>
            <a:srgbClr val="CCFFCC"/>
          </a:solidFill>
        </p:spPr>
        <p:txBody>
          <a:bodyPr/>
          <a:lstStyle/>
          <a:p>
            <a:pPr>
              <a:buFontTx/>
              <a:buNone/>
            </a:pPr>
            <a:r>
              <a:rPr lang="en-US" altLang="zh-CN" sz="2800" b="1" dirty="0">
                <a:solidFill>
                  <a:srgbClr val="0033CC"/>
                </a:solidFill>
              </a:rPr>
              <a:t>        </a:t>
            </a:r>
            <a:r>
              <a:rPr lang="en-US" altLang="zh-CN" sz="2800" b="1" dirty="0">
                <a:solidFill>
                  <a:srgbClr val="FF0000"/>
                </a:solidFill>
              </a:rPr>
              <a:t>1</a:t>
            </a:r>
            <a:r>
              <a:rPr lang="zh-CN" altLang="en-US" sz="2800" b="1">
                <a:solidFill>
                  <a:srgbClr val="FF0000"/>
                </a:solidFill>
              </a:rPr>
              <a:t>）升温法</a:t>
            </a:r>
            <a:r>
              <a:rPr lang="zh-CN" altLang="en-US" sz="2800" b="1">
                <a:solidFill>
                  <a:srgbClr val="0033CC"/>
                </a:solidFill>
              </a:rPr>
              <a:t>：就是用电吹风对电子产品适当加热，促使其故障发生，以便于判断。</a:t>
            </a:r>
          </a:p>
          <a:p>
            <a:r>
              <a:rPr lang="zh-CN" altLang="en-US" sz="2800" b="1">
                <a:solidFill>
                  <a:srgbClr val="FF0000"/>
                </a:solidFill>
              </a:rPr>
              <a:t>    </a:t>
            </a:r>
            <a:r>
              <a:rPr lang="en-US" altLang="zh-CN" sz="2800" b="1" dirty="0">
                <a:solidFill>
                  <a:srgbClr val="FF0000"/>
                </a:solidFill>
              </a:rPr>
              <a:t>2</a:t>
            </a:r>
            <a:r>
              <a:rPr lang="zh-CN" altLang="en-US" sz="2800" b="1">
                <a:solidFill>
                  <a:srgbClr val="FF0000"/>
                </a:solidFill>
              </a:rPr>
              <a:t>）降温法</a:t>
            </a:r>
            <a:r>
              <a:rPr lang="zh-CN" altLang="en-US" sz="2800" b="1">
                <a:solidFill>
                  <a:srgbClr val="0033CC"/>
                </a:solidFill>
              </a:rPr>
              <a:t>：就是用酒精棉花对被怀疑为热稳定性不好的元器件进行冷却，若冷却到某元器件后，故障消失，则被冷却的元器件肯定就是热稳定性差的元器件。</a:t>
            </a:r>
          </a:p>
        </p:txBody>
      </p:sp>
      <p:sp>
        <p:nvSpPr>
          <p:cNvPr id="156676" name="Rectangle 4"/>
          <p:cNvSpPr>
            <a:spLocks noChangeArrowheads="1"/>
          </p:cNvSpPr>
          <p:nvPr/>
        </p:nvSpPr>
        <p:spPr bwMode="auto">
          <a:xfrm>
            <a:off x="2855914" y="1196975"/>
            <a:ext cx="68405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en-US" altLang="zh-CN" dirty="0">
                <a:solidFill>
                  <a:srgbClr val="FF0000"/>
                </a:solidFill>
              </a:rPr>
              <a:t>1.3.1   </a:t>
            </a:r>
            <a:r>
              <a:rPr lang="zh-CN" altLang="en-US">
                <a:solidFill>
                  <a:srgbClr val="FF0000"/>
                </a:solidFill>
              </a:rPr>
              <a:t>电子产品维修方法</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1EC56CD-D842-4139-9769-5FD851CDA985}" type="slidenum">
              <a:rPr lang="en-US" altLang="zh-CN"/>
              <a:t>14</a:t>
            </a:fld>
            <a:endParaRPr lang="en-US" altLang="zh-CN" dirty="0"/>
          </a:p>
        </p:txBody>
      </p:sp>
      <p:sp>
        <p:nvSpPr>
          <p:cNvPr id="120834" name="Rectangle 2"/>
          <p:cNvSpPr>
            <a:spLocks noGrp="1" noChangeArrowheads="1"/>
          </p:cNvSpPr>
          <p:nvPr>
            <p:ph type="title"/>
          </p:nvPr>
        </p:nvSpPr>
        <p:spPr>
          <a:xfrm>
            <a:off x="2855914" y="1196975"/>
            <a:ext cx="6840537" cy="381000"/>
          </a:xfrm>
          <a:noFill/>
        </p:spPr>
        <p:txBody>
          <a:bodyPr/>
          <a:lstStyle/>
          <a:p>
            <a:r>
              <a:rPr lang="en-US" altLang="zh-CN" b="1" dirty="0">
                <a:solidFill>
                  <a:srgbClr val="FF0000"/>
                </a:solidFill>
              </a:rPr>
              <a:t>1.3.2   </a:t>
            </a:r>
            <a:r>
              <a:rPr lang="zh-CN" altLang="en-US" b="1">
                <a:solidFill>
                  <a:srgbClr val="FF0000"/>
                </a:solidFill>
              </a:rPr>
              <a:t>电子产品维修程序</a:t>
            </a:r>
          </a:p>
        </p:txBody>
      </p:sp>
      <p:sp>
        <p:nvSpPr>
          <p:cNvPr id="120835" name="Rectangle 3"/>
          <p:cNvSpPr>
            <a:spLocks noChangeArrowheads="1"/>
          </p:cNvSpPr>
          <p:nvPr/>
        </p:nvSpPr>
        <p:spPr bwMode="auto">
          <a:xfrm>
            <a:off x="3287714" y="2349501"/>
            <a:ext cx="6696075" cy="392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6023" bIns="30153"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600" dirty="0">
                <a:solidFill>
                  <a:srgbClr val="0033CC"/>
                </a:solidFill>
                <a:latin typeface="Arial" panose="020B0604020202020204" pitchFamily="34" charset="0"/>
                <a:ea typeface="楷体_GB2312" pitchFamily="49" charset="-122"/>
              </a:rPr>
              <a:t>1</a:t>
            </a:r>
            <a:r>
              <a:rPr lang="zh-CN" altLang="en-US" sz="3600">
                <a:solidFill>
                  <a:srgbClr val="0033CC"/>
                </a:solidFill>
                <a:latin typeface="Arial" panose="020B0604020202020204" pitchFamily="34" charset="0"/>
                <a:ea typeface="楷体_GB2312" pitchFamily="49" charset="-122"/>
              </a:rPr>
              <a:t>．客户询问</a:t>
            </a:r>
          </a:p>
          <a:p>
            <a:r>
              <a:rPr lang="en-US" altLang="zh-CN" sz="3600" dirty="0">
                <a:solidFill>
                  <a:srgbClr val="0033CC"/>
                </a:solidFill>
                <a:latin typeface="Arial" panose="020B0604020202020204" pitchFamily="34" charset="0"/>
                <a:ea typeface="楷体_GB2312" pitchFamily="49" charset="-122"/>
              </a:rPr>
              <a:t>2</a:t>
            </a:r>
            <a:r>
              <a:rPr lang="zh-CN" altLang="en-US" sz="3600">
                <a:solidFill>
                  <a:srgbClr val="0033CC"/>
                </a:solidFill>
                <a:latin typeface="Arial" panose="020B0604020202020204" pitchFamily="34" charset="0"/>
                <a:ea typeface="楷体_GB2312" pitchFamily="49" charset="-122"/>
              </a:rPr>
              <a:t>．查阅资料，熟悉工作原理</a:t>
            </a:r>
          </a:p>
          <a:p>
            <a:r>
              <a:rPr lang="en-US" altLang="zh-CN" sz="3600" dirty="0">
                <a:solidFill>
                  <a:srgbClr val="0033CC"/>
                </a:solidFill>
                <a:latin typeface="Arial" panose="020B0604020202020204" pitchFamily="34" charset="0"/>
                <a:ea typeface="楷体_GB2312" pitchFamily="49" charset="-122"/>
              </a:rPr>
              <a:t>3</a:t>
            </a:r>
            <a:r>
              <a:rPr lang="zh-CN" altLang="en-US" sz="3600">
                <a:solidFill>
                  <a:srgbClr val="0033CC"/>
                </a:solidFill>
                <a:latin typeface="Arial" panose="020B0604020202020204" pitchFamily="34" charset="0"/>
                <a:ea typeface="楷体_GB2312" pitchFamily="49" charset="-122"/>
              </a:rPr>
              <a:t>．不通电观察</a:t>
            </a:r>
          </a:p>
          <a:p>
            <a:r>
              <a:rPr lang="en-US" altLang="zh-CN" sz="3600" dirty="0">
                <a:solidFill>
                  <a:srgbClr val="0033CC"/>
                </a:solidFill>
                <a:latin typeface="Arial" panose="020B0604020202020204" pitchFamily="34" charset="0"/>
                <a:ea typeface="楷体_GB2312" pitchFamily="49" charset="-122"/>
              </a:rPr>
              <a:t>4</a:t>
            </a:r>
            <a:r>
              <a:rPr lang="zh-CN" altLang="en-US" sz="3600">
                <a:solidFill>
                  <a:srgbClr val="0033CC"/>
                </a:solidFill>
                <a:latin typeface="Arial" panose="020B0604020202020204" pitchFamily="34" charset="0"/>
                <a:ea typeface="楷体_GB2312" pitchFamily="49" charset="-122"/>
              </a:rPr>
              <a:t>．通电观察与操作</a:t>
            </a:r>
          </a:p>
          <a:p>
            <a:r>
              <a:rPr lang="en-US" altLang="zh-CN" sz="3600" dirty="0">
                <a:solidFill>
                  <a:srgbClr val="0033CC"/>
                </a:solidFill>
                <a:latin typeface="Arial" panose="020B0604020202020204" pitchFamily="34" charset="0"/>
                <a:ea typeface="楷体_GB2312" pitchFamily="49" charset="-122"/>
              </a:rPr>
              <a:t>5</a:t>
            </a:r>
            <a:r>
              <a:rPr lang="zh-CN" altLang="en-US" sz="3600">
                <a:solidFill>
                  <a:srgbClr val="0033CC"/>
                </a:solidFill>
                <a:latin typeface="Arial" panose="020B0604020202020204" pitchFamily="34" charset="0"/>
                <a:ea typeface="楷体_GB2312" pitchFamily="49" charset="-122"/>
              </a:rPr>
              <a:t>．故障检测诊断</a:t>
            </a:r>
          </a:p>
          <a:p>
            <a:r>
              <a:rPr lang="en-US" altLang="zh-CN" sz="3600" dirty="0">
                <a:solidFill>
                  <a:srgbClr val="0033CC"/>
                </a:solidFill>
                <a:latin typeface="Arial" panose="020B0604020202020204" pitchFamily="34" charset="0"/>
                <a:ea typeface="楷体_GB2312" pitchFamily="49" charset="-122"/>
              </a:rPr>
              <a:t>6</a:t>
            </a:r>
            <a:r>
              <a:rPr lang="zh-CN" altLang="en-US" sz="3600">
                <a:solidFill>
                  <a:srgbClr val="0033CC"/>
                </a:solidFill>
                <a:latin typeface="Arial" panose="020B0604020202020204" pitchFamily="34" charset="0"/>
                <a:ea typeface="楷体_GB2312" pitchFamily="49" charset="-122"/>
              </a:rPr>
              <a:t>．故障处理</a:t>
            </a:r>
          </a:p>
          <a:p>
            <a:r>
              <a:rPr lang="en-US" altLang="zh-CN" sz="3600" dirty="0">
                <a:solidFill>
                  <a:srgbClr val="0033CC"/>
                </a:solidFill>
                <a:latin typeface="Arial" panose="020B0604020202020204" pitchFamily="34" charset="0"/>
                <a:ea typeface="楷体_GB2312" pitchFamily="49" charset="-122"/>
              </a:rPr>
              <a:t>7.  </a:t>
            </a:r>
            <a:r>
              <a:rPr lang="zh-CN" altLang="en-US" sz="3600">
                <a:solidFill>
                  <a:srgbClr val="0033CC"/>
                </a:solidFill>
                <a:latin typeface="Arial" panose="020B0604020202020204" pitchFamily="34" charset="0"/>
                <a:ea typeface="楷体_GB2312" pitchFamily="49" charset="-122"/>
              </a:rPr>
              <a:t>通电试机检验</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6A309281-1FB0-447C-9511-D566A5165627}" type="slidenum">
              <a:rPr lang="en-US" altLang="zh-CN"/>
              <a:t>15</a:t>
            </a:fld>
            <a:endParaRPr lang="en-US" altLang="zh-CN" dirty="0"/>
          </a:p>
        </p:txBody>
      </p:sp>
      <p:sp>
        <p:nvSpPr>
          <p:cNvPr id="131074" name="Rectangle 2"/>
          <p:cNvSpPr>
            <a:spLocks noGrp="1" noChangeArrowheads="1"/>
          </p:cNvSpPr>
          <p:nvPr>
            <p:ph type="title"/>
          </p:nvPr>
        </p:nvSpPr>
        <p:spPr>
          <a:xfrm>
            <a:off x="2424114" y="1196975"/>
            <a:ext cx="7488237" cy="381000"/>
          </a:xfrm>
          <a:noFill/>
        </p:spPr>
        <p:txBody>
          <a:bodyPr/>
          <a:lstStyle/>
          <a:p>
            <a:r>
              <a:rPr lang="en-US" altLang="zh-CN" b="1" dirty="0">
                <a:solidFill>
                  <a:srgbClr val="FF0000"/>
                </a:solidFill>
              </a:rPr>
              <a:t>1.3.3   </a:t>
            </a:r>
            <a:r>
              <a:rPr lang="zh-CN" altLang="en-US" b="1">
                <a:solidFill>
                  <a:srgbClr val="FF0000"/>
                </a:solidFill>
              </a:rPr>
              <a:t>电子产品维修注意事项</a:t>
            </a:r>
          </a:p>
        </p:txBody>
      </p:sp>
      <p:sp>
        <p:nvSpPr>
          <p:cNvPr id="131076" name="Rectangle 4"/>
          <p:cNvSpPr>
            <a:spLocks noChangeArrowheads="1"/>
          </p:cNvSpPr>
          <p:nvPr/>
        </p:nvSpPr>
        <p:spPr bwMode="auto">
          <a:xfrm>
            <a:off x="1992314" y="1900239"/>
            <a:ext cx="8351837" cy="446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6023" bIns="30153"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dirty="0">
                <a:solidFill>
                  <a:srgbClr val="FF0000"/>
                </a:solidFill>
                <a:latin typeface="Arial" panose="020B0604020202020204" pitchFamily="34" charset="0"/>
                <a:ea typeface="楷体_GB2312" pitchFamily="49" charset="-122"/>
              </a:rPr>
              <a:t>1</a:t>
            </a:r>
            <a:r>
              <a:rPr lang="zh-CN" altLang="en-US" sz="3200">
                <a:solidFill>
                  <a:srgbClr val="FF0000"/>
                </a:solidFill>
                <a:latin typeface="Arial" panose="020B0604020202020204" pitchFamily="34" charset="0"/>
                <a:ea typeface="楷体_GB2312" pitchFamily="49" charset="-122"/>
              </a:rPr>
              <a:t>．维修前准备事项</a:t>
            </a:r>
          </a:p>
          <a:p>
            <a:pPr algn="ctr"/>
            <a:endParaRPr lang="zh-CN" altLang="en-US" sz="3200">
              <a:solidFill>
                <a:srgbClr val="FF0000"/>
              </a:solidFill>
              <a:latin typeface="Arial" panose="020B0604020202020204" pitchFamily="34" charset="0"/>
              <a:ea typeface="楷体_GB2312" pitchFamily="49" charset="-122"/>
            </a:endParaRPr>
          </a:p>
          <a:p>
            <a:r>
              <a:rPr lang="zh-CN" altLang="en-US">
                <a:solidFill>
                  <a:srgbClr val="000099"/>
                </a:solidFill>
                <a:latin typeface="Arial" panose="020B0604020202020204" pitchFamily="34" charset="0"/>
                <a:ea typeface="楷体_GB2312" pitchFamily="49" charset="-122"/>
              </a:rPr>
              <a:t>    </a:t>
            </a:r>
            <a:r>
              <a:rPr lang="en-US" altLang="zh-CN" sz="2800" dirty="0">
                <a:solidFill>
                  <a:srgbClr val="000099"/>
                </a:solidFill>
                <a:latin typeface="Arial" panose="020B0604020202020204" pitchFamily="34" charset="0"/>
                <a:ea typeface="楷体_GB2312" pitchFamily="49" charset="-122"/>
              </a:rPr>
              <a:t>1. </a:t>
            </a:r>
            <a:r>
              <a:rPr lang="zh-CN" altLang="en-US" sz="2800">
                <a:solidFill>
                  <a:srgbClr val="000099"/>
                </a:solidFill>
                <a:latin typeface="Arial" panose="020B0604020202020204" pitchFamily="34" charset="0"/>
                <a:ea typeface="楷体_GB2312" pitchFamily="49" charset="-122"/>
              </a:rPr>
              <a:t>了解电子产品损坏经过；准备好电子产品图纸，掌握信号流程及各关键点的电压和信号波形。</a:t>
            </a:r>
          </a:p>
          <a:p>
            <a:r>
              <a:rPr lang="zh-CN" altLang="en-US" sz="2800">
                <a:solidFill>
                  <a:srgbClr val="000099"/>
                </a:solidFill>
                <a:latin typeface="Arial" panose="020B0604020202020204" pitchFamily="34" charset="0"/>
                <a:ea typeface="楷体_GB2312" pitchFamily="49" charset="-122"/>
              </a:rPr>
              <a:t>    </a:t>
            </a:r>
            <a:r>
              <a:rPr lang="en-US" altLang="zh-CN" sz="2800" dirty="0">
                <a:solidFill>
                  <a:srgbClr val="000099"/>
                </a:solidFill>
                <a:latin typeface="Arial" panose="020B0604020202020204" pitchFamily="34" charset="0"/>
                <a:ea typeface="楷体_GB2312" pitchFamily="49" charset="-122"/>
              </a:rPr>
              <a:t>2. </a:t>
            </a:r>
            <a:r>
              <a:rPr lang="zh-CN" altLang="en-US" sz="2800">
                <a:solidFill>
                  <a:srgbClr val="000099"/>
                </a:solidFill>
                <a:latin typeface="Arial" panose="020B0604020202020204" pitchFamily="34" charset="0"/>
                <a:ea typeface="楷体_GB2312" pitchFamily="49" charset="-122"/>
              </a:rPr>
              <a:t>阅读电子产品的使用说明书、产品安全性能注意事项等内容。</a:t>
            </a:r>
          </a:p>
          <a:p>
            <a:r>
              <a:rPr lang="zh-CN" altLang="en-US" sz="2800">
                <a:solidFill>
                  <a:srgbClr val="000099"/>
                </a:solidFill>
                <a:latin typeface="Arial" panose="020B0604020202020204" pitchFamily="34" charset="0"/>
                <a:ea typeface="楷体_GB2312" pitchFamily="49" charset="-122"/>
              </a:rPr>
              <a:t>    </a:t>
            </a:r>
            <a:r>
              <a:rPr lang="en-US" altLang="zh-CN" sz="2800" dirty="0">
                <a:solidFill>
                  <a:srgbClr val="000099"/>
                </a:solidFill>
                <a:latin typeface="Arial" panose="020B0604020202020204" pitchFamily="34" charset="0"/>
                <a:ea typeface="楷体_GB2312" pitchFamily="49" charset="-122"/>
              </a:rPr>
              <a:t>3.</a:t>
            </a:r>
            <a:r>
              <a:rPr lang="zh-CN" altLang="en-US" sz="2800">
                <a:solidFill>
                  <a:srgbClr val="000099"/>
                </a:solidFill>
                <a:latin typeface="Arial" panose="020B0604020202020204" pitchFamily="34" charset="0"/>
                <a:ea typeface="楷体_GB2312" pitchFamily="49" charset="-122"/>
              </a:rPr>
              <a:t>除去电子产品机内灰尘，清洗相关接插件和可调元器件。</a:t>
            </a:r>
          </a:p>
          <a:p>
            <a:r>
              <a:rPr lang="zh-CN" altLang="en-US" sz="2800">
                <a:solidFill>
                  <a:srgbClr val="000099"/>
                </a:solidFill>
                <a:latin typeface="Arial" panose="020B0604020202020204" pitchFamily="34" charset="0"/>
                <a:ea typeface="楷体_GB2312" pitchFamily="49" charset="-122"/>
              </a:rPr>
              <a:t>    </a:t>
            </a:r>
            <a:r>
              <a:rPr lang="en-US" altLang="zh-CN" sz="2800" dirty="0">
                <a:solidFill>
                  <a:srgbClr val="000099"/>
                </a:solidFill>
                <a:latin typeface="Arial" panose="020B0604020202020204" pitchFamily="34" charset="0"/>
                <a:ea typeface="楷体_GB2312" pitchFamily="49" charset="-122"/>
              </a:rPr>
              <a:t>4. </a:t>
            </a:r>
            <a:r>
              <a:rPr lang="zh-CN" altLang="en-US" sz="2800">
                <a:solidFill>
                  <a:srgbClr val="000099"/>
                </a:solidFill>
                <a:latin typeface="Arial" panose="020B0604020202020204" pitchFamily="34" charset="0"/>
                <a:ea typeface="楷体_GB2312" pitchFamily="49" charset="-122"/>
              </a:rPr>
              <a:t>维修场所的环境应该确保安全、整洁、通风。在地面和工作台面上，都要铺上绝缘的橡皮垫</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E406C36-E581-4C6B-8BF3-7514A1C9D3BC}" type="slidenum">
              <a:rPr lang="en-US" altLang="zh-CN"/>
              <a:t>16</a:t>
            </a:fld>
            <a:endParaRPr lang="en-US" altLang="zh-CN" dirty="0"/>
          </a:p>
        </p:txBody>
      </p:sp>
      <p:sp>
        <p:nvSpPr>
          <p:cNvPr id="122882" name="Rectangle 2"/>
          <p:cNvSpPr>
            <a:spLocks noGrp="1" noChangeArrowheads="1"/>
          </p:cNvSpPr>
          <p:nvPr>
            <p:ph type="title"/>
          </p:nvPr>
        </p:nvSpPr>
        <p:spPr>
          <a:xfrm>
            <a:off x="2424114" y="1196975"/>
            <a:ext cx="7488237" cy="381000"/>
          </a:xfrm>
          <a:noFill/>
        </p:spPr>
        <p:txBody>
          <a:bodyPr/>
          <a:lstStyle/>
          <a:p>
            <a:r>
              <a:rPr lang="en-US" altLang="zh-CN" b="1" dirty="0">
                <a:solidFill>
                  <a:srgbClr val="FF0000"/>
                </a:solidFill>
              </a:rPr>
              <a:t>1.3.3   </a:t>
            </a:r>
            <a:r>
              <a:rPr lang="zh-CN" altLang="en-US" b="1">
                <a:solidFill>
                  <a:srgbClr val="FF0000"/>
                </a:solidFill>
              </a:rPr>
              <a:t>电子产品维修注意事项</a:t>
            </a:r>
          </a:p>
        </p:txBody>
      </p:sp>
      <p:pic>
        <p:nvPicPr>
          <p:cNvPr id="122883" name="Picture 3" descr="01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613" y="3863505"/>
            <a:ext cx="4824412" cy="253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4" name="Rectangle 4"/>
          <p:cNvSpPr>
            <a:spLocks noChangeArrowheads="1"/>
          </p:cNvSpPr>
          <p:nvPr/>
        </p:nvSpPr>
        <p:spPr bwMode="auto">
          <a:xfrm>
            <a:off x="2279651" y="1883494"/>
            <a:ext cx="7991475" cy="1985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6023" bIns="30153"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dirty="0">
                <a:solidFill>
                  <a:srgbClr val="FF0000"/>
                </a:solidFill>
                <a:latin typeface="Arial" panose="020B0604020202020204" pitchFamily="34" charset="0"/>
                <a:ea typeface="楷体_GB2312" pitchFamily="49" charset="-122"/>
              </a:rPr>
              <a:t>2</a:t>
            </a:r>
            <a:r>
              <a:rPr lang="zh-CN" altLang="en-US" sz="2800" dirty="0">
                <a:solidFill>
                  <a:srgbClr val="FF0000"/>
                </a:solidFill>
                <a:latin typeface="Arial" panose="020B0604020202020204" pitchFamily="34" charset="0"/>
                <a:ea typeface="楷体_GB2312" pitchFamily="49" charset="-122"/>
              </a:rPr>
              <a:t>．维修安全注意事项</a:t>
            </a:r>
          </a:p>
          <a:p>
            <a:r>
              <a:rPr lang="zh-CN" altLang="en-US" dirty="0">
                <a:solidFill>
                  <a:srgbClr val="000099"/>
                </a:solidFill>
                <a:latin typeface="Arial" panose="020B0604020202020204" pitchFamily="34" charset="0"/>
                <a:ea typeface="楷体_GB2312" pitchFamily="49" charset="-122"/>
              </a:rPr>
              <a:t>    目前大多数电子产品（如电视机、计算机等），采用开关电源，其特点就是对</a:t>
            </a:r>
            <a:r>
              <a:rPr lang="en-US" altLang="zh-CN" dirty="0">
                <a:solidFill>
                  <a:srgbClr val="000099"/>
                </a:solidFill>
                <a:latin typeface="Arial" panose="020B0604020202020204" pitchFamily="34" charset="0"/>
                <a:ea typeface="楷体_GB2312" pitchFamily="49" charset="-122"/>
              </a:rPr>
              <a:t>220V/50Hz</a:t>
            </a:r>
            <a:r>
              <a:rPr lang="zh-CN" altLang="en-US" dirty="0">
                <a:solidFill>
                  <a:srgbClr val="000099"/>
                </a:solidFill>
                <a:latin typeface="Arial" panose="020B0604020202020204" pitchFamily="34" charset="0"/>
                <a:ea typeface="楷体_GB2312" pitchFamily="49" charset="-122"/>
              </a:rPr>
              <a:t>交流电直接进行整流滤波，这使得电路底板（接地点）成为热底板，即底板通过整流二极管和</a:t>
            </a:r>
            <a:r>
              <a:rPr lang="en-US" altLang="zh-CN" dirty="0">
                <a:solidFill>
                  <a:srgbClr val="000099"/>
                </a:solidFill>
                <a:latin typeface="Arial" panose="020B0604020202020204" pitchFamily="34" charset="0"/>
                <a:ea typeface="楷体_GB2312" pitchFamily="49" charset="-122"/>
              </a:rPr>
              <a:t>220V/50Hz</a:t>
            </a:r>
            <a:r>
              <a:rPr lang="zh-CN" altLang="en-US" dirty="0">
                <a:solidFill>
                  <a:srgbClr val="000099"/>
                </a:solidFill>
                <a:latin typeface="Arial" panose="020B0604020202020204" pitchFamily="34" charset="0"/>
                <a:ea typeface="楷体_GB2312" pitchFamily="49" charset="-122"/>
              </a:rPr>
              <a:t>交流电的火线相连。</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E406C36-E581-4C6B-8BF3-7514A1C9D3BC}" type="slidenum">
              <a:rPr lang="en-US" altLang="zh-CN"/>
              <a:t>17</a:t>
            </a:fld>
            <a:endParaRPr lang="en-US" altLang="zh-CN" dirty="0"/>
          </a:p>
        </p:txBody>
      </p:sp>
      <p:sp>
        <p:nvSpPr>
          <p:cNvPr id="122882" name="Rectangle 2"/>
          <p:cNvSpPr>
            <a:spLocks noGrp="1" noChangeArrowheads="1"/>
          </p:cNvSpPr>
          <p:nvPr>
            <p:ph type="title"/>
          </p:nvPr>
        </p:nvSpPr>
        <p:spPr>
          <a:xfrm>
            <a:off x="2424114" y="1196975"/>
            <a:ext cx="7488237" cy="381000"/>
          </a:xfrm>
          <a:noFill/>
        </p:spPr>
        <p:txBody>
          <a:bodyPr/>
          <a:lstStyle/>
          <a:p>
            <a:r>
              <a:rPr lang="en-US" altLang="zh-CN" b="1" dirty="0">
                <a:solidFill>
                  <a:srgbClr val="FF0000"/>
                </a:solidFill>
              </a:rPr>
              <a:t>1.3.3   </a:t>
            </a:r>
            <a:r>
              <a:rPr lang="zh-CN" altLang="en-US" b="1">
                <a:solidFill>
                  <a:srgbClr val="FF0000"/>
                </a:solidFill>
              </a:rPr>
              <a:t>电子产品维修注意事项</a:t>
            </a:r>
          </a:p>
        </p:txBody>
      </p:sp>
      <p:sp>
        <p:nvSpPr>
          <p:cNvPr id="122884" name="Rectangle 4"/>
          <p:cNvSpPr>
            <a:spLocks noChangeArrowheads="1"/>
          </p:cNvSpPr>
          <p:nvPr/>
        </p:nvSpPr>
        <p:spPr bwMode="auto">
          <a:xfrm>
            <a:off x="2279651" y="1883494"/>
            <a:ext cx="7991475" cy="1985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6023" bIns="30153"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dirty="0">
                <a:solidFill>
                  <a:srgbClr val="FF0000"/>
                </a:solidFill>
                <a:latin typeface="Arial" panose="020B0604020202020204" pitchFamily="34" charset="0"/>
                <a:ea typeface="楷体_GB2312" pitchFamily="49" charset="-122"/>
              </a:rPr>
              <a:t>2</a:t>
            </a:r>
            <a:r>
              <a:rPr lang="zh-CN" altLang="en-US" sz="2800" dirty="0">
                <a:solidFill>
                  <a:srgbClr val="FF0000"/>
                </a:solidFill>
                <a:latin typeface="Arial" panose="020B0604020202020204" pitchFamily="34" charset="0"/>
                <a:ea typeface="楷体_GB2312" pitchFamily="49" charset="-122"/>
              </a:rPr>
              <a:t>．维修安全注意事项</a:t>
            </a:r>
          </a:p>
          <a:p>
            <a:r>
              <a:rPr lang="zh-CN" altLang="en-US" dirty="0">
                <a:solidFill>
                  <a:srgbClr val="000099"/>
                </a:solidFill>
                <a:latin typeface="Arial" panose="020B0604020202020204" pitchFamily="34" charset="0"/>
                <a:ea typeface="楷体_GB2312" pitchFamily="49" charset="-122"/>
              </a:rPr>
              <a:t>      </a:t>
            </a:r>
            <a:endParaRPr lang="en-US" altLang="zh-CN" dirty="0">
              <a:solidFill>
                <a:srgbClr val="000099"/>
              </a:solidFill>
              <a:latin typeface="Arial" panose="020B0604020202020204" pitchFamily="34" charset="0"/>
              <a:ea typeface="楷体_GB2312" pitchFamily="49" charset="-122"/>
            </a:endParaRPr>
          </a:p>
          <a:p>
            <a:endParaRPr lang="en-US" altLang="zh-CN" dirty="0">
              <a:solidFill>
                <a:srgbClr val="000099"/>
              </a:solidFill>
              <a:latin typeface="Arial" panose="020B0604020202020204" pitchFamily="34" charset="0"/>
              <a:ea typeface="楷体_GB2312" pitchFamily="49" charset="-122"/>
            </a:endParaRPr>
          </a:p>
          <a:p>
            <a:endParaRPr lang="en-US" altLang="zh-CN" dirty="0">
              <a:solidFill>
                <a:srgbClr val="000099"/>
              </a:solidFill>
              <a:latin typeface="Arial" panose="020B0604020202020204" pitchFamily="34" charset="0"/>
              <a:ea typeface="楷体_GB2312" pitchFamily="49" charset="-122"/>
            </a:endParaRPr>
          </a:p>
          <a:p>
            <a:endParaRPr lang="zh-CN" altLang="en-US" dirty="0">
              <a:solidFill>
                <a:srgbClr val="000099"/>
              </a:solidFill>
              <a:latin typeface="Arial" panose="020B0604020202020204" pitchFamily="34" charset="0"/>
              <a:ea typeface="楷体_GB2312" pitchFamily="49" charset="-122"/>
            </a:endParaRPr>
          </a:p>
        </p:txBody>
      </p:sp>
      <p:pic>
        <p:nvPicPr>
          <p:cNvPr id="3" name="图片 2"/>
          <p:cNvPicPr>
            <a:picLocks noChangeAspect="1"/>
          </p:cNvPicPr>
          <p:nvPr/>
        </p:nvPicPr>
        <p:blipFill>
          <a:blip r:embed="rId2"/>
          <a:stretch>
            <a:fillRect/>
          </a:stretch>
        </p:blipFill>
        <p:spPr>
          <a:xfrm>
            <a:off x="2209800" y="2376498"/>
            <a:ext cx="7772400" cy="40573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E406C36-E581-4C6B-8BF3-7514A1C9D3BC}" type="slidenum">
              <a:rPr lang="en-US" altLang="zh-CN"/>
              <a:t>18</a:t>
            </a:fld>
            <a:endParaRPr lang="en-US" altLang="zh-CN" dirty="0"/>
          </a:p>
        </p:txBody>
      </p:sp>
      <p:sp>
        <p:nvSpPr>
          <p:cNvPr id="122882" name="Rectangle 2"/>
          <p:cNvSpPr>
            <a:spLocks noGrp="1" noChangeArrowheads="1"/>
          </p:cNvSpPr>
          <p:nvPr>
            <p:ph type="title"/>
          </p:nvPr>
        </p:nvSpPr>
        <p:spPr>
          <a:xfrm>
            <a:off x="2424114" y="1196975"/>
            <a:ext cx="7488237" cy="381000"/>
          </a:xfrm>
          <a:noFill/>
        </p:spPr>
        <p:txBody>
          <a:bodyPr/>
          <a:lstStyle/>
          <a:p>
            <a:r>
              <a:rPr lang="en-US" altLang="zh-CN" b="1" dirty="0">
                <a:solidFill>
                  <a:srgbClr val="FF0000"/>
                </a:solidFill>
              </a:rPr>
              <a:t>1.3.3   </a:t>
            </a:r>
            <a:r>
              <a:rPr lang="zh-CN" altLang="en-US" b="1">
                <a:solidFill>
                  <a:srgbClr val="FF0000"/>
                </a:solidFill>
              </a:rPr>
              <a:t>电子产品维修注意事项</a:t>
            </a:r>
          </a:p>
        </p:txBody>
      </p:sp>
      <p:sp>
        <p:nvSpPr>
          <p:cNvPr id="122884" name="Rectangle 4"/>
          <p:cNvSpPr>
            <a:spLocks noChangeArrowheads="1"/>
          </p:cNvSpPr>
          <p:nvPr/>
        </p:nvSpPr>
        <p:spPr bwMode="auto">
          <a:xfrm>
            <a:off x="2279651" y="1883494"/>
            <a:ext cx="7991475" cy="1985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6023" bIns="30153"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dirty="0">
                <a:solidFill>
                  <a:srgbClr val="FF0000"/>
                </a:solidFill>
                <a:latin typeface="Arial" panose="020B0604020202020204" pitchFamily="34" charset="0"/>
                <a:ea typeface="楷体_GB2312" pitchFamily="49" charset="-122"/>
              </a:rPr>
              <a:t>2</a:t>
            </a:r>
            <a:r>
              <a:rPr lang="zh-CN" altLang="en-US" sz="2800" dirty="0">
                <a:solidFill>
                  <a:srgbClr val="FF0000"/>
                </a:solidFill>
                <a:latin typeface="Arial" panose="020B0604020202020204" pitchFamily="34" charset="0"/>
                <a:ea typeface="楷体_GB2312" pitchFamily="49" charset="-122"/>
              </a:rPr>
              <a:t>．维修安全注意事项</a:t>
            </a:r>
          </a:p>
          <a:p>
            <a:r>
              <a:rPr lang="zh-CN" altLang="en-US" dirty="0">
                <a:solidFill>
                  <a:srgbClr val="000099"/>
                </a:solidFill>
                <a:latin typeface="Arial" panose="020B0604020202020204" pitchFamily="34" charset="0"/>
                <a:ea typeface="楷体_GB2312" pitchFamily="49" charset="-122"/>
              </a:rPr>
              <a:t>      </a:t>
            </a:r>
            <a:endParaRPr lang="en-US" altLang="zh-CN" dirty="0">
              <a:solidFill>
                <a:srgbClr val="000099"/>
              </a:solidFill>
              <a:latin typeface="Arial" panose="020B0604020202020204" pitchFamily="34" charset="0"/>
              <a:ea typeface="楷体_GB2312" pitchFamily="49" charset="-122"/>
            </a:endParaRPr>
          </a:p>
          <a:p>
            <a:endParaRPr lang="en-US" altLang="zh-CN" dirty="0">
              <a:solidFill>
                <a:srgbClr val="000099"/>
              </a:solidFill>
              <a:latin typeface="Arial" panose="020B0604020202020204" pitchFamily="34" charset="0"/>
              <a:ea typeface="楷体_GB2312" pitchFamily="49" charset="-122"/>
            </a:endParaRPr>
          </a:p>
          <a:p>
            <a:endParaRPr lang="en-US" altLang="zh-CN" dirty="0">
              <a:solidFill>
                <a:srgbClr val="000099"/>
              </a:solidFill>
              <a:latin typeface="Arial" panose="020B0604020202020204" pitchFamily="34" charset="0"/>
              <a:ea typeface="楷体_GB2312" pitchFamily="49" charset="-122"/>
            </a:endParaRPr>
          </a:p>
          <a:p>
            <a:endParaRPr lang="zh-CN" altLang="en-US" dirty="0">
              <a:solidFill>
                <a:srgbClr val="000099"/>
              </a:solidFill>
              <a:latin typeface="Arial" panose="020B0604020202020204" pitchFamily="34" charset="0"/>
              <a:ea typeface="楷体_GB2312" pitchFamily="49" charset="-122"/>
            </a:endParaRPr>
          </a:p>
        </p:txBody>
      </p:sp>
      <p:pic>
        <p:nvPicPr>
          <p:cNvPr id="2" name="图片 1"/>
          <p:cNvPicPr>
            <a:picLocks noChangeAspect="1"/>
          </p:cNvPicPr>
          <p:nvPr/>
        </p:nvPicPr>
        <p:blipFill>
          <a:blip r:embed="rId2"/>
          <a:stretch>
            <a:fillRect/>
          </a:stretch>
        </p:blipFill>
        <p:spPr>
          <a:xfrm>
            <a:off x="2389188" y="2322453"/>
            <a:ext cx="7772400" cy="37033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017F988-07F1-43F8-8312-1CD655B422B3}" type="slidenum">
              <a:rPr lang="en-US" altLang="zh-CN"/>
              <a:t>19</a:t>
            </a:fld>
            <a:endParaRPr lang="en-US" altLang="zh-CN" dirty="0"/>
          </a:p>
        </p:txBody>
      </p:sp>
      <p:sp>
        <p:nvSpPr>
          <p:cNvPr id="114695" name="Rectangle 7"/>
          <p:cNvSpPr>
            <a:spLocks noGrp="1" noChangeArrowheads="1"/>
          </p:cNvSpPr>
          <p:nvPr>
            <p:ph type="title"/>
          </p:nvPr>
        </p:nvSpPr>
        <p:spPr>
          <a:xfrm>
            <a:off x="2424114" y="981075"/>
            <a:ext cx="7488237" cy="381000"/>
          </a:xfrm>
          <a:noFill/>
        </p:spPr>
        <p:txBody>
          <a:bodyPr/>
          <a:lstStyle/>
          <a:p>
            <a:r>
              <a:rPr lang="en-US" altLang="zh-CN" b="1" dirty="0">
                <a:solidFill>
                  <a:srgbClr val="FF0000"/>
                </a:solidFill>
              </a:rPr>
              <a:t>1.3.3   </a:t>
            </a:r>
            <a:r>
              <a:rPr lang="zh-CN" altLang="en-US" b="1">
                <a:solidFill>
                  <a:srgbClr val="FF0000"/>
                </a:solidFill>
              </a:rPr>
              <a:t>电子产品维修注意事项</a:t>
            </a:r>
          </a:p>
        </p:txBody>
      </p:sp>
      <p:sp>
        <p:nvSpPr>
          <p:cNvPr id="114696" name="Rectangle 8"/>
          <p:cNvSpPr>
            <a:spLocks noChangeArrowheads="1"/>
          </p:cNvSpPr>
          <p:nvPr/>
        </p:nvSpPr>
        <p:spPr bwMode="auto">
          <a:xfrm>
            <a:off x="2208213" y="1601249"/>
            <a:ext cx="7993062" cy="49397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46023" bIns="30153"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dirty="0">
                <a:solidFill>
                  <a:srgbClr val="FF0000"/>
                </a:solidFill>
                <a:latin typeface="Arial" panose="020B0604020202020204" pitchFamily="34" charset="0"/>
                <a:ea typeface="楷体_GB2312" pitchFamily="49" charset="-122"/>
              </a:rPr>
              <a:t>3</a:t>
            </a:r>
            <a:r>
              <a:rPr lang="zh-CN" altLang="en-US" sz="2800">
                <a:solidFill>
                  <a:srgbClr val="FF0000"/>
                </a:solidFill>
                <a:latin typeface="Arial" panose="020B0604020202020204" pitchFamily="34" charset="0"/>
                <a:ea typeface="楷体_GB2312" pitchFamily="49" charset="-122"/>
              </a:rPr>
              <a:t>．维修过程注意事项</a:t>
            </a:r>
          </a:p>
          <a:p>
            <a:r>
              <a:rPr lang="zh-CN" altLang="en-US">
                <a:solidFill>
                  <a:srgbClr val="000099"/>
                </a:solidFill>
                <a:latin typeface="Arial" panose="020B0604020202020204" pitchFamily="34" charset="0"/>
                <a:ea typeface="楷体_GB2312" pitchFamily="49" charset="-122"/>
              </a:rPr>
              <a:t>    </a:t>
            </a:r>
            <a:r>
              <a:rPr lang="en-US" altLang="zh-CN" dirty="0">
                <a:solidFill>
                  <a:srgbClr val="000099"/>
                </a:solidFill>
                <a:latin typeface="Arial" panose="020B0604020202020204" pitchFamily="34" charset="0"/>
                <a:ea typeface="楷体_GB2312" pitchFamily="49" charset="-122"/>
              </a:rPr>
              <a:t>1. </a:t>
            </a:r>
            <a:r>
              <a:rPr lang="zh-CN" altLang="en-US">
                <a:solidFill>
                  <a:srgbClr val="000099"/>
                </a:solidFill>
                <a:latin typeface="Arial" panose="020B0604020202020204" pitchFamily="34" charset="0"/>
                <a:ea typeface="楷体_GB2312" pitchFamily="49" charset="-122"/>
              </a:rPr>
              <a:t>电烙铁要妥善安置，拆下来的螺钉、螺母等零部件要妥善放置。</a:t>
            </a:r>
          </a:p>
          <a:p>
            <a:r>
              <a:rPr lang="zh-CN" altLang="en-US">
                <a:solidFill>
                  <a:srgbClr val="000099"/>
                </a:solidFill>
                <a:latin typeface="Arial" panose="020B0604020202020204" pitchFamily="34" charset="0"/>
                <a:ea typeface="楷体_GB2312" pitchFamily="49" charset="-122"/>
              </a:rPr>
              <a:t>    </a:t>
            </a:r>
            <a:r>
              <a:rPr lang="en-US" altLang="zh-CN" dirty="0">
                <a:solidFill>
                  <a:srgbClr val="000099"/>
                </a:solidFill>
                <a:latin typeface="Arial" panose="020B0604020202020204" pitchFamily="34" charset="0"/>
                <a:ea typeface="楷体_GB2312" pitchFamily="49" charset="-122"/>
              </a:rPr>
              <a:t>2. </a:t>
            </a:r>
            <a:r>
              <a:rPr lang="zh-CN" altLang="en-US">
                <a:solidFill>
                  <a:srgbClr val="000099"/>
                </a:solidFill>
                <a:latin typeface="Arial" panose="020B0604020202020204" pitchFamily="34" charset="0"/>
                <a:ea typeface="楷体_GB2312" pitchFamily="49" charset="-122"/>
              </a:rPr>
              <a:t>拆开的线头要采取安全措施，防止浮动线头和元件相碰，造成短路或接地等故障。</a:t>
            </a:r>
          </a:p>
          <a:p>
            <a:r>
              <a:rPr lang="zh-CN" altLang="en-US">
                <a:solidFill>
                  <a:srgbClr val="000099"/>
                </a:solidFill>
                <a:latin typeface="Arial" panose="020B0604020202020204" pitchFamily="34" charset="0"/>
                <a:ea typeface="楷体_GB2312" pitchFamily="49" charset="-122"/>
              </a:rPr>
              <a:t>    </a:t>
            </a:r>
            <a:r>
              <a:rPr lang="en-US" altLang="zh-CN" dirty="0">
                <a:solidFill>
                  <a:srgbClr val="000099"/>
                </a:solidFill>
                <a:latin typeface="Arial" panose="020B0604020202020204" pitchFamily="34" charset="0"/>
                <a:ea typeface="楷体_GB2312" pitchFamily="49" charset="-122"/>
              </a:rPr>
              <a:t>3. </a:t>
            </a:r>
            <a:r>
              <a:rPr lang="zh-CN" altLang="en-US">
                <a:solidFill>
                  <a:srgbClr val="000099"/>
                </a:solidFill>
                <a:latin typeface="Arial" panose="020B0604020202020204" pitchFamily="34" charset="0"/>
                <a:ea typeface="楷体_GB2312" pitchFamily="49" charset="-122"/>
              </a:rPr>
              <a:t>掉入机内的螺钉、螺母、导线、焊锡等，一定要及时清除，以免造成人为故障。</a:t>
            </a:r>
          </a:p>
          <a:p>
            <a:r>
              <a:rPr lang="zh-CN" altLang="en-US">
                <a:solidFill>
                  <a:srgbClr val="000099"/>
                </a:solidFill>
                <a:latin typeface="Arial" panose="020B0604020202020204" pitchFamily="34" charset="0"/>
                <a:ea typeface="楷体_GB2312" pitchFamily="49" charset="-122"/>
              </a:rPr>
              <a:t>    </a:t>
            </a:r>
            <a:r>
              <a:rPr lang="en-US" altLang="zh-CN" dirty="0">
                <a:solidFill>
                  <a:srgbClr val="000099"/>
                </a:solidFill>
                <a:latin typeface="Arial" panose="020B0604020202020204" pitchFamily="34" charset="0"/>
                <a:ea typeface="楷体_GB2312" pitchFamily="49" charset="-122"/>
              </a:rPr>
              <a:t>4. </a:t>
            </a:r>
            <a:r>
              <a:rPr lang="zh-CN" altLang="en-US">
                <a:solidFill>
                  <a:srgbClr val="000099"/>
                </a:solidFill>
                <a:latin typeface="Arial" panose="020B0604020202020204" pitchFamily="34" charset="0"/>
                <a:ea typeface="楷体_GB2312" pitchFamily="49" charset="-122"/>
              </a:rPr>
              <a:t>在带电测量时，一定要防止测试探头与相邻的焊点或元件相碰，检测集成电路引脚时尤为重要。</a:t>
            </a:r>
          </a:p>
          <a:p>
            <a:r>
              <a:rPr lang="zh-CN" altLang="en-US">
                <a:solidFill>
                  <a:srgbClr val="000099"/>
                </a:solidFill>
                <a:latin typeface="Arial" panose="020B0604020202020204" pitchFamily="34" charset="0"/>
                <a:ea typeface="楷体_GB2312" pitchFamily="49" charset="-122"/>
              </a:rPr>
              <a:t>    </a:t>
            </a:r>
            <a:r>
              <a:rPr lang="en-US" altLang="zh-CN" dirty="0">
                <a:solidFill>
                  <a:srgbClr val="000099"/>
                </a:solidFill>
                <a:latin typeface="Arial" panose="020B0604020202020204" pitchFamily="34" charset="0"/>
                <a:ea typeface="楷体_GB2312" pitchFamily="49" charset="-122"/>
              </a:rPr>
              <a:t>5. </a:t>
            </a:r>
            <a:r>
              <a:rPr lang="zh-CN" altLang="en-US">
                <a:solidFill>
                  <a:srgbClr val="000099"/>
                </a:solidFill>
                <a:latin typeface="Arial" panose="020B0604020202020204" pitchFamily="34" charset="0"/>
                <a:ea typeface="楷体_GB2312" pitchFamily="49" charset="-122"/>
              </a:rPr>
              <a:t>当拆下或拉出电子产品的底盘进行检修，放置在工作台上时，要保证桌面清洁和绝缘。</a:t>
            </a:r>
          </a:p>
          <a:p>
            <a:r>
              <a:rPr lang="zh-CN" altLang="en-US">
                <a:solidFill>
                  <a:srgbClr val="000099"/>
                </a:solidFill>
                <a:latin typeface="Arial" panose="020B0604020202020204" pitchFamily="34" charset="0"/>
                <a:ea typeface="楷体_GB2312" pitchFamily="49" charset="-122"/>
              </a:rPr>
              <a:t>    </a:t>
            </a:r>
            <a:r>
              <a:rPr lang="en-US" altLang="zh-CN" dirty="0">
                <a:solidFill>
                  <a:srgbClr val="000099"/>
                </a:solidFill>
                <a:latin typeface="Arial" panose="020B0604020202020204" pitchFamily="34" charset="0"/>
                <a:ea typeface="楷体_GB2312" pitchFamily="49" charset="-122"/>
              </a:rPr>
              <a:t>6. </a:t>
            </a:r>
            <a:r>
              <a:rPr lang="zh-CN" altLang="en-US">
                <a:solidFill>
                  <a:srgbClr val="000099"/>
                </a:solidFill>
                <a:latin typeface="Arial" panose="020B0604020202020204" pitchFamily="34" charset="0"/>
                <a:ea typeface="楷体_GB2312" pitchFamily="49" charset="-122"/>
              </a:rPr>
              <a:t>不能随意调整机内各种连线，以免出现干扰。</a:t>
            </a:r>
          </a:p>
          <a:p>
            <a:r>
              <a:rPr lang="zh-CN" altLang="en-US">
                <a:solidFill>
                  <a:srgbClr val="000099"/>
                </a:solidFill>
                <a:latin typeface="Arial" panose="020B0604020202020204" pitchFamily="34" charset="0"/>
                <a:ea typeface="楷体_GB2312" pitchFamily="49" charset="-122"/>
              </a:rPr>
              <a:t>    </a:t>
            </a:r>
            <a:r>
              <a:rPr lang="en-US" altLang="zh-CN" dirty="0">
                <a:solidFill>
                  <a:srgbClr val="000099"/>
                </a:solidFill>
                <a:latin typeface="Arial" panose="020B0604020202020204" pitchFamily="34" charset="0"/>
                <a:ea typeface="楷体_GB2312" pitchFamily="49" charset="-122"/>
              </a:rPr>
              <a:t>7. </a:t>
            </a:r>
            <a:r>
              <a:rPr lang="zh-CN" altLang="en-US">
                <a:solidFill>
                  <a:srgbClr val="000099"/>
                </a:solidFill>
                <a:latin typeface="Arial" panose="020B0604020202020204" pitchFamily="34" charset="0"/>
                <a:ea typeface="楷体_GB2312" pitchFamily="49" charset="-122"/>
              </a:rPr>
              <a:t>对于不太了解或不能随便调整的元件，不随便调动。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p:txBody>
          <a:bodyPr/>
          <a:lstStyle/>
          <a:p>
            <a:fld id="{47D70E64-46AB-4859-AE1A-36FA46520D27}" type="slidenum">
              <a:rPr lang="en-US" altLang="zh-CN"/>
              <a:t>20</a:t>
            </a:fld>
            <a:endParaRPr lang="en-US" altLang="zh-CN" dirty="0"/>
          </a:p>
        </p:txBody>
      </p:sp>
      <p:sp>
        <p:nvSpPr>
          <p:cNvPr id="55298" name="Rectangle 2"/>
          <p:cNvSpPr>
            <a:spLocks noChangeArrowheads="1"/>
          </p:cNvSpPr>
          <p:nvPr/>
        </p:nvSpPr>
        <p:spPr bwMode="auto">
          <a:xfrm>
            <a:off x="2895600" y="1828800"/>
            <a:ext cx="3886200" cy="2286000"/>
          </a:xfrm>
          <a:prstGeom prst="rect">
            <a:avLst/>
          </a:prstGeom>
          <a:solidFill>
            <a:srgbClr val="FF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hlink"/>
              </a:buClr>
            </a:pPr>
            <a:r>
              <a:rPr lang="en-US" altLang="zh-CN" sz="7200" dirty="0">
                <a:solidFill>
                  <a:srgbClr val="CC3300"/>
                </a:solidFill>
                <a:latin typeface="Arial Black" panose="020B0A04020102020204" pitchFamily="34" charset="0"/>
                <a:ea typeface="宋体" panose="02010600030101010101" pitchFamily="2" charset="-122"/>
              </a:rPr>
              <a:t>Thank   you !</a:t>
            </a:r>
          </a:p>
        </p:txBody>
      </p:sp>
      <p:graphicFrame>
        <p:nvGraphicFramePr>
          <p:cNvPr id="55299" name="Object 3"/>
          <p:cNvGraphicFramePr>
            <a:graphicFrameLocks noChangeAspect="1"/>
          </p:cNvGraphicFramePr>
          <p:nvPr/>
        </p:nvGraphicFramePr>
        <p:xfrm>
          <a:off x="6019800" y="3581400"/>
          <a:ext cx="4006850" cy="2857500"/>
        </p:xfrm>
        <a:graphic>
          <a:graphicData uri="http://schemas.openxmlformats.org/presentationml/2006/ole">
            <mc:AlternateContent xmlns:mc="http://schemas.openxmlformats.org/markup-compatibility/2006">
              <mc:Choice xmlns:v="urn:schemas-microsoft-com:vml" Requires="v">
                <p:oleObj spid="_x0000_s3075" name="剪辑" r:id="rId3" imgW="24041100" imgH="17145000" progId="MS_ClipArt_Gallery.2">
                  <p:embed/>
                </p:oleObj>
              </mc:Choice>
              <mc:Fallback>
                <p:oleObj name="剪辑" r:id="rId3" imgW="24041100" imgH="17145000" progId="MS_ClipArt_Gallery.2">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581400"/>
                        <a:ext cx="4006850" cy="285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精品在线课程-电子线路板版图设计</Template>
  <TotalTime>52</TotalTime>
  <Words>1289</Words>
  <Application>Microsoft Office PowerPoint</Application>
  <PresentationFormat>宽屏</PresentationFormat>
  <Paragraphs>118</Paragraphs>
  <Slides>20</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20</vt:i4>
      </vt:variant>
    </vt:vector>
  </HeadingPairs>
  <TitlesOfParts>
    <vt:vector size="34" baseType="lpstr">
      <vt:lpstr>等线</vt:lpstr>
      <vt:lpstr>黑体</vt:lpstr>
      <vt:lpstr>楷体_GB2312</vt:lpstr>
      <vt:lpstr>宋体</vt:lpstr>
      <vt:lpstr>微软雅黑</vt:lpstr>
      <vt:lpstr>Agency FB</vt:lpstr>
      <vt:lpstr>Arial</vt:lpstr>
      <vt:lpstr>Arial Black</vt:lpstr>
      <vt:lpstr>Calibri</vt:lpstr>
      <vt:lpstr>Impact</vt:lpstr>
      <vt:lpstr>Times New Roman</vt:lpstr>
      <vt:lpstr>Office 主题</vt:lpstr>
      <vt:lpstr>Visio.Drawing.11</vt:lpstr>
      <vt:lpstr>剪辑</vt:lpstr>
      <vt:lpstr>PowerPoint 演示文稿</vt:lpstr>
      <vt:lpstr>PowerPoint 演示文稿</vt:lpstr>
      <vt:lpstr>PowerPoint 演示文稿</vt:lpstr>
      <vt:lpstr>PowerPoint 演示文稿</vt:lpstr>
      <vt:lpstr>PowerPoint 演示文稿</vt:lpstr>
      <vt:lpstr>1.3.1   电子产品维修方法</vt:lpstr>
      <vt:lpstr>6   波形测量法</vt:lpstr>
      <vt:lpstr>7   替代法</vt:lpstr>
      <vt:lpstr>8  隔离分割法</vt:lpstr>
      <vt:lpstr>9   整机比较法</vt:lpstr>
      <vt:lpstr>10   故障字典法</vt:lpstr>
      <vt:lpstr>11  短路法</vt:lpstr>
      <vt:lpstr>12  升降温法</vt:lpstr>
      <vt:lpstr>1.3.2   电子产品维修程序</vt:lpstr>
      <vt:lpstr>1.3.3   电子产品维修注意事项</vt:lpstr>
      <vt:lpstr>1.3.3   电子产品维修注意事项</vt:lpstr>
      <vt:lpstr>1.3.3   电子产品维修注意事项</vt:lpstr>
      <vt:lpstr>1.3.3   电子产品维修注意事项</vt:lpstr>
      <vt:lpstr>1.3.3   电子产品维修注意事项</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adnin</dc:creator>
  <cp:lastModifiedBy>Administrator</cp:lastModifiedBy>
  <cp:revision>15</cp:revision>
  <dcterms:created xsi:type="dcterms:W3CDTF">2021-10-22T02:25:00Z</dcterms:created>
  <dcterms:modified xsi:type="dcterms:W3CDTF">2026-10-12T01:35:49Z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7F6F8C95406042E6B42C26B8F9F7642C_12</vt:lpwstr>
  </property>
  <property fmtid="{D5CDD505-2E9C-101B-9397-08002B2CF9AE}" pid="3" name="KSOProductBuildVer">
    <vt:lpwstr>2052-12.1.0.19770</vt:lpwstr>
  </property>
</Properties>
</file>