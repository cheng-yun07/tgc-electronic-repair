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5"/>
  </p:notesMasterIdLst>
  <p:handoutMasterIdLst>
    <p:handoutMasterId r:id="rId29"/>
  </p:handoutMasterIdLst>
  <p:sldIdLst>
    <p:sldId id="370" r:id="rId4"/>
    <p:sldId id="402" r:id="rId6"/>
    <p:sldId id="701" r:id="rId7"/>
    <p:sldId id="584" r:id="rId8"/>
    <p:sldId id="837" r:id="rId9"/>
    <p:sldId id="838" r:id="rId10"/>
    <p:sldId id="587" r:id="rId11"/>
    <p:sldId id="666" r:id="rId12"/>
    <p:sldId id="928" r:id="rId13"/>
    <p:sldId id="671" r:id="rId14"/>
    <p:sldId id="675" r:id="rId15"/>
    <p:sldId id="676" r:id="rId16"/>
    <p:sldId id="745" r:id="rId17"/>
    <p:sldId id="771" r:id="rId18"/>
    <p:sldId id="772" r:id="rId19"/>
    <p:sldId id="773" r:id="rId20"/>
    <p:sldId id="588" r:id="rId21"/>
    <p:sldId id="774" r:id="rId22"/>
    <p:sldId id="775" r:id="rId23"/>
    <p:sldId id="777" r:id="rId24"/>
    <p:sldId id="770" r:id="rId25"/>
    <p:sldId id="769" r:id="rId26"/>
    <p:sldId id="778" r:id="rId27"/>
    <p:sldId id="927" r:id="rId28"/>
  </p:sldIdLst>
  <p:sldSz cx="12190095" cy="6859270"/>
  <p:notesSz cx="6858000" cy="9144000"/>
  <p:custDataLst>
    <p:tags r:id="rId33"/>
  </p:custDataLst>
  <p:defaultTextStyle>
    <a:defPPr>
      <a:defRPr lang="zh-CN"/>
    </a:defPPr>
    <a:lvl1pPr marL="0" lvl="0" indent="0" algn="l" defTabSz="108902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100"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1pPr>
    <a:lvl2pPr marL="544830" lvl="1" indent="0" algn="l" defTabSz="108902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100"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2pPr>
    <a:lvl3pPr marL="1089025" lvl="2" indent="0" algn="l" defTabSz="108902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100"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3pPr>
    <a:lvl4pPr marL="1631950" lvl="3" indent="0" algn="l" defTabSz="108902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100"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4pPr>
    <a:lvl5pPr marL="2176780" lvl="4" indent="0" algn="l" defTabSz="108902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100"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5pPr>
    <a:lvl6pPr marL="2286000" lvl="5" indent="0" algn="l" defTabSz="108902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100"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6pPr>
    <a:lvl7pPr marL="2743200" lvl="6" indent="0" algn="l" defTabSz="108902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100"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7pPr>
    <a:lvl8pPr marL="3200400" lvl="7" indent="0" algn="l" defTabSz="108902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100"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8pPr>
    <a:lvl9pPr marL="3657600" lvl="8" indent="0" algn="l" defTabSz="108902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100"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3" userDrawn="1">
          <p15:clr>
            <a:srgbClr val="A4A3A4"/>
          </p15:clr>
        </p15:guide>
        <p15:guide id="2" orient="horz" pos="3860" userDrawn="1">
          <p15:clr>
            <a:srgbClr val="A4A3A4"/>
          </p15:clr>
        </p15:guide>
        <p15:guide id="3" pos="3842" userDrawn="1">
          <p15:clr>
            <a:srgbClr val="A4A3A4"/>
          </p15:clr>
        </p15:guide>
        <p15:guide id="4" pos="7288" userDrawn="1">
          <p15:clr>
            <a:srgbClr val="A4A3A4"/>
          </p15:clr>
        </p15:guide>
        <p15:guide id="5" pos="5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B1BF"/>
    <a:srgbClr val="EF7768"/>
    <a:srgbClr val="FF9933"/>
    <a:srgbClr val="C7C7C7"/>
    <a:srgbClr val="F5F5F5"/>
    <a:srgbClr val="00458E"/>
    <a:srgbClr val="8B8B8B"/>
    <a:srgbClr val="B11212"/>
    <a:srgbClr val="022A4F"/>
    <a:srgbClr val="007A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07"/>
    <p:restoredTop sz="94660"/>
  </p:normalViewPr>
  <p:slideViewPr>
    <p:cSldViewPr showGuides="1">
      <p:cViewPr varScale="1">
        <p:scale>
          <a:sx n="103" d="100"/>
          <a:sy n="103" d="100"/>
        </p:scale>
        <p:origin x="824" y="176"/>
      </p:cViewPr>
      <p:guideLst>
        <p:guide orient="horz" pos="2083"/>
        <p:guide orient="horz" pos="3860"/>
        <p:guide pos="3842"/>
        <p:guide pos="7288"/>
        <p:guide pos="56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5D1C15E6-6BD2-4E4B-B1D4-218C26E1B228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E655EDCA-2189-4435-B38B-6F3C2C04435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0B17430C-5A66-4BD0-A971-34190B6C6019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331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74AC173A-3DA8-4893-B28A-1E15F55C330A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两栏内容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两栏内容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5"/>
          <p:cNvSpPr txBox="1"/>
          <p:nvPr userDrawn="1"/>
        </p:nvSpPr>
        <p:spPr>
          <a:xfrm>
            <a:off x="10801350" y="404813"/>
            <a:ext cx="1073150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ctr"/>
            <a:r>
              <a:rPr lang="zh-CN" altLang="en-US" sz="16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18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A0DB2DC-4C9A-4742-B13C-FB6460FD3503}" type="slidenum">
              <a:rPr lang="zh-CN" altLang="en-US" sz="2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zh-CN" altLang="en-US" sz="18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两栏内容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7938"/>
            <a:ext cx="2844800" cy="365125"/>
          </a:xfrm>
        </p:spPr>
        <p:txBody>
          <a:bodyPr/>
          <a:lstStyle/>
          <a:p>
            <a:pPr defTabSz="1218565" fontAlgn="auto"/>
            <a:fld id="{8B8CD9F9-72C8-4589-8A77-E0EAAC1A9441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7938"/>
            <a:ext cx="3859213" cy="365125"/>
          </a:xfrm>
        </p:spPr>
        <p:txBody>
          <a:bodyPr/>
          <a:lstStyle/>
          <a:p>
            <a:pPr defTabSz="1218565"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6013" y="6357938"/>
            <a:ext cx="2844800" cy="365125"/>
          </a:xfrm>
        </p:spPr>
        <p:txBody>
          <a:bodyPr/>
          <a:lstStyle/>
          <a:p>
            <a:pPr defTabSz="1218565" fontAlgn="auto"/>
            <a:fld id="{8C53447A-3CB4-4631-B405-5E14F97A7A6E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그림 6" descr="0006.jpg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6350" y="0"/>
            <a:ext cx="12190413" cy="6694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565" fontAlgn="auto"/>
            <a:fld id="{8B8CD9F9-72C8-4589-8A77-E0EAAC1A9441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565"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8565" fontAlgn="auto"/>
            <a:fld id="{8C53447A-3CB4-4631-B405-5E14F97A7A6E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istrator\Desktop\矢量httpwww.3lian.comvector（三联www.3lian.com） (2) [转换]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2350" y="188913"/>
            <a:ext cx="73501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7938"/>
            <a:ext cx="2844800" cy="365125"/>
          </a:xfrm>
          <a:prstGeom prst="rect">
            <a:avLst/>
          </a:prstGeom>
        </p:spPr>
        <p:txBody>
          <a:bodyPr vert="horz" lIns="121917" tIns="60958" rIns="121917" bIns="60958" rtlCol="0" anchor="ctr"/>
          <a:lstStyle/>
          <a:p>
            <a:pPr fontAlgn="auto"/>
            <a:fld id="{8B8CD9F9-72C8-4589-8A77-E0EAAC1A9441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7938"/>
            <a:ext cx="3859213" cy="365125"/>
          </a:xfrm>
          <a:prstGeom prst="rect">
            <a:avLst/>
          </a:prstGeom>
        </p:spPr>
        <p:txBody>
          <a:bodyPr vert="horz" lIns="121917" tIns="60958" rIns="121917" bIns="60958" rtlCol="0" anchor="ctr"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6013" y="6357938"/>
            <a:ext cx="2844800" cy="365125"/>
          </a:xfrm>
          <a:prstGeom prst="rect">
            <a:avLst/>
          </a:prstGeom>
        </p:spPr>
        <p:txBody>
          <a:bodyPr vert="horz" lIns="121917" tIns="60958" rIns="121917" bIns="60958" rtlCol="0" anchor="ctr"/>
          <a:lstStyle/>
          <a:p>
            <a:pPr fontAlgn="auto"/>
            <a:fld id="{8C53447A-3CB4-4631-B405-5E14F97A7A6E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4"/>
            <a:ext cx="10361851" cy="1362391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565" fontAlgn="auto"/>
            <a:fld id="{8B8CD9F9-72C8-4589-8A77-E0EAAC1A9441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565"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8565" fontAlgn="auto"/>
            <a:fld id="{8C53447A-3CB4-4631-B405-5E14F97A7A6E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565" fontAlgn="auto"/>
            <a:fld id="{8B8CD9F9-72C8-4589-8A77-E0EAAC1A9441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565"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8565" fontAlgn="auto"/>
            <a:fld id="{8C53447A-3CB4-4631-B405-5E14F97A7A6E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6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6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565" fontAlgn="auto"/>
            <a:fld id="{8B8CD9F9-72C8-4589-8A77-E0EAAC1A9441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565"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8565" fontAlgn="auto"/>
            <a:fld id="{8C53447A-3CB4-4631-B405-5E14F97A7A6E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Desktop\矢量httpwww.3lian.comvector（三联www.3lian.com） (2) [转换]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2350" y="188913"/>
            <a:ext cx="73501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565" fontAlgn="auto"/>
            <a:fld id="{8B8CD9F9-72C8-4589-8A77-E0EAAC1A9441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565"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8565" fontAlgn="auto"/>
            <a:fld id="{8C53447A-3CB4-4631-B405-5E14F97A7A6E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565" fontAlgn="auto"/>
            <a:fld id="{8B8CD9F9-72C8-4589-8A77-E0EAAC1A9441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565"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8565" fontAlgn="auto"/>
            <a:fld id="{8C53447A-3CB4-4631-B405-5E14F97A7A6E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4" y="273114"/>
            <a:ext cx="4010562" cy="1162320"/>
          </a:xfrm>
        </p:spPr>
        <p:txBody>
          <a:bodyPr anchor="b"/>
          <a:lstStyle>
            <a:lvl1pPr algn="l">
              <a:defRPr sz="27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113" y="273116"/>
            <a:ext cx="6814779" cy="5854469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24" y="1435436"/>
            <a:ext cx="4010562" cy="4692149"/>
          </a:xfr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200" indent="0">
              <a:buNone/>
              <a:defRPr sz="1300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565" fontAlgn="auto"/>
            <a:fld id="{8B8CD9F9-72C8-4589-8A77-E0EAAC1A9441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565"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8565" fontAlgn="auto"/>
            <a:fld id="{8C53447A-3CB4-4631-B405-5E14F97A7A6E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Administrator\Desktop\矢量httpwww.3lian.comvector（三联www.3lian.com） (2) [转换]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2350" y="188913"/>
            <a:ext cx="73501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06" y="4801713"/>
            <a:ext cx="7314248" cy="566870"/>
          </a:xfrm>
        </p:spPr>
        <p:txBody>
          <a:bodyPr anchor="b"/>
          <a:lstStyle>
            <a:lvl1pPr algn="l">
              <a:defRPr sz="27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06" y="612916"/>
            <a:ext cx="7314248" cy="4115753"/>
          </a:xfrm>
        </p:spPr>
        <p:txBody>
          <a:bodyPr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200" indent="0">
              <a:buNone/>
              <a:defRPr sz="3200"/>
            </a:lvl3pPr>
            <a:lvl4pPr marL="1828800" indent="0">
              <a:buNone/>
              <a:defRPr sz="2700"/>
            </a:lvl4pPr>
            <a:lvl5pPr marL="2438400" indent="0">
              <a:buNone/>
              <a:defRPr sz="2700"/>
            </a:lvl5pPr>
            <a:lvl6pPr marL="3048000" indent="0">
              <a:buNone/>
              <a:defRPr sz="2700"/>
            </a:lvl6pPr>
            <a:lvl7pPr marL="3657600" indent="0">
              <a:buNone/>
              <a:defRPr sz="2700"/>
            </a:lvl7pPr>
            <a:lvl8pPr marL="4267200" indent="0">
              <a:buNone/>
              <a:defRPr sz="2700"/>
            </a:lvl8pPr>
            <a:lvl9pPr marL="4876800" indent="0">
              <a:buNone/>
              <a:defRPr sz="27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06" y="5368583"/>
            <a:ext cx="7314248" cy="805048"/>
          </a:xfr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200" indent="0">
              <a:buNone/>
              <a:defRPr sz="1300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7938"/>
            <a:ext cx="2844800" cy="365125"/>
          </a:xfrm>
          <a:prstGeom prst="rect">
            <a:avLst/>
          </a:prstGeom>
        </p:spPr>
        <p:txBody>
          <a:bodyPr vert="horz" lIns="121917" tIns="60958" rIns="121917" bIns="60958" rtlCol="0" anchor="ctr"/>
          <a:lstStyle/>
          <a:p>
            <a:pPr fontAlgn="auto"/>
            <a:fld id="{8B8CD9F9-72C8-4589-8A77-E0EAAC1A9441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7938"/>
            <a:ext cx="3859213" cy="365125"/>
          </a:xfrm>
          <a:prstGeom prst="rect">
            <a:avLst/>
          </a:prstGeom>
        </p:spPr>
        <p:txBody>
          <a:bodyPr vert="horz" lIns="121917" tIns="60958" rIns="121917" bIns="60958" rtlCol="0" anchor="ctr"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6013" y="6357938"/>
            <a:ext cx="2844800" cy="365125"/>
          </a:xfrm>
          <a:prstGeom prst="rect">
            <a:avLst/>
          </a:prstGeom>
        </p:spPr>
        <p:txBody>
          <a:bodyPr vert="horz" lIns="121917" tIns="60958" rIns="121917" bIns="60958" rtlCol="0" anchor="ctr"/>
          <a:lstStyle/>
          <a:p>
            <a:pPr fontAlgn="auto"/>
            <a:fld id="{8C53447A-3CB4-4631-B405-5E14F97A7A6E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565" fontAlgn="auto"/>
            <a:fld id="{8B8CD9F9-72C8-4589-8A77-E0EAAC1A9441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565"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8565" fontAlgn="auto"/>
            <a:fld id="{8C53447A-3CB4-4631-B405-5E14F97A7A6E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istrator\Desktop\矢量httpwww.3lian.comvector（三联www.3lian.com） (2) [转换]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2350" y="188913"/>
            <a:ext cx="735013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7938"/>
            <a:ext cx="2844800" cy="365125"/>
          </a:xfrm>
          <a:prstGeom prst="rect">
            <a:avLst/>
          </a:prstGeom>
        </p:spPr>
        <p:txBody>
          <a:bodyPr vert="horz" lIns="121917" tIns="60958" rIns="121917" bIns="60958" rtlCol="0" anchor="ctr"/>
          <a:lstStyle/>
          <a:p>
            <a:pPr fontAlgn="auto"/>
            <a:fld id="{8B8CD9F9-72C8-4589-8A77-E0EAAC1A9441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7938"/>
            <a:ext cx="3859213" cy="365125"/>
          </a:xfrm>
          <a:prstGeom prst="rect">
            <a:avLst/>
          </a:prstGeom>
        </p:spPr>
        <p:txBody>
          <a:bodyPr vert="horz" lIns="121917" tIns="60958" rIns="121917" bIns="60958" rtlCol="0" anchor="ctr"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6013" y="6357938"/>
            <a:ext cx="2844800" cy="365125"/>
          </a:xfrm>
          <a:prstGeom prst="rect">
            <a:avLst/>
          </a:prstGeom>
        </p:spPr>
        <p:txBody>
          <a:bodyPr vert="horz" lIns="121917" tIns="60958" rIns="121917" bIns="60958" rtlCol="0" anchor="ctr"/>
          <a:lstStyle/>
          <a:p>
            <a:pPr fontAlgn="auto"/>
            <a:fld id="{8C53447A-3CB4-4631-B405-5E14F97A7A6E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两栏内容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15"/>
          <p:cNvSpPr txBox="1"/>
          <p:nvPr userDrawn="1"/>
        </p:nvSpPr>
        <p:spPr>
          <a:xfrm>
            <a:off x="10801350" y="404813"/>
            <a:ext cx="1073150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ctr"/>
            <a:r>
              <a:rPr lang="zh-CN" altLang="en-US" sz="16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18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9A0DB2DC-4C9A-4742-B13C-FB6460FD3503}" type="slidenum">
              <a:rPr lang="zh-CN" altLang="en-US" sz="2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zh-CN" altLang="en-US" sz="18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565" fontAlgn="auto"/>
            <a:fld id="{8B8CD9F9-72C8-4589-8A77-E0EAAC1A9441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565"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8565" fontAlgn="auto"/>
            <a:fld id="{8C53447A-3CB4-4631-B405-5E14F97A7A6E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flip="none" rotWithShape="1">
          <a:gsLst>
            <a:gs pos="26000">
              <a:srgbClr val="EBECF0"/>
            </a:gs>
            <a:gs pos="0">
              <a:srgbClr val="D7D9E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>
    <p:wipe/>
  </p:transition>
  <p:hf sldNum="0" hdr="0" ftr="0" dt="0"/>
  <p:txStyles>
    <p:titleStyle>
      <a:lvl1pPr algn="ctr" defTabSz="1088390" rtl="0" eaLnBrk="1" latinLnBrk="0" hangingPunct="1">
        <a:spcBef>
          <a:spcPct val="0"/>
        </a:spcBef>
        <a:buNone/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8305" indent="-40830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defTabSz="1088390" rtl="0" eaLnBrk="1" latinLnBrk="0" hangingPunct="1">
        <a:spcBef>
          <a:spcPct val="20000"/>
        </a:spcBef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 anchor="ctr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1213" cy="4527550"/>
          </a:xfrm>
          <a:prstGeom prst="rect">
            <a:avLst/>
          </a:prstGeom>
          <a:noFill/>
          <a:ln w="9525">
            <a:noFill/>
          </a:ln>
        </p:spPr>
        <p:txBody>
          <a:bodyPr lIns="121917" tIns="60958" rIns="121917" bIns="60958" anchor="t"/>
          <a:lstStyle/>
          <a:p>
            <a:pPr lvl="0" indent="-4572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381000"/>
            <a:r>
              <a:rPr lang="zh-CN" altLang="en-US"/>
              <a:t>第二级</a:t>
            </a:r>
            <a:endParaRPr lang="zh-CN" altLang="en-US"/>
          </a:p>
          <a:p>
            <a:pPr lvl="2" indent="-304800"/>
            <a:r>
              <a:rPr lang="zh-CN" altLang="en-US"/>
              <a:t>第三级</a:t>
            </a:r>
            <a:endParaRPr lang="zh-CN" altLang="en-US"/>
          </a:p>
          <a:p>
            <a:pPr lvl="3" indent="-304800"/>
            <a:r>
              <a:rPr lang="zh-CN" altLang="en-US"/>
              <a:t>第四级</a:t>
            </a:r>
            <a:endParaRPr lang="zh-CN" altLang="en-US"/>
          </a:p>
          <a:p>
            <a:pPr lvl="4" indent="-304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7938"/>
            <a:ext cx="2844800" cy="365125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 fontAlgn="auto"/>
            <a:fld id="{8B8CD9F9-72C8-4589-8A77-E0EAAC1A9441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7938"/>
            <a:ext cx="3859213" cy="365125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013" y="6357938"/>
            <a:ext cx="2844800" cy="365125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 fontAlgn="auto"/>
            <a:fld id="{8C53447A-3CB4-4631-B405-5E14F97A7A6E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</p:sldLayoutIdLst>
  <p:transition spd="slow">
    <p:wipe/>
  </p:transition>
  <p:hf sldNum="0" hdr="0" ftr="0" dt="0"/>
  <p:txStyles>
    <p:titleStyle>
      <a:lvl1pPr algn="ctr" defTabSz="1218565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7.png"/><Relationship Id="rId4" Type="http://schemas.openxmlformats.org/officeDocument/2006/relationships/image" Target="../media/image16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1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4.png"/><Relationship Id="rId1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14" descr="ic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288" y="858838"/>
            <a:ext cx="9739312" cy="458946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338" name="组合 2"/>
          <p:cNvGrpSpPr/>
          <p:nvPr/>
        </p:nvGrpSpPr>
        <p:grpSpPr>
          <a:xfrm>
            <a:off x="0" y="6407150"/>
            <a:ext cx="12190413" cy="452438"/>
            <a:chOff x="1" y="6406814"/>
            <a:chExt cx="12190412" cy="452774"/>
          </a:xfrm>
        </p:grpSpPr>
        <p:sp>
          <p:nvSpPr>
            <p:cNvPr id="32" name="六边形 31"/>
            <p:cNvSpPr/>
            <p:nvPr/>
          </p:nvSpPr>
          <p:spPr>
            <a:xfrm>
              <a:off x="1" y="6406814"/>
              <a:ext cx="3041773" cy="452774"/>
            </a:xfrm>
            <a:prstGeom prst="hexagon">
              <a:avLst/>
            </a:prstGeom>
            <a:solidFill>
              <a:srgbClr val="5FCA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33" name="六边形 32"/>
            <p:cNvSpPr/>
            <p:nvPr/>
          </p:nvSpPr>
          <p:spPr>
            <a:xfrm>
              <a:off x="3041775" y="6406814"/>
              <a:ext cx="3063750" cy="452774"/>
            </a:xfrm>
            <a:prstGeom prst="hexagon">
              <a:avLst/>
            </a:prstGeom>
            <a:solidFill>
              <a:srgbClr val="A0BF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34" name="六边形 33"/>
            <p:cNvSpPr/>
            <p:nvPr/>
          </p:nvSpPr>
          <p:spPr>
            <a:xfrm>
              <a:off x="6095207" y="6406814"/>
              <a:ext cx="3047603" cy="452774"/>
            </a:xfrm>
            <a:prstGeom prst="hexagon">
              <a:avLst/>
            </a:prstGeom>
            <a:solidFill>
              <a:srgbClr val="319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35" name="六边形 34"/>
            <p:cNvSpPr/>
            <p:nvPr/>
          </p:nvSpPr>
          <p:spPr>
            <a:xfrm>
              <a:off x="9142810" y="6406814"/>
              <a:ext cx="3047603" cy="452774"/>
            </a:xfrm>
            <a:prstGeom prst="hexagon">
              <a:avLst/>
            </a:prstGeom>
            <a:solidFill>
              <a:srgbClr val="F58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 fontAlgn="auto"/>
              <a:endParaRPr lang="zh-CN" altLang="en-US" strike="noStrike" noProof="1"/>
            </a:p>
          </p:txBody>
        </p:sp>
      </p:grpSp>
      <p:pic>
        <p:nvPicPr>
          <p:cNvPr id="14343" name="Picture 4" descr="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050" y="1228725"/>
            <a:ext cx="4775200" cy="2751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" name="六边形 35"/>
          <p:cNvSpPr/>
          <p:nvPr/>
        </p:nvSpPr>
        <p:spPr>
          <a:xfrm flipV="1">
            <a:off x="0" y="0"/>
            <a:ext cx="3048000" cy="93663"/>
          </a:xfrm>
          <a:prstGeom prst="hexagon">
            <a:avLst/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40" name="TextBox 39"/>
          <p:cNvSpPr txBox="1"/>
          <p:nvPr/>
        </p:nvSpPr>
        <p:spPr>
          <a:xfrm>
            <a:off x="4632325" y="2005013"/>
            <a:ext cx="2954621" cy="1200312"/>
          </a:xfrm>
          <a:prstGeom prst="rect">
            <a:avLst/>
          </a:prstGeom>
          <a:noFill/>
          <a:ln w="9525">
            <a:noFill/>
          </a:ln>
        </p:spPr>
        <p:txBody>
          <a:bodyPr wrap="none" lIns="91423" tIns="45712" rIns="91423" bIns="45712" anchor="t">
            <a:spAutoFit/>
          </a:bodyPr>
          <a:lstStyle/>
          <a:p>
            <a:r>
              <a:rPr lang="zh-CN" altLang="en-US" sz="72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项目一</a:t>
            </a:r>
            <a:endParaRPr lang="zh-CN" altLang="en-US" sz="72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843386" y="3980116"/>
            <a:ext cx="6504305" cy="1013460"/>
          </a:xfrm>
          <a:prstGeom prst="rect">
            <a:avLst/>
          </a:prstGeom>
          <a:noFill/>
          <a:ln>
            <a:noFill/>
          </a:ln>
          <a:effectLst>
            <a:glow rad="1905000">
              <a:srgbClr val="F14124">
                <a:alpha val="40000"/>
              </a:srgbClr>
            </a:glow>
            <a:softEdge rad="1270000"/>
          </a:effectLst>
        </p:spPr>
        <p:txBody>
          <a:bodyPr wrap="none" lIns="91423" tIns="45712" rIns="91423" bIns="45712">
            <a:spAutoFit/>
          </a:bodyPr>
          <a:lstStyle/>
          <a:p>
            <a:pPr algn="ctr" fontAlgn="auto"/>
            <a:r>
              <a:rPr lang="zh-CN" altLang="en-US" sz="60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维修常用工具使用</a:t>
            </a:r>
            <a:endParaRPr lang="zh-CN" altLang="en-US" sz="6000" b="1" strike="noStrike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六边形 18"/>
          <p:cNvSpPr/>
          <p:nvPr/>
        </p:nvSpPr>
        <p:spPr>
          <a:xfrm flipV="1">
            <a:off x="3041650" y="3175"/>
            <a:ext cx="3048000" cy="92075"/>
          </a:xfrm>
          <a:prstGeom prst="hexagon">
            <a:avLst/>
          </a:prstGeom>
          <a:solidFill>
            <a:srgbClr val="A0B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20" name="六边形 19"/>
          <p:cNvSpPr/>
          <p:nvPr/>
        </p:nvSpPr>
        <p:spPr>
          <a:xfrm flipV="1">
            <a:off x="6083300" y="3175"/>
            <a:ext cx="3048000" cy="92075"/>
          </a:xfrm>
          <a:prstGeom prst="hexag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21" name="六边形 20"/>
          <p:cNvSpPr/>
          <p:nvPr/>
        </p:nvSpPr>
        <p:spPr>
          <a:xfrm flipV="1">
            <a:off x="9142413" y="3175"/>
            <a:ext cx="3048000" cy="92075"/>
          </a:xfrm>
          <a:prstGeom prst="hexagon">
            <a:avLst/>
          </a:prstGeom>
          <a:solidFill>
            <a:srgbClr val="F58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 fontAlgn="auto"/>
            <a:endParaRPr lang="zh-CN" altLang="en-US" strike="noStrike" noProof="1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3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" accel="100000" fill="hold">
                                          <p:stCondLst>
                                            <p:cond delay="63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0" grpId="0"/>
      <p:bldP spid="42" grpId="0" bldLvl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TextBox 43"/>
          <p:cNvSpPr txBox="1"/>
          <p:nvPr/>
        </p:nvSpPr>
        <p:spPr>
          <a:xfrm>
            <a:off x="2590800" y="189230"/>
            <a:ext cx="4676756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万用表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8622" y="1485578"/>
            <a:ext cx="10729242" cy="446437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3200" dirty="0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什么是万用表?</a:t>
            </a:r>
            <a:endParaRPr lang="en-US" altLang="zh-CN" sz="3200" dirty="0">
              <a:highlight>
                <a:srgbClr val="00FFFF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3200" dirty="0">
              <a:highlight>
                <a:srgbClr val="00FFFF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万用表是一种可以测量多种电量，具有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多种量程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的便携式仪表。万用表是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最常用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的维修工具，有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指针式万用表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数字式万用表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两大类。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一般情况下，万用表主要用来测量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直流电流、交直流电压和电阻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。有的万用表还能测量交流电流、电感、电容、晶体三极管的h值等。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TextBox 7"/>
          <p:cNvSpPr txBox="1"/>
          <p:nvPr/>
        </p:nvSpPr>
        <p:spPr>
          <a:xfrm>
            <a:off x="190500" y="180975"/>
            <a:ext cx="1402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任务一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2" name="Group 134"/>
          <p:cNvGrpSpPr/>
          <p:nvPr/>
        </p:nvGrpSpPr>
        <p:grpSpPr>
          <a:xfrm>
            <a:off x="523042" y="2001034"/>
            <a:ext cx="2089928" cy="3231617"/>
            <a:chOff x="3606801" y="1272140"/>
            <a:chExt cx="1920875" cy="2970213"/>
          </a:xfrm>
        </p:grpSpPr>
        <p:sp>
          <p:nvSpPr>
            <p:cNvPr id="43" name="Freeform 37"/>
            <p:cNvSpPr/>
            <p:nvPr/>
          </p:nvSpPr>
          <p:spPr bwMode="auto">
            <a:xfrm>
              <a:off x="4586288" y="1272140"/>
              <a:ext cx="885825" cy="628650"/>
            </a:xfrm>
            <a:custGeom>
              <a:avLst/>
              <a:gdLst/>
              <a:ahLst/>
              <a:cxnLst>
                <a:cxn ang="0">
                  <a:pos x="626" y="266"/>
                </a:cxn>
                <a:cxn ang="0">
                  <a:pos x="839" y="594"/>
                </a:cxn>
                <a:cxn ang="0">
                  <a:pos x="0" y="594"/>
                </a:cxn>
                <a:cxn ang="0">
                  <a:pos x="0" y="0"/>
                </a:cxn>
                <a:cxn ang="0">
                  <a:pos x="626" y="266"/>
                </a:cxn>
              </a:cxnLst>
              <a:rect l="0" t="0" r="r" b="b"/>
              <a:pathLst>
                <a:path w="839" h="594">
                  <a:moveTo>
                    <a:pt x="626" y="266"/>
                  </a:moveTo>
                  <a:cubicBezTo>
                    <a:pt x="724" y="364"/>
                    <a:pt x="795" y="473"/>
                    <a:pt x="839" y="594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4" y="4"/>
                    <a:pt x="452" y="92"/>
                    <a:pt x="626" y="266"/>
                  </a:cubicBezTo>
                  <a:close/>
                </a:path>
              </a:pathLst>
            </a:custGeom>
            <a:solidFill>
              <a:srgbClr val="FFE22C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55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4" name="Group 104"/>
            <p:cNvGrpSpPr/>
            <p:nvPr/>
          </p:nvGrpSpPr>
          <p:grpSpPr>
            <a:xfrm>
              <a:off x="4089401" y="3400978"/>
              <a:ext cx="963612" cy="841375"/>
              <a:chOff x="4089401" y="2825751"/>
              <a:chExt cx="963612" cy="841375"/>
            </a:xfrm>
            <a:solidFill>
              <a:schemeClr val="tx1">
                <a:lumMod val="65000"/>
                <a:lumOff val="35000"/>
              </a:schemeClr>
            </a:solidFill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grpSpPr>
          <p:sp>
            <p:nvSpPr>
              <p:cNvPr id="52" name="Freeform 36"/>
              <p:cNvSpPr/>
              <p:nvPr/>
            </p:nvSpPr>
            <p:spPr bwMode="auto">
              <a:xfrm>
                <a:off x="4203701" y="3382963"/>
                <a:ext cx="736600" cy="284163"/>
              </a:xfrm>
              <a:custGeom>
                <a:avLst/>
                <a:gdLst/>
                <a:ahLst/>
                <a:cxnLst>
                  <a:cxn ang="0">
                    <a:pos x="682" y="13"/>
                  </a:cxn>
                  <a:cxn ang="0">
                    <a:pos x="696" y="47"/>
                  </a:cxn>
                  <a:cxn ang="0">
                    <a:pos x="682" y="80"/>
                  </a:cxn>
                  <a:cxn ang="0">
                    <a:pos x="649" y="94"/>
                  </a:cxn>
                  <a:cxn ang="0">
                    <a:pos x="596" y="94"/>
                  </a:cxn>
                  <a:cxn ang="0">
                    <a:pos x="446" y="194"/>
                  </a:cxn>
                  <a:cxn ang="0">
                    <a:pos x="410" y="213"/>
                  </a:cxn>
                  <a:cxn ang="0">
                    <a:pos x="411" y="221"/>
                  </a:cxn>
                  <a:cxn ang="0">
                    <a:pos x="411" y="249"/>
                  </a:cxn>
                  <a:cxn ang="0">
                    <a:pos x="349" y="268"/>
                  </a:cxn>
                  <a:cxn ang="0">
                    <a:pos x="285" y="249"/>
                  </a:cxn>
                  <a:cxn ang="0">
                    <a:pos x="285" y="221"/>
                  </a:cxn>
                  <a:cxn ang="0">
                    <a:pos x="286" y="212"/>
                  </a:cxn>
                  <a:cxn ang="0">
                    <a:pos x="245" y="194"/>
                  </a:cxn>
                  <a:cxn ang="0">
                    <a:pos x="89" y="94"/>
                  </a:cxn>
                  <a:cxn ang="0">
                    <a:pos x="47" y="94"/>
                  </a:cxn>
                  <a:cxn ang="0">
                    <a:pos x="14" y="80"/>
                  </a:cxn>
                  <a:cxn ang="0">
                    <a:pos x="0" y="47"/>
                  </a:cxn>
                  <a:cxn ang="0">
                    <a:pos x="14" y="13"/>
                  </a:cxn>
                  <a:cxn ang="0">
                    <a:pos x="47" y="0"/>
                  </a:cxn>
                  <a:cxn ang="0">
                    <a:pos x="649" y="0"/>
                  </a:cxn>
                  <a:cxn ang="0">
                    <a:pos x="682" y="13"/>
                  </a:cxn>
                </a:cxnLst>
                <a:rect l="0" t="0" r="r" b="b"/>
                <a:pathLst>
                  <a:path w="696" h="268">
                    <a:moveTo>
                      <a:pt x="682" y="13"/>
                    </a:moveTo>
                    <a:cubicBezTo>
                      <a:pt x="691" y="23"/>
                      <a:pt x="696" y="34"/>
                      <a:pt x="696" y="47"/>
                    </a:cubicBezTo>
                    <a:cubicBezTo>
                      <a:pt x="696" y="60"/>
                      <a:pt x="691" y="71"/>
                      <a:pt x="682" y="80"/>
                    </a:cubicBezTo>
                    <a:cubicBezTo>
                      <a:pt x="673" y="89"/>
                      <a:pt x="662" y="94"/>
                      <a:pt x="649" y="94"/>
                    </a:cubicBezTo>
                    <a:cubicBezTo>
                      <a:pt x="596" y="94"/>
                      <a:pt x="596" y="94"/>
                      <a:pt x="596" y="94"/>
                    </a:cubicBezTo>
                    <a:cubicBezTo>
                      <a:pt x="555" y="128"/>
                      <a:pt x="505" y="161"/>
                      <a:pt x="446" y="194"/>
                    </a:cubicBezTo>
                    <a:cubicBezTo>
                      <a:pt x="434" y="200"/>
                      <a:pt x="423" y="206"/>
                      <a:pt x="410" y="213"/>
                    </a:cubicBezTo>
                    <a:cubicBezTo>
                      <a:pt x="411" y="215"/>
                      <a:pt x="411" y="218"/>
                      <a:pt x="411" y="221"/>
                    </a:cubicBezTo>
                    <a:cubicBezTo>
                      <a:pt x="411" y="249"/>
                      <a:pt x="411" y="249"/>
                      <a:pt x="411" y="249"/>
                    </a:cubicBezTo>
                    <a:cubicBezTo>
                      <a:pt x="390" y="262"/>
                      <a:pt x="370" y="268"/>
                      <a:pt x="349" y="268"/>
                    </a:cubicBezTo>
                    <a:cubicBezTo>
                      <a:pt x="328" y="268"/>
                      <a:pt x="306" y="262"/>
                      <a:pt x="285" y="249"/>
                    </a:cubicBezTo>
                    <a:cubicBezTo>
                      <a:pt x="285" y="221"/>
                      <a:pt x="285" y="221"/>
                      <a:pt x="285" y="221"/>
                    </a:cubicBezTo>
                    <a:cubicBezTo>
                      <a:pt x="285" y="218"/>
                      <a:pt x="285" y="215"/>
                      <a:pt x="286" y="212"/>
                    </a:cubicBezTo>
                    <a:cubicBezTo>
                      <a:pt x="272" y="206"/>
                      <a:pt x="258" y="200"/>
                      <a:pt x="245" y="194"/>
                    </a:cubicBezTo>
                    <a:cubicBezTo>
                      <a:pt x="189" y="166"/>
                      <a:pt x="137" y="133"/>
                      <a:pt x="89" y="94"/>
                    </a:cubicBezTo>
                    <a:cubicBezTo>
                      <a:pt x="47" y="94"/>
                      <a:pt x="47" y="94"/>
                      <a:pt x="47" y="94"/>
                    </a:cubicBezTo>
                    <a:cubicBezTo>
                      <a:pt x="34" y="94"/>
                      <a:pt x="23" y="89"/>
                      <a:pt x="14" y="80"/>
                    </a:cubicBezTo>
                    <a:cubicBezTo>
                      <a:pt x="5" y="71"/>
                      <a:pt x="0" y="60"/>
                      <a:pt x="0" y="47"/>
                    </a:cubicBezTo>
                    <a:cubicBezTo>
                      <a:pt x="0" y="34"/>
                      <a:pt x="5" y="23"/>
                      <a:pt x="14" y="13"/>
                    </a:cubicBezTo>
                    <a:cubicBezTo>
                      <a:pt x="23" y="4"/>
                      <a:pt x="34" y="0"/>
                      <a:pt x="47" y="0"/>
                    </a:cubicBezTo>
                    <a:cubicBezTo>
                      <a:pt x="649" y="0"/>
                      <a:pt x="649" y="0"/>
                      <a:pt x="649" y="0"/>
                    </a:cubicBezTo>
                    <a:cubicBezTo>
                      <a:pt x="662" y="0"/>
                      <a:pt x="673" y="4"/>
                      <a:pt x="682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555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Freeform 38"/>
              <p:cNvSpPr>
                <a:spLocks noEditPoints="1"/>
              </p:cNvSpPr>
              <p:nvPr/>
            </p:nvSpPr>
            <p:spPr bwMode="auto">
              <a:xfrm>
                <a:off x="4089401" y="2825751"/>
                <a:ext cx="496888" cy="500063"/>
              </a:xfrm>
              <a:custGeom>
                <a:avLst/>
                <a:gdLst/>
                <a:ahLst/>
                <a:cxnLst>
                  <a:cxn ang="0">
                    <a:pos x="471" y="0"/>
                  </a:cxn>
                  <a:cxn ang="0">
                    <a:pos x="471" y="126"/>
                  </a:cxn>
                  <a:cxn ang="0">
                    <a:pos x="64" y="126"/>
                  </a:cxn>
                  <a:cxn ang="0">
                    <a:pos x="19" y="107"/>
                  </a:cxn>
                  <a:cxn ang="0">
                    <a:pos x="1" y="63"/>
                  </a:cxn>
                  <a:cxn ang="0">
                    <a:pos x="19" y="18"/>
                  </a:cxn>
                  <a:cxn ang="0">
                    <a:pos x="64" y="0"/>
                  </a:cxn>
                  <a:cxn ang="0">
                    <a:pos x="471" y="0"/>
                  </a:cxn>
                  <a:cxn ang="0">
                    <a:pos x="471" y="175"/>
                  </a:cxn>
                  <a:cxn ang="0">
                    <a:pos x="471" y="301"/>
                  </a:cxn>
                  <a:cxn ang="0">
                    <a:pos x="63" y="301"/>
                  </a:cxn>
                  <a:cxn ang="0">
                    <a:pos x="18" y="282"/>
                  </a:cxn>
                  <a:cxn ang="0">
                    <a:pos x="0" y="238"/>
                  </a:cxn>
                  <a:cxn ang="0">
                    <a:pos x="0" y="237"/>
                  </a:cxn>
                  <a:cxn ang="0">
                    <a:pos x="18" y="193"/>
                  </a:cxn>
                  <a:cxn ang="0">
                    <a:pos x="63" y="175"/>
                  </a:cxn>
                  <a:cxn ang="0">
                    <a:pos x="471" y="175"/>
                  </a:cxn>
                  <a:cxn ang="0">
                    <a:pos x="471" y="347"/>
                  </a:cxn>
                  <a:cxn ang="0">
                    <a:pos x="471" y="473"/>
                  </a:cxn>
                  <a:cxn ang="0">
                    <a:pos x="64" y="473"/>
                  </a:cxn>
                  <a:cxn ang="0">
                    <a:pos x="20" y="455"/>
                  </a:cxn>
                  <a:cxn ang="0">
                    <a:pos x="1" y="410"/>
                  </a:cxn>
                  <a:cxn ang="0">
                    <a:pos x="20" y="365"/>
                  </a:cxn>
                  <a:cxn ang="0">
                    <a:pos x="64" y="347"/>
                  </a:cxn>
                  <a:cxn ang="0">
                    <a:pos x="471" y="347"/>
                  </a:cxn>
                </a:cxnLst>
                <a:rect l="0" t="0" r="r" b="b"/>
                <a:pathLst>
                  <a:path w="471" h="473">
                    <a:moveTo>
                      <a:pt x="471" y="0"/>
                    </a:moveTo>
                    <a:cubicBezTo>
                      <a:pt x="471" y="126"/>
                      <a:pt x="471" y="126"/>
                      <a:pt x="471" y="126"/>
                    </a:cubicBezTo>
                    <a:cubicBezTo>
                      <a:pt x="64" y="126"/>
                      <a:pt x="64" y="126"/>
                      <a:pt x="64" y="126"/>
                    </a:cubicBezTo>
                    <a:cubicBezTo>
                      <a:pt x="46" y="126"/>
                      <a:pt x="32" y="120"/>
                      <a:pt x="19" y="107"/>
                    </a:cubicBezTo>
                    <a:cubicBezTo>
                      <a:pt x="7" y="95"/>
                      <a:pt x="1" y="80"/>
                      <a:pt x="1" y="63"/>
                    </a:cubicBezTo>
                    <a:cubicBezTo>
                      <a:pt x="1" y="45"/>
                      <a:pt x="7" y="30"/>
                      <a:pt x="19" y="18"/>
                    </a:cubicBezTo>
                    <a:cubicBezTo>
                      <a:pt x="32" y="6"/>
                      <a:pt x="46" y="0"/>
                      <a:pt x="64" y="0"/>
                    </a:cubicBezTo>
                    <a:lnTo>
                      <a:pt x="471" y="0"/>
                    </a:lnTo>
                    <a:close/>
                    <a:moveTo>
                      <a:pt x="471" y="175"/>
                    </a:moveTo>
                    <a:cubicBezTo>
                      <a:pt x="471" y="301"/>
                      <a:pt x="471" y="301"/>
                      <a:pt x="471" y="301"/>
                    </a:cubicBezTo>
                    <a:cubicBezTo>
                      <a:pt x="63" y="301"/>
                      <a:pt x="63" y="301"/>
                      <a:pt x="63" y="301"/>
                    </a:cubicBezTo>
                    <a:cubicBezTo>
                      <a:pt x="46" y="301"/>
                      <a:pt x="31" y="295"/>
                      <a:pt x="18" y="282"/>
                    </a:cubicBezTo>
                    <a:cubicBezTo>
                      <a:pt x="6" y="270"/>
                      <a:pt x="0" y="255"/>
                      <a:pt x="0" y="238"/>
                    </a:cubicBezTo>
                    <a:cubicBezTo>
                      <a:pt x="0" y="237"/>
                      <a:pt x="0" y="237"/>
                      <a:pt x="0" y="237"/>
                    </a:cubicBezTo>
                    <a:cubicBezTo>
                      <a:pt x="0" y="220"/>
                      <a:pt x="6" y="206"/>
                      <a:pt x="18" y="193"/>
                    </a:cubicBezTo>
                    <a:cubicBezTo>
                      <a:pt x="31" y="181"/>
                      <a:pt x="46" y="175"/>
                      <a:pt x="63" y="175"/>
                    </a:cubicBezTo>
                    <a:lnTo>
                      <a:pt x="471" y="175"/>
                    </a:lnTo>
                    <a:close/>
                    <a:moveTo>
                      <a:pt x="471" y="347"/>
                    </a:moveTo>
                    <a:cubicBezTo>
                      <a:pt x="471" y="473"/>
                      <a:pt x="471" y="473"/>
                      <a:pt x="471" y="473"/>
                    </a:cubicBezTo>
                    <a:cubicBezTo>
                      <a:pt x="64" y="473"/>
                      <a:pt x="64" y="473"/>
                      <a:pt x="64" y="473"/>
                    </a:cubicBezTo>
                    <a:cubicBezTo>
                      <a:pt x="47" y="473"/>
                      <a:pt x="32" y="467"/>
                      <a:pt x="20" y="455"/>
                    </a:cubicBezTo>
                    <a:cubicBezTo>
                      <a:pt x="7" y="442"/>
                      <a:pt x="1" y="428"/>
                      <a:pt x="1" y="410"/>
                    </a:cubicBezTo>
                    <a:cubicBezTo>
                      <a:pt x="1" y="393"/>
                      <a:pt x="7" y="378"/>
                      <a:pt x="20" y="365"/>
                    </a:cubicBezTo>
                    <a:cubicBezTo>
                      <a:pt x="32" y="353"/>
                      <a:pt x="47" y="347"/>
                      <a:pt x="64" y="347"/>
                    </a:cubicBezTo>
                    <a:lnTo>
                      <a:pt x="471" y="3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555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Freeform 39"/>
              <p:cNvSpPr>
                <a:spLocks noEditPoints="1"/>
              </p:cNvSpPr>
              <p:nvPr/>
            </p:nvSpPr>
            <p:spPr bwMode="auto">
              <a:xfrm>
                <a:off x="4586288" y="2825751"/>
                <a:ext cx="466725" cy="500063"/>
              </a:xfrm>
              <a:custGeom>
                <a:avLst/>
                <a:gdLst/>
                <a:ahLst/>
                <a:cxnLst>
                  <a:cxn ang="0">
                    <a:pos x="0" y="473"/>
                  </a:cxn>
                  <a:cxn ang="0">
                    <a:pos x="0" y="347"/>
                  </a:cxn>
                  <a:cxn ang="0">
                    <a:pos x="378" y="347"/>
                  </a:cxn>
                  <a:cxn ang="0">
                    <a:pos x="422" y="365"/>
                  </a:cxn>
                  <a:cxn ang="0">
                    <a:pos x="441" y="410"/>
                  </a:cxn>
                  <a:cxn ang="0">
                    <a:pos x="422" y="455"/>
                  </a:cxn>
                  <a:cxn ang="0">
                    <a:pos x="378" y="473"/>
                  </a:cxn>
                  <a:cxn ang="0">
                    <a:pos x="0" y="473"/>
                  </a:cxn>
                  <a:cxn ang="0">
                    <a:pos x="0" y="175"/>
                  </a:cxn>
                  <a:cxn ang="0">
                    <a:pos x="376" y="175"/>
                  </a:cxn>
                  <a:cxn ang="0">
                    <a:pos x="421" y="193"/>
                  </a:cxn>
                  <a:cxn ang="0">
                    <a:pos x="440" y="237"/>
                  </a:cxn>
                  <a:cxn ang="0">
                    <a:pos x="440" y="238"/>
                  </a:cxn>
                  <a:cxn ang="0">
                    <a:pos x="421" y="282"/>
                  </a:cxn>
                  <a:cxn ang="0">
                    <a:pos x="376" y="301"/>
                  </a:cxn>
                  <a:cxn ang="0">
                    <a:pos x="0" y="301"/>
                  </a:cxn>
                  <a:cxn ang="0">
                    <a:pos x="0" y="175"/>
                  </a:cxn>
                  <a:cxn ang="0">
                    <a:pos x="0" y="0"/>
                  </a:cxn>
                  <a:cxn ang="0">
                    <a:pos x="377" y="0"/>
                  </a:cxn>
                  <a:cxn ang="0">
                    <a:pos x="422" y="18"/>
                  </a:cxn>
                  <a:cxn ang="0">
                    <a:pos x="440" y="63"/>
                  </a:cxn>
                  <a:cxn ang="0">
                    <a:pos x="422" y="107"/>
                  </a:cxn>
                  <a:cxn ang="0">
                    <a:pos x="377" y="126"/>
                  </a:cxn>
                  <a:cxn ang="0">
                    <a:pos x="0" y="126"/>
                  </a:cxn>
                  <a:cxn ang="0">
                    <a:pos x="0" y="0"/>
                  </a:cxn>
                </a:cxnLst>
                <a:rect l="0" t="0" r="r" b="b"/>
                <a:pathLst>
                  <a:path w="441" h="473">
                    <a:moveTo>
                      <a:pt x="0" y="473"/>
                    </a:moveTo>
                    <a:cubicBezTo>
                      <a:pt x="0" y="347"/>
                      <a:pt x="0" y="347"/>
                      <a:pt x="0" y="347"/>
                    </a:cubicBezTo>
                    <a:cubicBezTo>
                      <a:pt x="378" y="347"/>
                      <a:pt x="378" y="347"/>
                      <a:pt x="378" y="347"/>
                    </a:cubicBezTo>
                    <a:cubicBezTo>
                      <a:pt x="395" y="347"/>
                      <a:pt x="410" y="353"/>
                      <a:pt x="422" y="365"/>
                    </a:cubicBezTo>
                    <a:cubicBezTo>
                      <a:pt x="434" y="378"/>
                      <a:pt x="441" y="393"/>
                      <a:pt x="441" y="410"/>
                    </a:cubicBezTo>
                    <a:cubicBezTo>
                      <a:pt x="441" y="428"/>
                      <a:pt x="434" y="442"/>
                      <a:pt x="422" y="455"/>
                    </a:cubicBezTo>
                    <a:cubicBezTo>
                      <a:pt x="410" y="467"/>
                      <a:pt x="395" y="473"/>
                      <a:pt x="378" y="473"/>
                    </a:cubicBezTo>
                    <a:lnTo>
                      <a:pt x="0" y="473"/>
                    </a:lnTo>
                    <a:close/>
                    <a:moveTo>
                      <a:pt x="0" y="175"/>
                    </a:moveTo>
                    <a:cubicBezTo>
                      <a:pt x="376" y="175"/>
                      <a:pt x="376" y="175"/>
                      <a:pt x="376" y="175"/>
                    </a:cubicBezTo>
                    <a:cubicBezTo>
                      <a:pt x="394" y="175"/>
                      <a:pt x="409" y="181"/>
                      <a:pt x="421" y="193"/>
                    </a:cubicBezTo>
                    <a:cubicBezTo>
                      <a:pt x="433" y="206"/>
                      <a:pt x="440" y="220"/>
                      <a:pt x="440" y="237"/>
                    </a:cubicBezTo>
                    <a:cubicBezTo>
                      <a:pt x="440" y="238"/>
                      <a:pt x="440" y="238"/>
                      <a:pt x="440" y="238"/>
                    </a:cubicBezTo>
                    <a:cubicBezTo>
                      <a:pt x="440" y="255"/>
                      <a:pt x="433" y="270"/>
                      <a:pt x="421" y="282"/>
                    </a:cubicBezTo>
                    <a:cubicBezTo>
                      <a:pt x="409" y="295"/>
                      <a:pt x="394" y="301"/>
                      <a:pt x="376" y="301"/>
                    </a:cubicBezTo>
                    <a:cubicBezTo>
                      <a:pt x="0" y="301"/>
                      <a:pt x="0" y="301"/>
                      <a:pt x="0" y="301"/>
                    </a:cubicBezTo>
                    <a:lnTo>
                      <a:pt x="0" y="175"/>
                    </a:lnTo>
                    <a:close/>
                    <a:moveTo>
                      <a:pt x="0" y="0"/>
                    </a:moveTo>
                    <a:cubicBezTo>
                      <a:pt x="377" y="0"/>
                      <a:pt x="377" y="0"/>
                      <a:pt x="377" y="0"/>
                    </a:cubicBezTo>
                    <a:cubicBezTo>
                      <a:pt x="395" y="0"/>
                      <a:pt x="409" y="6"/>
                      <a:pt x="422" y="18"/>
                    </a:cubicBezTo>
                    <a:cubicBezTo>
                      <a:pt x="434" y="30"/>
                      <a:pt x="440" y="45"/>
                      <a:pt x="440" y="63"/>
                    </a:cubicBezTo>
                    <a:cubicBezTo>
                      <a:pt x="440" y="80"/>
                      <a:pt x="434" y="95"/>
                      <a:pt x="422" y="107"/>
                    </a:cubicBezTo>
                    <a:cubicBezTo>
                      <a:pt x="409" y="120"/>
                      <a:pt x="395" y="126"/>
                      <a:pt x="377" y="126"/>
                    </a:cubicBezTo>
                    <a:cubicBezTo>
                      <a:pt x="0" y="126"/>
                      <a:pt x="0" y="126"/>
                      <a:pt x="0" y="126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555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5" name="Freeform 40"/>
            <p:cNvSpPr/>
            <p:nvPr/>
          </p:nvSpPr>
          <p:spPr bwMode="auto">
            <a:xfrm>
              <a:off x="3662363" y="1272140"/>
              <a:ext cx="923925" cy="628650"/>
            </a:xfrm>
            <a:custGeom>
              <a:avLst/>
              <a:gdLst/>
              <a:ahLst/>
              <a:cxnLst>
                <a:cxn ang="0">
                  <a:pos x="856" y="0"/>
                </a:cxn>
                <a:cxn ang="0">
                  <a:pos x="873" y="0"/>
                </a:cxn>
                <a:cxn ang="0">
                  <a:pos x="873" y="594"/>
                </a:cxn>
                <a:cxn ang="0">
                  <a:pos x="0" y="594"/>
                </a:cxn>
                <a:cxn ang="0">
                  <a:pos x="213" y="266"/>
                </a:cxn>
                <a:cxn ang="0">
                  <a:pos x="856" y="0"/>
                </a:cxn>
              </a:cxnLst>
              <a:rect l="0" t="0" r="r" b="b"/>
              <a:pathLst>
                <a:path w="873" h="594">
                  <a:moveTo>
                    <a:pt x="856" y="0"/>
                  </a:moveTo>
                  <a:cubicBezTo>
                    <a:pt x="862" y="0"/>
                    <a:pt x="868" y="0"/>
                    <a:pt x="873" y="0"/>
                  </a:cubicBezTo>
                  <a:cubicBezTo>
                    <a:pt x="873" y="594"/>
                    <a:pt x="873" y="594"/>
                    <a:pt x="873" y="594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44" y="473"/>
                    <a:pt x="115" y="364"/>
                    <a:pt x="213" y="266"/>
                  </a:cubicBezTo>
                  <a:cubicBezTo>
                    <a:pt x="391" y="88"/>
                    <a:pt x="605" y="0"/>
                    <a:pt x="856" y="0"/>
                  </a:cubicBezTo>
                  <a:close/>
                </a:path>
              </a:pathLst>
            </a:custGeom>
            <a:solidFill>
              <a:srgbClr val="D6B70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55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Freeform 41"/>
            <p:cNvSpPr/>
            <p:nvPr/>
          </p:nvSpPr>
          <p:spPr bwMode="auto">
            <a:xfrm>
              <a:off x="4586288" y="1984928"/>
              <a:ext cx="941388" cy="639763"/>
            </a:xfrm>
            <a:custGeom>
              <a:avLst/>
              <a:gdLst/>
              <a:ahLst/>
              <a:cxnLst>
                <a:cxn ang="0">
                  <a:pos x="0" y="606"/>
                </a:cxn>
                <a:cxn ang="0">
                  <a:pos x="0" y="0"/>
                </a:cxn>
                <a:cxn ang="0">
                  <a:pos x="864" y="0"/>
                </a:cxn>
                <a:cxn ang="0">
                  <a:pos x="892" y="235"/>
                </a:cxn>
                <a:cxn ang="0">
                  <a:pos x="816" y="606"/>
                </a:cxn>
                <a:cxn ang="0">
                  <a:pos x="0" y="606"/>
                </a:cxn>
              </a:cxnLst>
              <a:rect l="0" t="0" r="r" b="b"/>
              <a:pathLst>
                <a:path w="892" h="606">
                  <a:moveTo>
                    <a:pt x="0" y="60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64" y="0"/>
                    <a:pt x="864" y="0"/>
                    <a:pt x="864" y="0"/>
                  </a:cubicBezTo>
                  <a:cubicBezTo>
                    <a:pt x="883" y="74"/>
                    <a:pt x="892" y="153"/>
                    <a:pt x="892" y="235"/>
                  </a:cubicBezTo>
                  <a:cubicBezTo>
                    <a:pt x="892" y="369"/>
                    <a:pt x="867" y="493"/>
                    <a:pt x="816" y="606"/>
                  </a:cubicBezTo>
                  <a:lnTo>
                    <a:pt x="0" y="606"/>
                  </a:lnTo>
                  <a:close/>
                </a:path>
              </a:pathLst>
            </a:custGeom>
            <a:solidFill>
              <a:srgbClr val="A3C718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55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Freeform 42"/>
            <p:cNvSpPr/>
            <p:nvPr/>
          </p:nvSpPr>
          <p:spPr bwMode="auto">
            <a:xfrm>
              <a:off x="3606801" y="1984928"/>
              <a:ext cx="979488" cy="639763"/>
            </a:xfrm>
            <a:custGeom>
              <a:avLst/>
              <a:gdLst/>
              <a:ahLst/>
              <a:cxnLst>
                <a:cxn ang="0">
                  <a:pos x="926" y="606"/>
                </a:cxn>
                <a:cxn ang="0">
                  <a:pos x="76" y="606"/>
                </a:cxn>
                <a:cxn ang="0">
                  <a:pos x="0" y="235"/>
                </a:cxn>
                <a:cxn ang="0">
                  <a:pos x="29" y="0"/>
                </a:cxn>
                <a:cxn ang="0">
                  <a:pos x="926" y="0"/>
                </a:cxn>
                <a:cxn ang="0">
                  <a:pos x="926" y="606"/>
                </a:cxn>
              </a:cxnLst>
              <a:rect l="0" t="0" r="r" b="b"/>
              <a:pathLst>
                <a:path w="926" h="606">
                  <a:moveTo>
                    <a:pt x="926" y="606"/>
                  </a:moveTo>
                  <a:cubicBezTo>
                    <a:pt x="76" y="606"/>
                    <a:pt x="76" y="606"/>
                    <a:pt x="76" y="606"/>
                  </a:cubicBezTo>
                  <a:cubicBezTo>
                    <a:pt x="25" y="493"/>
                    <a:pt x="0" y="369"/>
                    <a:pt x="0" y="235"/>
                  </a:cubicBezTo>
                  <a:cubicBezTo>
                    <a:pt x="0" y="153"/>
                    <a:pt x="10" y="74"/>
                    <a:pt x="29" y="0"/>
                  </a:cubicBezTo>
                  <a:cubicBezTo>
                    <a:pt x="926" y="0"/>
                    <a:pt x="926" y="0"/>
                    <a:pt x="926" y="0"/>
                  </a:cubicBezTo>
                  <a:lnTo>
                    <a:pt x="926" y="606"/>
                  </a:lnTo>
                  <a:close/>
                </a:path>
              </a:pathLst>
            </a:custGeom>
            <a:solidFill>
              <a:srgbClr val="519315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55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3730626" y="2710415"/>
              <a:ext cx="855663" cy="641350"/>
            </a:xfrm>
            <a:custGeom>
              <a:avLst/>
              <a:gdLst/>
              <a:ahLst/>
              <a:cxnLst>
                <a:cxn ang="0">
                  <a:pos x="809" y="0"/>
                </a:cxn>
                <a:cxn ang="0">
                  <a:pos x="809" y="607"/>
                </a:cxn>
                <a:cxn ang="0">
                  <a:pos x="339" y="607"/>
                </a:cxn>
                <a:cxn ang="0">
                  <a:pos x="339" y="607"/>
                </a:cxn>
                <a:cxn ang="0">
                  <a:pos x="91" y="129"/>
                </a:cxn>
                <a:cxn ang="0">
                  <a:pos x="84" y="120"/>
                </a:cxn>
                <a:cxn ang="0">
                  <a:pos x="0" y="0"/>
                </a:cxn>
                <a:cxn ang="0">
                  <a:pos x="809" y="0"/>
                </a:cxn>
              </a:cxnLst>
              <a:rect l="0" t="0" r="r" b="b"/>
              <a:pathLst>
                <a:path w="809" h="607">
                  <a:moveTo>
                    <a:pt x="809" y="0"/>
                  </a:moveTo>
                  <a:cubicBezTo>
                    <a:pt x="809" y="607"/>
                    <a:pt x="809" y="607"/>
                    <a:pt x="809" y="607"/>
                  </a:cubicBezTo>
                  <a:cubicBezTo>
                    <a:pt x="339" y="607"/>
                    <a:pt x="339" y="607"/>
                    <a:pt x="339" y="607"/>
                  </a:cubicBezTo>
                  <a:cubicBezTo>
                    <a:pt x="339" y="607"/>
                    <a:pt x="339" y="607"/>
                    <a:pt x="339" y="607"/>
                  </a:cubicBezTo>
                  <a:cubicBezTo>
                    <a:pt x="336" y="488"/>
                    <a:pt x="253" y="329"/>
                    <a:pt x="91" y="129"/>
                  </a:cubicBezTo>
                  <a:cubicBezTo>
                    <a:pt x="84" y="120"/>
                    <a:pt x="84" y="120"/>
                    <a:pt x="84" y="120"/>
                  </a:cubicBezTo>
                  <a:cubicBezTo>
                    <a:pt x="52" y="82"/>
                    <a:pt x="24" y="42"/>
                    <a:pt x="0" y="0"/>
                  </a:cubicBezTo>
                  <a:lnTo>
                    <a:pt x="809" y="0"/>
                  </a:lnTo>
                  <a:close/>
                </a:path>
              </a:pathLst>
            </a:custGeom>
            <a:solidFill>
              <a:srgbClr val="2E8BB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55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44"/>
            <p:cNvSpPr/>
            <p:nvPr/>
          </p:nvSpPr>
          <p:spPr bwMode="auto">
            <a:xfrm>
              <a:off x="4586288" y="2710415"/>
              <a:ext cx="819150" cy="6413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75" y="0"/>
                </a:cxn>
                <a:cxn ang="0">
                  <a:pos x="683" y="130"/>
                </a:cxn>
                <a:cxn ang="0">
                  <a:pos x="677" y="136"/>
                </a:cxn>
                <a:cxn ang="0">
                  <a:pos x="545" y="319"/>
                </a:cxn>
                <a:cxn ang="0">
                  <a:pos x="435" y="607"/>
                </a:cxn>
                <a:cxn ang="0">
                  <a:pos x="435" y="607"/>
                </a:cxn>
                <a:cxn ang="0">
                  <a:pos x="0" y="607"/>
                </a:cxn>
                <a:cxn ang="0">
                  <a:pos x="0" y="0"/>
                </a:cxn>
              </a:cxnLst>
              <a:rect l="0" t="0" r="r" b="b"/>
              <a:pathLst>
                <a:path w="775" h="607">
                  <a:moveTo>
                    <a:pt x="0" y="0"/>
                  </a:moveTo>
                  <a:cubicBezTo>
                    <a:pt x="775" y="0"/>
                    <a:pt x="775" y="0"/>
                    <a:pt x="775" y="0"/>
                  </a:cubicBezTo>
                  <a:cubicBezTo>
                    <a:pt x="748" y="45"/>
                    <a:pt x="718" y="88"/>
                    <a:pt x="683" y="130"/>
                  </a:cubicBezTo>
                  <a:cubicBezTo>
                    <a:pt x="681" y="132"/>
                    <a:pt x="679" y="134"/>
                    <a:pt x="677" y="136"/>
                  </a:cubicBezTo>
                  <a:cubicBezTo>
                    <a:pt x="624" y="202"/>
                    <a:pt x="580" y="263"/>
                    <a:pt x="545" y="319"/>
                  </a:cubicBezTo>
                  <a:cubicBezTo>
                    <a:pt x="473" y="433"/>
                    <a:pt x="437" y="529"/>
                    <a:pt x="435" y="607"/>
                  </a:cubicBezTo>
                  <a:cubicBezTo>
                    <a:pt x="435" y="607"/>
                    <a:pt x="435" y="607"/>
                    <a:pt x="435" y="607"/>
                  </a:cubicBezTo>
                  <a:cubicBezTo>
                    <a:pt x="0" y="607"/>
                    <a:pt x="0" y="607"/>
                    <a:pt x="0" y="60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2C0FF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55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04441" y="1197546"/>
            <a:ext cx="9627269" cy="4154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指针式万用电表的面板主要由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刻度盘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挡位选择开关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旋钮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和一些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43"/>
          <p:cNvSpPr txBox="1"/>
          <p:nvPr/>
        </p:nvSpPr>
        <p:spPr>
          <a:xfrm>
            <a:off x="2590800" y="189230"/>
            <a:ext cx="6384726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面板的认识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6934" y="1642234"/>
            <a:ext cx="6408712" cy="513037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直接连接符 36"/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燕尾形 37"/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665480" y="1903095"/>
            <a:ext cx="4034155" cy="3812540"/>
            <a:chOff x="1408" y="2541"/>
            <a:chExt cx="7817" cy="6580"/>
          </a:xfrm>
        </p:grpSpPr>
        <p:sp>
          <p:nvSpPr>
            <p:cNvPr id="28" name="矩形 2"/>
            <p:cNvSpPr/>
            <p:nvPr/>
          </p:nvSpPr>
          <p:spPr>
            <a:xfrm>
              <a:off x="3805" y="2926"/>
              <a:ext cx="1671" cy="1430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2"/>
            <p:cNvSpPr/>
            <p:nvPr/>
          </p:nvSpPr>
          <p:spPr>
            <a:xfrm>
              <a:off x="2818" y="5179"/>
              <a:ext cx="2925" cy="2503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2"/>
            <p:cNvSpPr/>
            <p:nvPr/>
          </p:nvSpPr>
          <p:spPr>
            <a:xfrm>
              <a:off x="5183" y="3884"/>
              <a:ext cx="2848" cy="2437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2"/>
            <p:cNvSpPr/>
            <p:nvPr/>
          </p:nvSpPr>
          <p:spPr>
            <a:xfrm>
              <a:off x="2482" y="7358"/>
              <a:ext cx="926" cy="793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2"/>
            <p:cNvSpPr/>
            <p:nvPr/>
          </p:nvSpPr>
          <p:spPr>
            <a:xfrm>
              <a:off x="3507" y="4215"/>
              <a:ext cx="2763" cy="2364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B050"/>
            </a:soli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2"/>
            <p:cNvSpPr/>
            <p:nvPr/>
          </p:nvSpPr>
          <p:spPr>
            <a:xfrm>
              <a:off x="2667" y="3479"/>
              <a:ext cx="1139" cy="975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70C0"/>
            </a:soli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2"/>
            <p:cNvSpPr/>
            <p:nvPr/>
          </p:nvSpPr>
          <p:spPr>
            <a:xfrm>
              <a:off x="5640" y="2541"/>
              <a:ext cx="898" cy="769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B0F0"/>
            </a:solidFill>
            <a:ln w="12700">
              <a:solidFill>
                <a:srgbClr val="00B0F0"/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2"/>
            <p:cNvSpPr/>
            <p:nvPr/>
          </p:nvSpPr>
          <p:spPr>
            <a:xfrm>
              <a:off x="5538" y="7008"/>
              <a:ext cx="541" cy="463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B050"/>
            </a:soli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2"/>
            <p:cNvSpPr/>
            <p:nvPr/>
          </p:nvSpPr>
          <p:spPr>
            <a:xfrm>
              <a:off x="6168" y="7057"/>
              <a:ext cx="1578" cy="1350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2"/>
            <p:cNvSpPr/>
            <p:nvPr/>
          </p:nvSpPr>
          <p:spPr>
            <a:xfrm>
              <a:off x="7647" y="3209"/>
              <a:ext cx="1578" cy="1350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2"/>
            <p:cNvSpPr/>
            <p:nvPr/>
          </p:nvSpPr>
          <p:spPr>
            <a:xfrm>
              <a:off x="8031" y="8659"/>
              <a:ext cx="541" cy="463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92D050"/>
            </a:soli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2"/>
            <p:cNvSpPr/>
            <p:nvPr/>
          </p:nvSpPr>
          <p:spPr>
            <a:xfrm>
              <a:off x="3237" y="8122"/>
              <a:ext cx="898" cy="769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B0F0"/>
            </a:solidFill>
            <a:ln w="12700">
              <a:solidFill>
                <a:srgbClr val="00B0F0"/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2"/>
            <p:cNvSpPr/>
            <p:nvPr/>
          </p:nvSpPr>
          <p:spPr>
            <a:xfrm>
              <a:off x="1408" y="5102"/>
              <a:ext cx="905" cy="774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矩形 51"/>
          <p:cNvSpPr>
            <a:spLocks noChangeArrowheads="1"/>
          </p:cNvSpPr>
          <p:nvPr/>
        </p:nvSpPr>
        <p:spPr bwMode="auto">
          <a:xfrm>
            <a:off x="5203190" y="1771015"/>
            <a:ext cx="6725920" cy="23221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pPr>
              <a:lnSpc>
                <a:spcPct val="150000"/>
              </a:lnSpc>
            </a:pPr>
            <a:r>
              <a:rPr lang="en-US" sz="2000" dirty="0"/>
              <a:t>MF-47</a:t>
            </a:r>
            <a:r>
              <a:rPr lang="zh-CN" altLang="en-US" sz="2000" dirty="0"/>
              <a:t>型指针式万用电表面板上有机械调零和欧姆调零两个旋钮</a:t>
            </a:r>
            <a:endParaRPr lang="zh-CN" altLang="en-US" sz="2000" cap="all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660707" y="1145540"/>
            <a:ext cx="5080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algn="ctr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认识旋钮</a:t>
            </a:r>
            <a:endParaRPr lang="zh-CN" altLang="en-US" sz="2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2" name="TextBox 7"/>
          <p:cNvSpPr txBox="1"/>
          <p:nvPr/>
        </p:nvSpPr>
        <p:spPr>
          <a:xfrm>
            <a:off x="190500" y="180975"/>
            <a:ext cx="1402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任务一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TextBox 43"/>
          <p:cNvSpPr txBox="1"/>
          <p:nvPr/>
        </p:nvSpPr>
        <p:spPr>
          <a:xfrm>
            <a:off x="2590800" y="189230"/>
            <a:ext cx="71048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面板的认识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699635" y="3114402"/>
            <a:ext cx="7343126" cy="2164625"/>
            <a:chOff x="4048224" y="3166356"/>
            <a:chExt cx="9035851" cy="2424555"/>
          </a:xfrm>
        </p:grpSpPr>
        <p:pic>
          <p:nvPicPr>
            <p:cNvPr id="5" name="图片 4" descr="IMG_1404.JPG"/>
            <p:cNvPicPr>
              <a:picLocks noChangeAspect="1" noChangeArrowheads="1"/>
            </p:cNvPicPr>
            <p:nvPr/>
          </p:nvPicPr>
          <p:blipFill>
            <a:blip r:embed="rId1">
              <a:grayscl/>
              <a:lum brigh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69" t="36807" r="45157" b="26627"/>
            <a:stretch>
              <a:fillRect/>
            </a:stretch>
          </p:blipFill>
          <p:spPr bwMode="auto">
            <a:xfrm>
              <a:off x="6239686" y="3166356"/>
              <a:ext cx="4445018" cy="2424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8224" y="3727146"/>
              <a:ext cx="9035851" cy="1176155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9" dur="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0" dur="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1" dur="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2" dur="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687494" y="2853730"/>
            <a:ext cx="3379470" cy="3753485"/>
            <a:chOff x="1331640" y="1707656"/>
            <a:chExt cx="2796076" cy="2835508"/>
          </a:xfrm>
        </p:grpSpPr>
        <p:sp>
          <p:nvSpPr>
            <p:cNvPr id="35" name="等腰三角形 5"/>
            <p:cNvSpPr/>
            <p:nvPr/>
          </p:nvSpPr>
          <p:spPr>
            <a:xfrm>
              <a:off x="1608860" y="1707656"/>
              <a:ext cx="1247249" cy="1186340"/>
            </a:xfrm>
            <a:custGeom>
              <a:avLst/>
              <a:gdLst>
                <a:gd name="connsiteX0" fmla="*/ 0 w 936104"/>
                <a:gd name="connsiteY0" fmla="*/ 432048 h 432048"/>
                <a:gd name="connsiteX1" fmla="*/ 468052 w 936104"/>
                <a:gd name="connsiteY1" fmla="*/ 0 h 432048"/>
                <a:gd name="connsiteX2" fmla="*/ 936104 w 936104"/>
                <a:gd name="connsiteY2" fmla="*/ 432048 h 432048"/>
                <a:gd name="connsiteX3" fmla="*/ 0 w 936104"/>
                <a:gd name="connsiteY3" fmla="*/ 432048 h 432048"/>
                <a:gd name="connsiteX0-1" fmla="*/ 0 w 2405548"/>
                <a:gd name="connsiteY0-2" fmla="*/ 553019 h 553019"/>
                <a:gd name="connsiteX1-3" fmla="*/ 1937496 w 2405548"/>
                <a:gd name="connsiteY1-4" fmla="*/ 0 h 553019"/>
                <a:gd name="connsiteX2-5" fmla="*/ 2405548 w 2405548"/>
                <a:gd name="connsiteY2-6" fmla="*/ 432048 h 553019"/>
                <a:gd name="connsiteX3-7" fmla="*/ 0 w 2405548"/>
                <a:gd name="connsiteY3-8" fmla="*/ 553019 h 553019"/>
                <a:gd name="connsiteX0-9" fmla="*/ 0 w 2405548"/>
                <a:gd name="connsiteY0-10" fmla="*/ 1186339 h 1186339"/>
                <a:gd name="connsiteX1-11" fmla="*/ 1247249 w 2405548"/>
                <a:gd name="connsiteY1-12" fmla="*/ 0 h 1186339"/>
                <a:gd name="connsiteX2-13" fmla="*/ 2405548 w 2405548"/>
                <a:gd name="connsiteY2-14" fmla="*/ 1065368 h 1186339"/>
                <a:gd name="connsiteX3-15" fmla="*/ 0 w 2405548"/>
                <a:gd name="connsiteY3-16" fmla="*/ 1186339 h 1186339"/>
                <a:gd name="connsiteX0-17" fmla="*/ 0 w 1247249"/>
                <a:gd name="connsiteY0-18" fmla="*/ 1186339 h 1186339"/>
                <a:gd name="connsiteX1-19" fmla="*/ 1247249 w 1247249"/>
                <a:gd name="connsiteY1-20" fmla="*/ 0 h 1186339"/>
                <a:gd name="connsiteX2-21" fmla="*/ 1227858 w 1247249"/>
                <a:gd name="connsiteY2-22" fmla="*/ 634853 h 1186339"/>
                <a:gd name="connsiteX3-23" fmla="*/ 0 w 1247249"/>
                <a:gd name="connsiteY3-24" fmla="*/ 1186339 h 1186339"/>
                <a:gd name="connsiteX0-25" fmla="*/ 0 w 1247249"/>
                <a:gd name="connsiteY0-26" fmla="*/ 1186339 h 1186339"/>
                <a:gd name="connsiteX1-27" fmla="*/ 1247249 w 1247249"/>
                <a:gd name="connsiteY1-28" fmla="*/ 0 h 1186339"/>
                <a:gd name="connsiteX2-29" fmla="*/ 1227858 w 1247249"/>
                <a:gd name="connsiteY2-30" fmla="*/ 634853 h 1186339"/>
                <a:gd name="connsiteX3-31" fmla="*/ 0 w 1247249"/>
                <a:gd name="connsiteY3-32" fmla="*/ 1186339 h 1186339"/>
                <a:gd name="connsiteX0-33" fmla="*/ 0 w 1247249"/>
                <a:gd name="connsiteY0-34" fmla="*/ 1186339 h 1186339"/>
                <a:gd name="connsiteX1-35" fmla="*/ 1247249 w 1247249"/>
                <a:gd name="connsiteY1-36" fmla="*/ 0 h 1186339"/>
                <a:gd name="connsiteX2-37" fmla="*/ 1227858 w 1247249"/>
                <a:gd name="connsiteY2-38" fmla="*/ 634853 h 1186339"/>
                <a:gd name="connsiteX3-39" fmla="*/ 0 w 1247249"/>
                <a:gd name="connsiteY3-40" fmla="*/ 1186339 h 1186339"/>
                <a:gd name="connsiteX0-41" fmla="*/ 0 w 1247249"/>
                <a:gd name="connsiteY0-42" fmla="*/ 1186339 h 1186339"/>
                <a:gd name="connsiteX1-43" fmla="*/ 1247249 w 1247249"/>
                <a:gd name="connsiteY1-44" fmla="*/ 0 h 1186339"/>
                <a:gd name="connsiteX2-45" fmla="*/ 1227858 w 1247249"/>
                <a:gd name="connsiteY2-46" fmla="*/ 634853 h 1186339"/>
                <a:gd name="connsiteX3-47" fmla="*/ 0 w 1247249"/>
                <a:gd name="connsiteY3-48" fmla="*/ 1186339 h 1186339"/>
                <a:gd name="connsiteX0-49" fmla="*/ 0 w 1247249"/>
                <a:gd name="connsiteY0-50" fmla="*/ 1186339 h 1186339"/>
                <a:gd name="connsiteX1-51" fmla="*/ 1247249 w 1247249"/>
                <a:gd name="connsiteY1-52" fmla="*/ 0 h 1186339"/>
                <a:gd name="connsiteX2-53" fmla="*/ 1227858 w 1247249"/>
                <a:gd name="connsiteY2-54" fmla="*/ 634853 h 1186339"/>
                <a:gd name="connsiteX3-55" fmla="*/ 0 w 1247249"/>
                <a:gd name="connsiteY3-56" fmla="*/ 1186339 h 1186339"/>
                <a:gd name="connsiteX0-57" fmla="*/ 0 w 1247249"/>
                <a:gd name="connsiteY0-58" fmla="*/ 1186339 h 1186339"/>
                <a:gd name="connsiteX1-59" fmla="*/ 1247249 w 1247249"/>
                <a:gd name="connsiteY1-60" fmla="*/ 0 h 1186339"/>
                <a:gd name="connsiteX2-61" fmla="*/ 1227858 w 1247249"/>
                <a:gd name="connsiteY2-62" fmla="*/ 634853 h 1186339"/>
                <a:gd name="connsiteX3-63" fmla="*/ 0 w 1247249"/>
                <a:gd name="connsiteY3-64" fmla="*/ 1186339 h 1186339"/>
                <a:gd name="connsiteX0-65" fmla="*/ 0 w 1247249"/>
                <a:gd name="connsiteY0-66" fmla="*/ 1186339 h 1186339"/>
                <a:gd name="connsiteX1-67" fmla="*/ 1247249 w 1247249"/>
                <a:gd name="connsiteY1-68" fmla="*/ 0 h 1186339"/>
                <a:gd name="connsiteX2-69" fmla="*/ 1227858 w 1247249"/>
                <a:gd name="connsiteY2-70" fmla="*/ 634853 h 1186339"/>
                <a:gd name="connsiteX3-71" fmla="*/ 0 w 1247249"/>
                <a:gd name="connsiteY3-72" fmla="*/ 1186339 h 1186339"/>
                <a:gd name="connsiteX0-73" fmla="*/ 0 w 1247249"/>
                <a:gd name="connsiteY0-74" fmla="*/ 1186339 h 1186339"/>
                <a:gd name="connsiteX1-75" fmla="*/ 1247249 w 1247249"/>
                <a:gd name="connsiteY1-76" fmla="*/ 0 h 1186339"/>
                <a:gd name="connsiteX2-77" fmla="*/ 1227858 w 1247249"/>
                <a:gd name="connsiteY2-78" fmla="*/ 634853 h 1186339"/>
                <a:gd name="connsiteX3-79" fmla="*/ 0 w 1247249"/>
                <a:gd name="connsiteY3-80" fmla="*/ 1186339 h 1186339"/>
                <a:gd name="connsiteX0-81" fmla="*/ 0 w 1247249"/>
                <a:gd name="connsiteY0-82" fmla="*/ 1186339 h 1186339"/>
                <a:gd name="connsiteX1-83" fmla="*/ 1247249 w 1247249"/>
                <a:gd name="connsiteY1-84" fmla="*/ 0 h 1186339"/>
                <a:gd name="connsiteX2-85" fmla="*/ 1227858 w 1247249"/>
                <a:gd name="connsiteY2-86" fmla="*/ 634853 h 1186339"/>
                <a:gd name="connsiteX3-87" fmla="*/ 0 w 1247249"/>
                <a:gd name="connsiteY3-88" fmla="*/ 1186339 h 1186339"/>
                <a:gd name="connsiteX0-89" fmla="*/ 0 w 1247249"/>
                <a:gd name="connsiteY0-90" fmla="*/ 1186339 h 1186339"/>
                <a:gd name="connsiteX1-91" fmla="*/ 1247249 w 1247249"/>
                <a:gd name="connsiteY1-92" fmla="*/ 0 h 1186339"/>
                <a:gd name="connsiteX2-93" fmla="*/ 1227858 w 1247249"/>
                <a:gd name="connsiteY2-94" fmla="*/ 634853 h 1186339"/>
                <a:gd name="connsiteX3-95" fmla="*/ 0 w 1247249"/>
                <a:gd name="connsiteY3-96" fmla="*/ 1186339 h 1186339"/>
                <a:gd name="connsiteX0-97" fmla="*/ 0 w 1247249"/>
                <a:gd name="connsiteY0-98" fmla="*/ 1186339 h 1186339"/>
                <a:gd name="connsiteX1-99" fmla="*/ 1247249 w 1247249"/>
                <a:gd name="connsiteY1-100" fmla="*/ 0 h 1186339"/>
                <a:gd name="connsiteX2-101" fmla="*/ 1231416 w 1247249"/>
                <a:gd name="connsiteY2-102" fmla="*/ 638411 h 1186339"/>
                <a:gd name="connsiteX3-103" fmla="*/ 0 w 1247249"/>
                <a:gd name="connsiteY3-104" fmla="*/ 1186339 h 1186339"/>
                <a:gd name="connsiteX0-105" fmla="*/ 0 w 1247249"/>
                <a:gd name="connsiteY0-106" fmla="*/ 1186339 h 1186339"/>
                <a:gd name="connsiteX1-107" fmla="*/ 1247249 w 1247249"/>
                <a:gd name="connsiteY1-108" fmla="*/ 0 h 1186339"/>
                <a:gd name="connsiteX2-109" fmla="*/ 1231416 w 1247249"/>
                <a:gd name="connsiteY2-110" fmla="*/ 638411 h 1186339"/>
                <a:gd name="connsiteX3-111" fmla="*/ 0 w 1247249"/>
                <a:gd name="connsiteY3-112" fmla="*/ 1186339 h 1186339"/>
                <a:gd name="connsiteX0-113" fmla="*/ 0 w 1247249"/>
                <a:gd name="connsiteY0-114" fmla="*/ 1186339 h 1186339"/>
                <a:gd name="connsiteX1-115" fmla="*/ 1247249 w 1247249"/>
                <a:gd name="connsiteY1-116" fmla="*/ 0 h 1186339"/>
                <a:gd name="connsiteX2-117" fmla="*/ 1231416 w 1247249"/>
                <a:gd name="connsiteY2-118" fmla="*/ 638411 h 1186339"/>
                <a:gd name="connsiteX3-119" fmla="*/ 0 w 1247249"/>
                <a:gd name="connsiteY3-120" fmla="*/ 1186339 h 118633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47249" h="1186339">
                  <a:moveTo>
                    <a:pt x="0" y="1186339"/>
                  </a:moveTo>
                  <a:cubicBezTo>
                    <a:pt x="177366" y="310566"/>
                    <a:pt x="852847" y="57437"/>
                    <a:pt x="1247249" y="0"/>
                  </a:cubicBezTo>
                  <a:cubicBezTo>
                    <a:pt x="1055770" y="225850"/>
                    <a:pt x="1081329" y="426793"/>
                    <a:pt x="1231416" y="638411"/>
                  </a:cubicBezTo>
                  <a:cubicBezTo>
                    <a:pt x="597978" y="633668"/>
                    <a:pt x="270525" y="877981"/>
                    <a:pt x="0" y="1186339"/>
                  </a:cubicBezTo>
                  <a:close/>
                </a:path>
              </a:pathLst>
            </a:custGeom>
            <a:solidFill>
              <a:srgbClr val="5FCA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等腰三角形 5"/>
            <p:cNvSpPr/>
            <p:nvPr/>
          </p:nvSpPr>
          <p:spPr>
            <a:xfrm>
              <a:off x="1619671" y="2445008"/>
              <a:ext cx="1234974" cy="634853"/>
            </a:xfrm>
            <a:custGeom>
              <a:avLst/>
              <a:gdLst>
                <a:gd name="connsiteX0" fmla="*/ 0 w 936104"/>
                <a:gd name="connsiteY0" fmla="*/ 432048 h 432048"/>
                <a:gd name="connsiteX1" fmla="*/ 468052 w 936104"/>
                <a:gd name="connsiteY1" fmla="*/ 0 h 432048"/>
                <a:gd name="connsiteX2" fmla="*/ 936104 w 936104"/>
                <a:gd name="connsiteY2" fmla="*/ 432048 h 432048"/>
                <a:gd name="connsiteX3" fmla="*/ 0 w 936104"/>
                <a:gd name="connsiteY3" fmla="*/ 432048 h 432048"/>
                <a:gd name="connsiteX0-1" fmla="*/ 0 w 2405548"/>
                <a:gd name="connsiteY0-2" fmla="*/ 553019 h 553019"/>
                <a:gd name="connsiteX1-3" fmla="*/ 1937496 w 2405548"/>
                <a:gd name="connsiteY1-4" fmla="*/ 0 h 553019"/>
                <a:gd name="connsiteX2-5" fmla="*/ 2405548 w 2405548"/>
                <a:gd name="connsiteY2-6" fmla="*/ 432048 h 553019"/>
                <a:gd name="connsiteX3-7" fmla="*/ 0 w 2405548"/>
                <a:gd name="connsiteY3-8" fmla="*/ 553019 h 553019"/>
                <a:gd name="connsiteX0-9" fmla="*/ 0 w 2405548"/>
                <a:gd name="connsiteY0-10" fmla="*/ 1186339 h 1186339"/>
                <a:gd name="connsiteX1-11" fmla="*/ 1247249 w 2405548"/>
                <a:gd name="connsiteY1-12" fmla="*/ 0 h 1186339"/>
                <a:gd name="connsiteX2-13" fmla="*/ 2405548 w 2405548"/>
                <a:gd name="connsiteY2-14" fmla="*/ 1065368 h 1186339"/>
                <a:gd name="connsiteX3-15" fmla="*/ 0 w 2405548"/>
                <a:gd name="connsiteY3-16" fmla="*/ 1186339 h 1186339"/>
                <a:gd name="connsiteX0-17" fmla="*/ 0 w 1247249"/>
                <a:gd name="connsiteY0-18" fmla="*/ 1186339 h 1186339"/>
                <a:gd name="connsiteX1-19" fmla="*/ 1247249 w 1247249"/>
                <a:gd name="connsiteY1-20" fmla="*/ 0 h 1186339"/>
                <a:gd name="connsiteX2-21" fmla="*/ 1227858 w 1247249"/>
                <a:gd name="connsiteY2-22" fmla="*/ 634853 h 1186339"/>
                <a:gd name="connsiteX3-23" fmla="*/ 0 w 1247249"/>
                <a:gd name="connsiteY3-24" fmla="*/ 1186339 h 1186339"/>
                <a:gd name="connsiteX0-25" fmla="*/ 0 w 1247249"/>
                <a:gd name="connsiteY0-26" fmla="*/ 1186339 h 1186339"/>
                <a:gd name="connsiteX1-27" fmla="*/ 1247249 w 1247249"/>
                <a:gd name="connsiteY1-28" fmla="*/ 0 h 1186339"/>
                <a:gd name="connsiteX2-29" fmla="*/ 1227858 w 1247249"/>
                <a:gd name="connsiteY2-30" fmla="*/ 634853 h 1186339"/>
                <a:gd name="connsiteX3-31" fmla="*/ 0 w 1247249"/>
                <a:gd name="connsiteY3-32" fmla="*/ 1186339 h 1186339"/>
                <a:gd name="connsiteX0-33" fmla="*/ 0 w 1247249"/>
                <a:gd name="connsiteY0-34" fmla="*/ 1186339 h 1186339"/>
                <a:gd name="connsiteX1-35" fmla="*/ 1247249 w 1247249"/>
                <a:gd name="connsiteY1-36" fmla="*/ 0 h 1186339"/>
                <a:gd name="connsiteX2-37" fmla="*/ 1227858 w 1247249"/>
                <a:gd name="connsiteY2-38" fmla="*/ 634853 h 1186339"/>
                <a:gd name="connsiteX3-39" fmla="*/ 0 w 1247249"/>
                <a:gd name="connsiteY3-40" fmla="*/ 1186339 h 1186339"/>
                <a:gd name="connsiteX0-41" fmla="*/ 0 w 1247249"/>
                <a:gd name="connsiteY0-42" fmla="*/ 1186339 h 1186339"/>
                <a:gd name="connsiteX1-43" fmla="*/ 1247249 w 1247249"/>
                <a:gd name="connsiteY1-44" fmla="*/ 0 h 1186339"/>
                <a:gd name="connsiteX2-45" fmla="*/ 1227858 w 1247249"/>
                <a:gd name="connsiteY2-46" fmla="*/ 634853 h 1186339"/>
                <a:gd name="connsiteX3-47" fmla="*/ 0 w 1247249"/>
                <a:gd name="connsiteY3-48" fmla="*/ 1186339 h 1186339"/>
                <a:gd name="connsiteX0-49" fmla="*/ 0 w 1247249"/>
                <a:gd name="connsiteY0-50" fmla="*/ 1186339 h 1186339"/>
                <a:gd name="connsiteX1-51" fmla="*/ 1247249 w 1247249"/>
                <a:gd name="connsiteY1-52" fmla="*/ 0 h 1186339"/>
                <a:gd name="connsiteX2-53" fmla="*/ 1227858 w 1247249"/>
                <a:gd name="connsiteY2-54" fmla="*/ 634853 h 1186339"/>
                <a:gd name="connsiteX3-55" fmla="*/ 0 w 1247249"/>
                <a:gd name="connsiteY3-56" fmla="*/ 1186339 h 1186339"/>
                <a:gd name="connsiteX0-57" fmla="*/ 0 w 1247249"/>
                <a:gd name="connsiteY0-58" fmla="*/ 1186339 h 1186339"/>
                <a:gd name="connsiteX1-59" fmla="*/ 1247249 w 1247249"/>
                <a:gd name="connsiteY1-60" fmla="*/ 0 h 1186339"/>
                <a:gd name="connsiteX2-61" fmla="*/ 1227858 w 1247249"/>
                <a:gd name="connsiteY2-62" fmla="*/ 634853 h 1186339"/>
                <a:gd name="connsiteX3-63" fmla="*/ 0 w 1247249"/>
                <a:gd name="connsiteY3-64" fmla="*/ 1186339 h 1186339"/>
                <a:gd name="connsiteX0-65" fmla="*/ 0 w 1247249"/>
                <a:gd name="connsiteY0-66" fmla="*/ 1186339 h 1186339"/>
                <a:gd name="connsiteX1-67" fmla="*/ 1247249 w 1247249"/>
                <a:gd name="connsiteY1-68" fmla="*/ 0 h 1186339"/>
                <a:gd name="connsiteX2-69" fmla="*/ 1227858 w 1247249"/>
                <a:gd name="connsiteY2-70" fmla="*/ 634853 h 1186339"/>
                <a:gd name="connsiteX3-71" fmla="*/ 0 w 1247249"/>
                <a:gd name="connsiteY3-72" fmla="*/ 1186339 h 1186339"/>
                <a:gd name="connsiteX0-73" fmla="*/ 0 w 1247249"/>
                <a:gd name="connsiteY0-74" fmla="*/ 1186339 h 1186339"/>
                <a:gd name="connsiteX1-75" fmla="*/ 1247249 w 1247249"/>
                <a:gd name="connsiteY1-76" fmla="*/ 0 h 1186339"/>
                <a:gd name="connsiteX2-77" fmla="*/ 1227858 w 1247249"/>
                <a:gd name="connsiteY2-78" fmla="*/ 634853 h 1186339"/>
                <a:gd name="connsiteX3-79" fmla="*/ 0 w 1247249"/>
                <a:gd name="connsiteY3-80" fmla="*/ 1186339 h 1186339"/>
                <a:gd name="connsiteX0-81" fmla="*/ 0 w 1247249"/>
                <a:gd name="connsiteY0-82" fmla="*/ 1186339 h 1186339"/>
                <a:gd name="connsiteX1-83" fmla="*/ 1247249 w 1247249"/>
                <a:gd name="connsiteY1-84" fmla="*/ 0 h 1186339"/>
                <a:gd name="connsiteX2-85" fmla="*/ 1227858 w 1247249"/>
                <a:gd name="connsiteY2-86" fmla="*/ 634853 h 1186339"/>
                <a:gd name="connsiteX3-87" fmla="*/ 0 w 1247249"/>
                <a:gd name="connsiteY3-88" fmla="*/ 1186339 h 1186339"/>
                <a:gd name="connsiteX0-89" fmla="*/ 0 w 1247249"/>
                <a:gd name="connsiteY0-90" fmla="*/ 1186339 h 1186339"/>
                <a:gd name="connsiteX1-91" fmla="*/ 1247249 w 1247249"/>
                <a:gd name="connsiteY1-92" fmla="*/ 0 h 1186339"/>
                <a:gd name="connsiteX2-93" fmla="*/ 1227858 w 1247249"/>
                <a:gd name="connsiteY2-94" fmla="*/ 634853 h 1186339"/>
                <a:gd name="connsiteX3-95" fmla="*/ 0 w 1247249"/>
                <a:gd name="connsiteY3-96" fmla="*/ 1186339 h 1186339"/>
                <a:gd name="connsiteX0-97" fmla="*/ 0 w 1247249"/>
                <a:gd name="connsiteY0-98" fmla="*/ 1186339 h 1186339"/>
                <a:gd name="connsiteX1-99" fmla="*/ 1247249 w 1247249"/>
                <a:gd name="connsiteY1-100" fmla="*/ 0 h 1186339"/>
                <a:gd name="connsiteX2-101" fmla="*/ 1231416 w 1247249"/>
                <a:gd name="connsiteY2-102" fmla="*/ 638411 h 1186339"/>
                <a:gd name="connsiteX3-103" fmla="*/ 0 w 1247249"/>
                <a:gd name="connsiteY3-104" fmla="*/ 1186339 h 1186339"/>
                <a:gd name="connsiteX0-105" fmla="*/ 0 w 1247249"/>
                <a:gd name="connsiteY0-106" fmla="*/ 1186339 h 1186339"/>
                <a:gd name="connsiteX1-107" fmla="*/ 1247249 w 1247249"/>
                <a:gd name="connsiteY1-108" fmla="*/ 0 h 1186339"/>
                <a:gd name="connsiteX2-109" fmla="*/ 1231416 w 1247249"/>
                <a:gd name="connsiteY2-110" fmla="*/ 638411 h 1186339"/>
                <a:gd name="connsiteX3-111" fmla="*/ 0 w 1247249"/>
                <a:gd name="connsiteY3-112" fmla="*/ 1186339 h 1186339"/>
                <a:gd name="connsiteX0-113" fmla="*/ 0 w 1247249"/>
                <a:gd name="connsiteY0-114" fmla="*/ 1186339 h 1186339"/>
                <a:gd name="connsiteX1-115" fmla="*/ 1247249 w 1247249"/>
                <a:gd name="connsiteY1-116" fmla="*/ 0 h 1186339"/>
                <a:gd name="connsiteX2-117" fmla="*/ 1231416 w 1247249"/>
                <a:gd name="connsiteY2-118" fmla="*/ 638411 h 1186339"/>
                <a:gd name="connsiteX3-119" fmla="*/ 0 w 1247249"/>
                <a:gd name="connsiteY3-120" fmla="*/ 1186339 h 1186339"/>
                <a:gd name="connsiteX0-121" fmla="*/ 0 w 1240133"/>
                <a:gd name="connsiteY0-122" fmla="*/ 652643 h 652643"/>
                <a:gd name="connsiteX1-123" fmla="*/ 1240133 w 1240133"/>
                <a:gd name="connsiteY1-124" fmla="*/ 0 h 652643"/>
                <a:gd name="connsiteX2-125" fmla="*/ 1224300 w 1240133"/>
                <a:gd name="connsiteY2-126" fmla="*/ 638411 h 652643"/>
                <a:gd name="connsiteX3-127" fmla="*/ 0 w 1240133"/>
                <a:gd name="connsiteY3-128" fmla="*/ 652643 h 652643"/>
                <a:gd name="connsiteX0-129" fmla="*/ 0 w 1233017"/>
                <a:gd name="connsiteY0-130" fmla="*/ 629932 h 629932"/>
                <a:gd name="connsiteX1-131" fmla="*/ 1233017 w 1233017"/>
                <a:gd name="connsiteY1-132" fmla="*/ 9311 h 629932"/>
                <a:gd name="connsiteX2-133" fmla="*/ 1224300 w 1233017"/>
                <a:gd name="connsiteY2-134" fmla="*/ 615700 h 629932"/>
                <a:gd name="connsiteX3-135" fmla="*/ 0 w 1233017"/>
                <a:gd name="connsiteY3-136" fmla="*/ 629932 h 629932"/>
                <a:gd name="connsiteX0-137" fmla="*/ 0 w 1233017"/>
                <a:gd name="connsiteY0-138" fmla="*/ 629932 h 644164"/>
                <a:gd name="connsiteX1-139" fmla="*/ 1233017 w 1233017"/>
                <a:gd name="connsiteY1-140" fmla="*/ 9311 h 644164"/>
                <a:gd name="connsiteX2-141" fmla="*/ 1224300 w 1233017"/>
                <a:gd name="connsiteY2-142" fmla="*/ 644164 h 644164"/>
                <a:gd name="connsiteX3-143" fmla="*/ 0 w 1233017"/>
                <a:gd name="connsiteY3-144" fmla="*/ 629932 h 644164"/>
                <a:gd name="connsiteX0-145" fmla="*/ 0 w 1233017"/>
                <a:gd name="connsiteY0-146" fmla="*/ 629932 h 644164"/>
                <a:gd name="connsiteX1-147" fmla="*/ 1233017 w 1233017"/>
                <a:gd name="connsiteY1-148" fmla="*/ 9311 h 644164"/>
                <a:gd name="connsiteX2-149" fmla="*/ 1224300 w 1233017"/>
                <a:gd name="connsiteY2-150" fmla="*/ 644164 h 644164"/>
                <a:gd name="connsiteX3-151" fmla="*/ 0 w 1233017"/>
                <a:gd name="connsiteY3-152" fmla="*/ 629932 h 644164"/>
                <a:gd name="connsiteX0-153" fmla="*/ 0 w 1233017"/>
                <a:gd name="connsiteY0-154" fmla="*/ 629932 h 644164"/>
                <a:gd name="connsiteX1-155" fmla="*/ 1233017 w 1233017"/>
                <a:gd name="connsiteY1-156" fmla="*/ 9311 h 644164"/>
                <a:gd name="connsiteX2-157" fmla="*/ 1224300 w 1233017"/>
                <a:gd name="connsiteY2-158" fmla="*/ 644164 h 644164"/>
                <a:gd name="connsiteX3-159" fmla="*/ 0 w 1233017"/>
                <a:gd name="connsiteY3-160" fmla="*/ 629932 h 644164"/>
                <a:gd name="connsiteX0-161" fmla="*/ 0 w 1233017"/>
                <a:gd name="connsiteY0-162" fmla="*/ 629932 h 640606"/>
                <a:gd name="connsiteX1-163" fmla="*/ 1233017 w 1233017"/>
                <a:gd name="connsiteY1-164" fmla="*/ 9311 h 640606"/>
                <a:gd name="connsiteX2-165" fmla="*/ 1227858 w 1233017"/>
                <a:gd name="connsiteY2-166" fmla="*/ 640606 h 640606"/>
                <a:gd name="connsiteX3-167" fmla="*/ 0 w 1233017"/>
                <a:gd name="connsiteY3-168" fmla="*/ 629932 h 640606"/>
                <a:gd name="connsiteX0-169" fmla="*/ 0 w 1225901"/>
                <a:gd name="connsiteY0-170" fmla="*/ 632363 h 639479"/>
                <a:gd name="connsiteX1-171" fmla="*/ 1225901 w 1225901"/>
                <a:gd name="connsiteY1-172" fmla="*/ 8184 h 639479"/>
                <a:gd name="connsiteX2-173" fmla="*/ 1220742 w 1225901"/>
                <a:gd name="connsiteY2-174" fmla="*/ 639479 h 639479"/>
                <a:gd name="connsiteX3-175" fmla="*/ 0 w 1225901"/>
                <a:gd name="connsiteY3-176" fmla="*/ 632363 h 639479"/>
                <a:gd name="connsiteX0-177" fmla="*/ 0 w 1225901"/>
                <a:gd name="connsiteY0-178" fmla="*/ 624179 h 631295"/>
                <a:gd name="connsiteX1-179" fmla="*/ 1225901 w 1225901"/>
                <a:gd name="connsiteY1-180" fmla="*/ 0 h 631295"/>
                <a:gd name="connsiteX2-181" fmla="*/ 1220742 w 1225901"/>
                <a:gd name="connsiteY2-182" fmla="*/ 631295 h 631295"/>
                <a:gd name="connsiteX3-183" fmla="*/ 0 w 1225901"/>
                <a:gd name="connsiteY3-184" fmla="*/ 624179 h 631295"/>
                <a:gd name="connsiteX0-185" fmla="*/ 0 w 1225901"/>
                <a:gd name="connsiteY0-186" fmla="*/ 624179 h 631295"/>
                <a:gd name="connsiteX1-187" fmla="*/ 1225901 w 1225901"/>
                <a:gd name="connsiteY1-188" fmla="*/ 0 h 631295"/>
                <a:gd name="connsiteX2-189" fmla="*/ 1220742 w 1225901"/>
                <a:gd name="connsiteY2-190" fmla="*/ 631295 h 631295"/>
                <a:gd name="connsiteX3-191" fmla="*/ 0 w 1225901"/>
                <a:gd name="connsiteY3-192" fmla="*/ 624179 h 631295"/>
                <a:gd name="connsiteX0-193" fmla="*/ 0 w 1225901"/>
                <a:gd name="connsiteY0-194" fmla="*/ 624179 h 631295"/>
                <a:gd name="connsiteX1-195" fmla="*/ 1225901 w 1225901"/>
                <a:gd name="connsiteY1-196" fmla="*/ 0 h 631295"/>
                <a:gd name="connsiteX2-197" fmla="*/ 1220742 w 1225901"/>
                <a:gd name="connsiteY2-198" fmla="*/ 631295 h 631295"/>
                <a:gd name="connsiteX3-199" fmla="*/ 0 w 1225901"/>
                <a:gd name="connsiteY3-200" fmla="*/ 624179 h 631295"/>
                <a:gd name="connsiteX0-201" fmla="*/ 0 w 1225901"/>
                <a:gd name="connsiteY0-202" fmla="*/ 624179 h 631295"/>
                <a:gd name="connsiteX1-203" fmla="*/ 1225901 w 1225901"/>
                <a:gd name="connsiteY1-204" fmla="*/ 0 h 631295"/>
                <a:gd name="connsiteX2-205" fmla="*/ 1220742 w 1225901"/>
                <a:gd name="connsiteY2-206" fmla="*/ 631295 h 631295"/>
                <a:gd name="connsiteX3-207" fmla="*/ 0 w 1225901"/>
                <a:gd name="connsiteY3-208" fmla="*/ 624179 h 631295"/>
                <a:gd name="connsiteX0-209" fmla="*/ 0 w 1218785"/>
                <a:gd name="connsiteY0-210" fmla="*/ 631295 h 631295"/>
                <a:gd name="connsiteX1-211" fmla="*/ 1218785 w 1218785"/>
                <a:gd name="connsiteY1-212" fmla="*/ 0 h 631295"/>
                <a:gd name="connsiteX2-213" fmla="*/ 1213626 w 1218785"/>
                <a:gd name="connsiteY2-214" fmla="*/ 631295 h 631295"/>
                <a:gd name="connsiteX3-215" fmla="*/ 0 w 1218785"/>
                <a:gd name="connsiteY3-216" fmla="*/ 631295 h 631295"/>
                <a:gd name="connsiteX0-217" fmla="*/ 0 w 1229459"/>
                <a:gd name="connsiteY0-218" fmla="*/ 631295 h 631295"/>
                <a:gd name="connsiteX1-219" fmla="*/ 1229459 w 1229459"/>
                <a:gd name="connsiteY1-220" fmla="*/ 0 h 631295"/>
                <a:gd name="connsiteX2-221" fmla="*/ 1224300 w 1229459"/>
                <a:gd name="connsiteY2-222" fmla="*/ 631295 h 631295"/>
                <a:gd name="connsiteX3-223" fmla="*/ 0 w 1229459"/>
                <a:gd name="connsiteY3-224" fmla="*/ 631295 h 631295"/>
                <a:gd name="connsiteX0-225" fmla="*/ 0 w 1231416"/>
                <a:gd name="connsiteY0-226" fmla="*/ 631295 h 634853"/>
                <a:gd name="connsiteX1-227" fmla="*/ 1229459 w 1231416"/>
                <a:gd name="connsiteY1-228" fmla="*/ 0 h 634853"/>
                <a:gd name="connsiteX2-229" fmla="*/ 1231416 w 1231416"/>
                <a:gd name="connsiteY2-230" fmla="*/ 634853 h 634853"/>
                <a:gd name="connsiteX3-231" fmla="*/ 0 w 1231416"/>
                <a:gd name="connsiteY3-232" fmla="*/ 631295 h 634853"/>
                <a:gd name="connsiteX0-233" fmla="*/ 0 w 1234974"/>
                <a:gd name="connsiteY0-234" fmla="*/ 634853 h 634853"/>
                <a:gd name="connsiteX1-235" fmla="*/ 1233017 w 1234974"/>
                <a:gd name="connsiteY1-236" fmla="*/ 0 h 634853"/>
                <a:gd name="connsiteX2-237" fmla="*/ 1234974 w 1234974"/>
                <a:gd name="connsiteY2-238" fmla="*/ 634853 h 634853"/>
                <a:gd name="connsiteX3-239" fmla="*/ 0 w 1234974"/>
                <a:gd name="connsiteY3-240" fmla="*/ 634853 h 6348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34974" h="634853">
                  <a:moveTo>
                    <a:pt x="0" y="634853"/>
                  </a:moveTo>
                  <a:cubicBezTo>
                    <a:pt x="291221" y="118435"/>
                    <a:pt x="835057" y="509"/>
                    <a:pt x="1233017" y="0"/>
                  </a:cubicBezTo>
                  <a:cubicBezTo>
                    <a:pt x="1041538" y="225850"/>
                    <a:pt x="1084887" y="423235"/>
                    <a:pt x="1234974" y="634853"/>
                  </a:cubicBezTo>
                  <a:lnTo>
                    <a:pt x="0" y="634853"/>
                  </a:lnTo>
                  <a:close/>
                </a:path>
              </a:pathLst>
            </a:custGeom>
            <a:solidFill>
              <a:srgbClr val="A0BF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等腰三角形 5"/>
            <p:cNvSpPr/>
            <p:nvPr/>
          </p:nvSpPr>
          <p:spPr>
            <a:xfrm flipV="1">
              <a:off x="1608860" y="3167486"/>
              <a:ext cx="1234974" cy="634853"/>
            </a:xfrm>
            <a:custGeom>
              <a:avLst/>
              <a:gdLst>
                <a:gd name="connsiteX0" fmla="*/ 0 w 936104"/>
                <a:gd name="connsiteY0" fmla="*/ 432048 h 432048"/>
                <a:gd name="connsiteX1" fmla="*/ 468052 w 936104"/>
                <a:gd name="connsiteY1" fmla="*/ 0 h 432048"/>
                <a:gd name="connsiteX2" fmla="*/ 936104 w 936104"/>
                <a:gd name="connsiteY2" fmla="*/ 432048 h 432048"/>
                <a:gd name="connsiteX3" fmla="*/ 0 w 936104"/>
                <a:gd name="connsiteY3" fmla="*/ 432048 h 432048"/>
                <a:gd name="connsiteX0-1" fmla="*/ 0 w 2405548"/>
                <a:gd name="connsiteY0-2" fmla="*/ 553019 h 553019"/>
                <a:gd name="connsiteX1-3" fmla="*/ 1937496 w 2405548"/>
                <a:gd name="connsiteY1-4" fmla="*/ 0 h 553019"/>
                <a:gd name="connsiteX2-5" fmla="*/ 2405548 w 2405548"/>
                <a:gd name="connsiteY2-6" fmla="*/ 432048 h 553019"/>
                <a:gd name="connsiteX3-7" fmla="*/ 0 w 2405548"/>
                <a:gd name="connsiteY3-8" fmla="*/ 553019 h 553019"/>
                <a:gd name="connsiteX0-9" fmla="*/ 0 w 2405548"/>
                <a:gd name="connsiteY0-10" fmla="*/ 1186339 h 1186339"/>
                <a:gd name="connsiteX1-11" fmla="*/ 1247249 w 2405548"/>
                <a:gd name="connsiteY1-12" fmla="*/ 0 h 1186339"/>
                <a:gd name="connsiteX2-13" fmla="*/ 2405548 w 2405548"/>
                <a:gd name="connsiteY2-14" fmla="*/ 1065368 h 1186339"/>
                <a:gd name="connsiteX3-15" fmla="*/ 0 w 2405548"/>
                <a:gd name="connsiteY3-16" fmla="*/ 1186339 h 1186339"/>
                <a:gd name="connsiteX0-17" fmla="*/ 0 w 1247249"/>
                <a:gd name="connsiteY0-18" fmla="*/ 1186339 h 1186339"/>
                <a:gd name="connsiteX1-19" fmla="*/ 1247249 w 1247249"/>
                <a:gd name="connsiteY1-20" fmla="*/ 0 h 1186339"/>
                <a:gd name="connsiteX2-21" fmla="*/ 1227858 w 1247249"/>
                <a:gd name="connsiteY2-22" fmla="*/ 634853 h 1186339"/>
                <a:gd name="connsiteX3-23" fmla="*/ 0 w 1247249"/>
                <a:gd name="connsiteY3-24" fmla="*/ 1186339 h 1186339"/>
                <a:gd name="connsiteX0-25" fmla="*/ 0 w 1247249"/>
                <a:gd name="connsiteY0-26" fmla="*/ 1186339 h 1186339"/>
                <a:gd name="connsiteX1-27" fmla="*/ 1247249 w 1247249"/>
                <a:gd name="connsiteY1-28" fmla="*/ 0 h 1186339"/>
                <a:gd name="connsiteX2-29" fmla="*/ 1227858 w 1247249"/>
                <a:gd name="connsiteY2-30" fmla="*/ 634853 h 1186339"/>
                <a:gd name="connsiteX3-31" fmla="*/ 0 w 1247249"/>
                <a:gd name="connsiteY3-32" fmla="*/ 1186339 h 1186339"/>
                <a:gd name="connsiteX0-33" fmla="*/ 0 w 1247249"/>
                <a:gd name="connsiteY0-34" fmla="*/ 1186339 h 1186339"/>
                <a:gd name="connsiteX1-35" fmla="*/ 1247249 w 1247249"/>
                <a:gd name="connsiteY1-36" fmla="*/ 0 h 1186339"/>
                <a:gd name="connsiteX2-37" fmla="*/ 1227858 w 1247249"/>
                <a:gd name="connsiteY2-38" fmla="*/ 634853 h 1186339"/>
                <a:gd name="connsiteX3-39" fmla="*/ 0 w 1247249"/>
                <a:gd name="connsiteY3-40" fmla="*/ 1186339 h 1186339"/>
                <a:gd name="connsiteX0-41" fmla="*/ 0 w 1247249"/>
                <a:gd name="connsiteY0-42" fmla="*/ 1186339 h 1186339"/>
                <a:gd name="connsiteX1-43" fmla="*/ 1247249 w 1247249"/>
                <a:gd name="connsiteY1-44" fmla="*/ 0 h 1186339"/>
                <a:gd name="connsiteX2-45" fmla="*/ 1227858 w 1247249"/>
                <a:gd name="connsiteY2-46" fmla="*/ 634853 h 1186339"/>
                <a:gd name="connsiteX3-47" fmla="*/ 0 w 1247249"/>
                <a:gd name="connsiteY3-48" fmla="*/ 1186339 h 1186339"/>
                <a:gd name="connsiteX0-49" fmla="*/ 0 w 1247249"/>
                <a:gd name="connsiteY0-50" fmla="*/ 1186339 h 1186339"/>
                <a:gd name="connsiteX1-51" fmla="*/ 1247249 w 1247249"/>
                <a:gd name="connsiteY1-52" fmla="*/ 0 h 1186339"/>
                <a:gd name="connsiteX2-53" fmla="*/ 1227858 w 1247249"/>
                <a:gd name="connsiteY2-54" fmla="*/ 634853 h 1186339"/>
                <a:gd name="connsiteX3-55" fmla="*/ 0 w 1247249"/>
                <a:gd name="connsiteY3-56" fmla="*/ 1186339 h 1186339"/>
                <a:gd name="connsiteX0-57" fmla="*/ 0 w 1247249"/>
                <a:gd name="connsiteY0-58" fmla="*/ 1186339 h 1186339"/>
                <a:gd name="connsiteX1-59" fmla="*/ 1247249 w 1247249"/>
                <a:gd name="connsiteY1-60" fmla="*/ 0 h 1186339"/>
                <a:gd name="connsiteX2-61" fmla="*/ 1227858 w 1247249"/>
                <a:gd name="connsiteY2-62" fmla="*/ 634853 h 1186339"/>
                <a:gd name="connsiteX3-63" fmla="*/ 0 w 1247249"/>
                <a:gd name="connsiteY3-64" fmla="*/ 1186339 h 1186339"/>
                <a:gd name="connsiteX0-65" fmla="*/ 0 w 1247249"/>
                <a:gd name="connsiteY0-66" fmla="*/ 1186339 h 1186339"/>
                <a:gd name="connsiteX1-67" fmla="*/ 1247249 w 1247249"/>
                <a:gd name="connsiteY1-68" fmla="*/ 0 h 1186339"/>
                <a:gd name="connsiteX2-69" fmla="*/ 1227858 w 1247249"/>
                <a:gd name="connsiteY2-70" fmla="*/ 634853 h 1186339"/>
                <a:gd name="connsiteX3-71" fmla="*/ 0 w 1247249"/>
                <a:gd name="connsiteY3-72" fmla="*/ 1186339 h 1186339"/>
                <a:gd name="connsiteX0-73" fmla="*/ 0 w 1247249"/>
                <a:gd name="connsiteY0-74" fmla="*/ 1186339 h 1186339"/>
                <a:gd name="connsiteX1-75" fmla="*/ 1247249 w 1247249"/>
                <a:gd name="connsiteY1-76" fmla="*/ 0 h 1186339"/>
                <a:gd name="connsiteX2-77" fmla="*/ 1227858 w 1247249"/>
                <a:gd name="connsiteY2-78" fmla="*/ 634853 h 1186339"/>
                <a:gd name="connsiteX3-79" fmla="*/ 0 w 1247249"/>
                <a:gd name="connsiteY3-80" fmla="*/ 1186339 h 1186339"/>
                <a:gd name="connsiteX0-81" fmla="*/ 0 w 1247249"/>
                <a:gd name="connsiteY0-82" fmla="*/ 1186339 h 1186339"/>
                <a:gd name="connsiteX1-83" fmla="*/ 1247249 w 1247249"/>
                <a:gd name="connsiteY1-84" fmla="*/ 0 h 1186339"/>
                <a:gd name="connsiteX2-85" fmla="*/ 1227858 w 1247249"/>
                <a:gd name="connsiteY2-86" fmla="*/ 634853 h 1186339"/>
                <a:gd name="connsiteX3-87" fmla="*/ 0 w 1247249"/>
                <a:gd name="connsiteY3-88" fmla="*/ 1186339 h 1186339"/>
                <a:gd name="connsiteX0-89" fmla="*/ 0 w 1247249"/>
                <a:gd name="connsiteY0-90" fmla="*/ 1186339 h 1186339"/>
                <a:gd name="connsiteX1-91" fmla="*/ 1247249 w 1247249"/>
                <a:gd name="connsiteY1-92" fmla="*/ 0 h 1186339"/>
                <a:gd name="connsiteX2-93" fmla="*/ 1227858 w 1247249"/>
                <a:gd name="connsiteY2-94" fmla="*/ 634853 h 1186339"/>
                <a:gd name="connsiteX3-95" fmla="*/ 0 w 1247249"/>
                <a:gd name="connsiteY3-96" fmla="*/ 1186339 h 1186339"/>
                <a:gd name="connsiteX0-97" fmla="*/ 0 w 1247249"/>
                <a:gd name="connsiteY0-98" fmla="*/ 1186339 h 1186339"/>
                <a:gd name="connsiteX1-99" fmla="*/ 1247249 w 1247249"/>
                <a:gd name="connsiteY1-100" fmla="*/ 0 h 1186339"/>
                <a:gd name="connsiteX2-101" fmla="*/ 1231416 w 1247249"/>
                <a:gd name="connsiteY2-102" fmla="*/ 638411 h 1186339"/>
                <a:gd name="connsiteX3-103" fmla="*/ 0 w 1247249"/>
                <a:gd name="connsiteY3-104" fmla="*/ 1186339 h 1186339"/>
                <a:gd name="connsiteX0-105" fmla="*/ 0 w 1247249"/>
                <a:gd name="connsiteY0-106" fmla="*/ 1186339 h 1186339"/>
                <a:gd name="connsiteX1-107" fmla="*/ 1247249 w 1247249"/>
                <a:gd name="connsiteY1-108" fmla="*/ 0 h 1186339"/>
                <a:gd name="connsiteX2-109" fmla="*/ 1231416 w 1247249"/>
                <a:gd name="connsiteY2-110" fmla="*/ 638411 h 1186339"/>
                <a:gd name="connsiteX3-111" fmla="*/ 0 w 1247249"/>
                <a:gd name="connsiteY3-112" fmla="*/ 1186339 h 1186339"/>
                <a:gd name="connsiteX0-113" fmla="*/ 0 w 1247249"/>
                <a:gd name="connsiteY0-114" fmla="*/ 1186339 h 1186339"/>
                <a:gd name="connsiteX1-115" fmla="*/ 1247249 w 1247249"/>
                <a:gd name="connsiteY1-116" fmla="*/ 0 h 1186339"/>
                <a:gd name="connsiteX2-117" fmla="*/ 1231416 w 1247249"/>
                <a:gd name="connsiteY2-118" fmla="*/ 638411 h 1186339"/>
                <a:gd name="connsiteX3-119" fmla="*/ 0 w 1247249"/>
                <a:gd name="connsiteY3-120" fmla="*/ 1186339 h 1186339"/>
                <a:gd name="connsiteX0-121" fmla="*/ 0 w 1240133"/>
                <a:gd name="connsiteY0-122" fmla="*/ 652643 h 652643"/>
                <a:gd name="connsiteX1-123" fmla="*/ 1240133 w 1240133"/>
                <a:gd name="connsiteY1-124" fmla="*/ 0 h 652643"/>
                <a:gd name="connsiteX2-125" fmla="*/ 1224300 w 1240133"/>
                <a:gd name="connsiteY2-126" fmla="*/ 638411 h 652643"/>
                <a:gd name="connsiteX3-127" fmla="*/ 0 w 1240133"/>
                <a:gd name="connsiteY3-128" fmla="*/ 652643 h 652643"/>
                <a:gd name="connsiteX0-129" fmla="*/ 0 w 1233017"/>
                <a:gd name="connsiteY0-130" fmla="*/ 629932 h 629932"/>
                <a:gd name="connsiteX1-131" fmla="*/ 1233017 w 1233017"/>
                <a:gd name="connsiteY1-132" fmla="*/ 9311 h 629932"/>
                <a:gd name="connsiteX2-133" fmla="*/ 1224300 w 1233017"/>
                <a:gd name="connsiteY2-134" fmla="*/ 615700 h 629932"/>
                <a:gd name="connsiteX3-135" fmla="*/ 0 w 1233017"/>
                <a:gd name="connsiteY3-136" fmla="*/ 629932 h 629932"/>
                <a:gd name="connsiteX0-137" fmla="*/ 0 w 1233017"/>
                <a:gd name="connsiteY0-138" fmla="*/ 629932 h 644164"/>
                <a:gd name="connsiteX1-139" fmla="*/ 1233017 w 1233017"/>
                <a:gd name="connsiteY1-140" fmla="*/ 9311 h 644164"/>
                <a:gd name="connsiteX2-141" fmla="*/ 1224300 w 1233017"/>
                <a:gd name="connsiteY2-142" fmla="*/ 644164 h 644164"/>
                <a:gd name="connsiteX3-143" fmla="*/ 0 w 1233017"/>
                <a:gd name="connsiteY3-144" fmla="*/ 629932 h 644164"/>
                <a:gd name="connsiteX0-145" fmla="*/ 0 w 1233017"/>
                <a:gd name="connsiteY0-146" fmla="*/ 629932 h 644164"/>
                <a:gd name="connsiteX1-147" fmla="*/ 1233017 w 1233017"/>
                <a:gd name="connsiteY1-148" fmla="*/ 9311 h 644164"/>
                <a:gd name="connsiteX2-149" fmla="*/ 1224300 w 1233017"/>
                <a:gd name="connsiteY2-150" fmla="*/ 644164 h 644164"/>
                <a:gd name="connsiteX3-151" fmla="*/ 0 w 1233017"/>
                <a:gd name="connsiteY3-152" fmla="*/ 629932 h 644164"/>
                <a:gd name="connsiteX0-153" fmla="*/ 0 w 1233017"/>
                <a:gd name="connsiteY0-154" fmla="*/ 629932 h 644164"/>
                <a:gd name="connsiteX1-155" fmla="*/ 1233017 w 1233017"/>
                <a:gd name="connsiteY1-156" fmla="*/ 9311 h 644164"/>
                <a:gd name="connsiteX2-157" fmla="*/ 1224300 w 1233017"/>
                <a:gd name="connsiteY2-158" fmla="*/ 644164 h 644164"/>
                <a:gd name="connsiteX3-159" fmla="*/ 0 w 1233017"/>
                <a:gd name="connsiteY3-160" fmla="*/ 629932 h 644164"/>
                <a:gd name="connsiteX0-161" fmla="*/ 0 w 1233017"/>
                <a:gd name="connsiteY0-162" fmla="*/ 629932 h 640606"/>
                <a:gd name="connsiteX1-163" fmla="*/ 1233017 w 1233017"/>
                <a:gd name="connsiteY1-164" fmla="*/ 9311 h 640606"/>
                <a:gd name="connsiteX2-165" fmla="*/ 1227858 w 1233017"/>
                <a:gd name="connsiteY2-166" fmla="*/ 640606 h 640606"/>
                <a:gd name="connsiteX3-167" fmla="*/ 0 w 1233017"/>
                <a:gd name="connsiteY3-168" fmla="*/ 629932 h 640606"/>
                <a:gd name="connsiteX0-169" fmla="*/ 0 w 1225901"/>
                <a:gd name="connsiteY0-170" fmla="*/ 632363 h 639479"/>
                <a:gd name="connsiteX1-171" fmla="*/ 1225901 w 1225901"/>
                <a:gd name="connsiteY1-172" fmla="*/ 8184 h 639479"/>
                <a:gd name="connsiteX2-173" fmla="*/ 1220742 w 1225901"/>
                <a:gd name="connsiteY2-174" fmla="*/ 639479 h 639479"/>
                <a:gd name="connsiteX3-175" fmla="*/ 0 w 1225901"/>
                <a:gd name="connsiteY3-176" fmla="*/ 632363 h 639479"/>
                <a:gd name="connsiteX0-177" fmla="*/ 0 w 1225901"/>
                <a:gd name="connsiteY0-178" fmla="*/ 624179 h 631295"/>
                <a:gd name="connsiteX1-179" fmla="*/ 1225901 w 1225901"/>
                <a:gd name="connsiteY1-180" fmla="*/ 0 h 631295"/>
                <a:gd name="connsiteX2-181" fmla="*/ 1220742 w 1225901"/>
                <a:gd name="connsiteY2-182" fmla="*/ 631295 h 631295"/>
                <a:gd name="connsiteX3-183" fmla="*/ 0 w 1225901"/>
                <a:gd name="connsiteY3-184" fmla="*/ 624179 h 631295"/>
                <a:gd name="connsiteX0-185" fmla="*/ 0 w 1225901"/>
                <a:gd name="connsiteY0-186" fmla="*/ 624179 h 631295"/>
                <a:gd name="connsiteX1-187" fmla="*/ 1225901 w 1225901"/>
                <a:gd name="connsiteY1-188" fmla="*/ 0 h 631295"/>
                <a:gd name="connsiteX2-189" fmla="*/ 1220742 w 1225901"/>
                <a:gd name="connsiteY2-190" fmla="*/ 631295 h 631295"/>
                <a:gd name="connsiteX3-191" fmla="*/ 0 w 1225901"/>
                <a:gd name="connsiteY3-192" fmla="*/ 624179 h 631295"/>
                <a:gd name="connsiteX0-193" fmla="*/ 0 w 1225901"/>
                <a:gd name="connsiteY0-194" fmla="*/ 624179 h 631295"/>
                <a:gd name="connsiteX1-195" fmla="*/ 1225901 w 1225901"/>
                <a:gd name="connsiteY1-196" fmla="*/ 0 h 631295"/>
                <a:gd name="connsiteX2-197" fmla="*/ 1220742 w 1225901"/>
                <a:gd name="connsiteY2-198" fmla="*/ 631295 h 631295"/>
                <a:gd name="connsiteX3-199" fmla="*/ 0 w 1225901"/>
                <a:gd name="connsiteY3-200" fmla="*/ 624179 h 631295"/>
                <a:gd name="connsiteX0-201" fmla="*/ 0 w 1225901"/>
                <a:gd name="connsiteY0-202" fmla="*/ 624179 h 631295"/>
                <a:gd name="connsiteX1-203" fmla="*/ 1225901 w 1225901"/>
                <a:gd name="connsiteY1-204" fmla="*/ 0 h 631295"/>
                <a:gd name="connsiteX2-205" fmla="*/ 1220742 w 1225901"/>
                <a:gd name="connsiteY2-206" fmla="*/ 631295 h 631295"/>
                <a:gd name="connsiteX3-207" fmla="*/ 0 w 1225901"/>
                <a:gd name="connsiteY3-208" fmla="*/ 624179 h 631295"/>
                <a:gd name="connsiteX0-209" fmla="*/ 0 w 1218785"/>
                <a:gd name="connsiteY0-210" fmla="*/ 631295 h 631295"/>
                <a:gd name="connsiteX1-211" fmla="*/ 1218785 w 1218785"/>
                <a:gd name="connsiteY1-212" fmla="*/ 0 h 631295"/>
                <a:gd name="connsiteX2-213" fmla="*/ 1213626 w 1218785"/>
                <a:gd name="connsiteY2-214" fmla="*/ 631295 h 631295"/>
                <a:gd name="connsiteX3-215" fmla="*/ 0 w 1218785"/>
                <a:gd name="connsiteY3-216" fmla="*/ 631295 h 631295"/>
                <a:gd name="connsiteX0-217" fmla="*/ 0 w 1229459"/>
                <a:gd name="connsiteY0-218" fmla="*/ 631295 h 631295"/>
                <a:gd name="connsiteX1-219" fmla="*/ 1229459 w 1229459"/>
                <a:gd name="connsiteY1-220" fmla="*/ 0 h 631295"/>
                <a:gd name="connsiteX2-221" fmla="*/ 1224300 w 1229459"/>
                <a:gd name="connsiteY2-222" fmla="*/ 631295 h 631295"/>
                <a:gd name="connsiteX3-223" fmla="*/ 0 w 1229459"/>
                <a:gd name="connsiteY3-224" fmla="*/ 631295 h 631295"/>
                <a:gd name="connsiteX0-225" fmla="*/ 0 w 1231416"/>
                <a:gd name="connsiteY0-226" fmla="*/ 631295 h 634853"/>
                <a:gd name="connsiteX1-227" fmla="*/ 1229459 w 1231416"/>
                <a:gd name="connsiteY1-228" fmla="*/ 0 h 634853"/>
                <a:gd name="connsiteX2-229" fmla="*/ 1231416 w 1231416"/>
                <a:gd name="connsiteY2-230" fmla="*/ 634853 h 634853"/>
                <a:gd name="connsiteX3-231" fmla="*/ 0 w 1231416"/>
                <a:gd name="connsiteY3-232" fmla="*/ 631295 h 634853"/>
                <a:gd name="connsiteX0-233" fmla="*/ 0 w 1234974"/>
                <a:gd name="connsiteY0-234" fmla="*/ 634853 h 634853"/>
                <a:gd name="connsiteX1-235" fmla="*/ 1233017 w 1234974"/>
                <a:gd name="connsiteY1-236" fmla="*/ 0 h 634853"/>
                <a:gd name="connsiteX2-237" fmla="*/ 1234974 w 1234974"/>
                <a:gd name="connsiteY2-238" fmla="*/ 634853 h 634853"/>
                <a:gd name="connsiteX3-239" fmla="*/ 0 w 1234974"/>
                <a:gd name="connsiteY3-240" fmla="*/ 634853 h 6348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34974" h="634853">
                  <a:moveTo>
                    <a:pt x="0" y="634853"/>
                  </a:moveTo>
                  <a:cubicBezTo>
                    <a:pt x="291221" y="118435"/>
                    <a:pt x="835057" y="509"/>
                    <a:pt x="1233017" y="0"/>
                  </a:cubicBezTo>
                  <a:cubicBezTo>
                    <a:pt x="1041538" y="225850"/>
                    <a:pt x="1084887" y="423235"/>
                    <a:pt x="1234974" y="634853"/>
                  </a:cubicBezTo>
                  <a:lnTo>
                    <a:pt x="0" y="634853"/>
                  </a:lnTo>
                  <a:close/>
                </a:path>
              </a:pathLst>
            </a:custGeom>
            <a:solidFill>
              <a:srgbClr val="319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等腰三角形 5"/>
            <p:cNvSpPr/>
            <p:nvPr/>
          </p:nvSpPr>
          <p:spPr>
            <a:xfrm flipV="1">
              <a:off x="1619671" y="3356824"/>
              <a:ext cx="1247249" cy="1186340"/>
            </a:xfrm>
            <a:custGeom>
              <a:avLst/>
              <a:gdLst>
                <a:gd name="connsiteX0" fmla="*/ 0 w 936104"/>
                <a:gd name="connsiteY0" fmla="*/ 432048 h 432048"/>
                <a:gd name="connsiteX1" fmla="*/ 468052 w 936104"/>
                <a:gd name="connsiteY1" fmla="*/ 0 h 432048"/>
                <a:gd name="connsiteX2" fmla="*/ 936104 w 936104"/>
                <a:gd name="connsiteY2" fmla="*/ 432048 h 432048"/>
                <a:gd name="connsiteX3" fmla="*/ 0 w 936104"/>
                <a:gd name="connsiteY3" fmla="*/ 432048 h 432048"/>
                <a:gd name="connsiteX0-1" fmla="*/ 0 w 2405548"/>
                <a:gd name="connsiteY0-2" fmla="*/ 553019 h 553019"/>
                <a:gd name="connsiteX1-3" fmla="*/ 1937496 w 2405548"/>
                <a:gd name="connsiteY1-4" fmla="*/ 0 h 553019"/>
                <a:gd name="connsiteX2-5" fmla="*/ 2405548 w 2405548"/>
                <a:gd name="connsiteY2-6" fmla="*/ 432048 h 553019"/>
                <a:gd name="connsiteX3-7" fmla="*/ 0 w 2405548"/>
                <a:gd name="connsiteY3-8" fmla="*/ 553019 h 553019"/>
                <a:gd name="connsiteX0-9" fmla="*/ 0 w 2405548"/>
                <a:gd name="connsiteY0-10" fmla="*/ 1186339 h 1186339"/>
                <a:gd name="connsiteX1-11" fmla="*/ 1247249 w 2405548"/>
                <a:gd name="connsiteY1-12" fmla="*/ 0 h 1186339"/>
                <a:gd name="connsiteX2-13" fmla="*/ 2405548 w 2405548"/>
                <a:gd name="connsiteY2-14" fmla="*/ 1065368 h 1186339"/>
                <a:gd name="connsiteX3-15" fmla="*/ 0 w 2405548"/>
                <a:gd name="connsiteY3-16" fmla="*/ 1186339 h 1186339"/>
                <a:gd name="connsiteX0-17" fmla="*/ 0 w 1247249"/>
                <a:gd name="connsiteY0-18" fmla="*/ 1186339 h 1186339"/>
                <a:gd name="connsiteX1-19" fmla="*/ 1247249 w 1247249"/>
                <a:gd name="connsiteY1-20" fmla="*/ 0 h 1186339"/>
                <a:gd name="connsiteX2-21" fmla="*/ 1227858 w 1247249"/>
                <a:gd name="connsiteY2-22" fmla="*/ 634853 h 1186339"/>
                <a:gd name="connsiteX3-23" fmla="*/ 0 w 1247249"/>
                <a:gd name="connsiteY3-24" fmla="*/ 1186339 h 1186339"/>
                <a:gd name="connsiteX0-25" fmla="*/ 0 w 1247249"/>
                <a:gd name="connsiteY0-26" fmla="*/ 1186339 h 1186339"/>
                <a:gd name="connsiteX1-27" fmla="*/ 1247249 w 1247249"/>
                <a:gd name="connsiteY1-28" fmla="*/ 0 h 1186339"/>
                <a:gd name="connsiteX2-29" fmla="*/ 1227858 w 1247249"/>
                <a:gd name="connsiteY2-30" fmla="*/ 634853 h 1186339"/>
                <a:gd name="connsiteX3-31" fmla="*/ 0 w 1247249"/>
                <a:gd name="connsiteY3-32" fmla="*/ 1186339 h 1186339"/>
                <a:gd name="connsiteX0-33" fmla="*/ 0 w 1247249"/>
                <a:gd name="connsiteY0-34" fmla="*/ 1186339 h 1186339"/>
                <a:gd name="connsiteX1-35" fmla="*/ 1247249 w 1247249"/>
                <a:gd name="connsiteY1-36" fmla="*/ 0 h 1186339"/>
                <a:gd name="connsiteX2-37" fmla="*/ 1227858 w 1247249"/>
                <a:gd name="connsiteY2-38" fmla="*/ 634853 h 1186339"/>
                <a:gd name="connsiteX3-39" fmla="*/ 0 w 1247249"/>
                <a:gd name="connsiteY3-40" fmla="*/ 1186339 h 1186339"/>
                <a:gd name="connsiteX0-41" fmla="*/ 0 w 1247249"/>
                <a:gd name="connsiteY0-42" fmla="*/ 1186339 h 1186339"/>
                <a:gd name="connsiteX1-43" fmla="*/ 1247249 w 1247249"/>
                <a:gd name="connsiteY1-44" fmla="*/ 0 h 1186339"/>
                <a:gd name="connsiteX2-45" fmla="*/ 1227858 w 1247249"/>
                <a:gd name="connsiteY2-46" fmla="*/ 634853 h 1186339"/>
                <a:gd name="connsiteX3-47" fmla="*/ 0 w 1247249"/>
                <a:gd name="connsiteY3-48" fmla="*/ 1186339 h 1186339"/>
                <a:gd name="connsiteX0-49" fmla="*/ 0 w 1247249"/>
                <a:gd name="connsiteY0-50" fmla="*/ 1186339 h 1186339"/>
                <a:gd name="connsiteX1-51" fmla="*/ 1247249 w 1247249"/>
                <a:gd name="connsiteY1-52" fmla="*/ 0 h 1186339"/>
                <a:gd name="connsiteX2-53" fmla="*/ 1227858 w 1247249"/>
                <a:gd name="connsiteY2-54" fmla="*/ 634853 h 1186339"/>
                <a:gd name="connsiteX3-55" fmla="*/ 0 w 1247249"/>
                <a:gd name="connsiteY3-56" fmla="*/ 1186339 h 1186339"/>
                <a:gd name="connsiteX0-57" fmla="*/ 0 w 1247249"/>
                <a:gd name="connsiteY0-58" fmla="*/ 1186339 h 1186339"/>
                <a:gd name="connsiteX1-59" fmla="*/ 1247249 w 1247249"/>
                <a:gd name="connsiteY1-60" fmla="*/ 0 h 1186339"/>
                <a:gd name="connsiteX2-61" fmla="*/ 1227858 w 1247249"/>
                <a:gd name="connsiteY2-62" fmla="*/ 634853 h 1186339"/>
                <a:gd name="connsiteX3-63" fmla="*/ 0 w 1247249"/>
                <a:gd name="connsiteY3-64" fmla="*/ 1186339 h 1186339"/>
                <a:gd name="connsiteX0-65" fmla="*/ 0 w 1247249"/>
                <a:gd name="connsiteY0-66" fmla="*/ 1186339 h 1186339"/>
                <a:gd name="connsiteX1-67" fmla="*/ 1247249 w 1247249"/>
                <a:gd name="connsiteY1-68" fmla="*/ 0 h 1186339"/>
                <a:gd name="connsiteX2-69" fmla="*/ 1227858 w 1247249"/>
                <a:gd name="connsiteY2-70" fmla="*/ 634853 h 1186339"/>
                <a:gd name="connsiteX3-71" fmla="*/ 0 w 1247249"/>
                <a:gd name="connsiteY3-72" fmla="*/ 1186339 h 1186339"/>
                <a:gd name="connsiteX0-73" fmla="*/ 0 w 1247249"/>
                <a:gd name="connsiteY0-74" fmla="*/ 1186339 h 1186339"/>
                <a:gd name="connsiteX1-75" fmla="*/ 1247249 w 1247249"/>
                <a:gd name="connsiteY1-76" fmla="*/ 0 h 1186339"/>
                <a:gd name="connsiteX2-77" fmla="*/ 1227858 w 1247249"/>
                <a:gd name="connsiteY2-78" fmla="*/ 634853 h 1186339"/>
                <a:gd name="connsiteX3-79" fmla="*/ 0 w 1247249"/>
                <a:gd name="connsiteY3-80" fmla="*/ 1186339 h 1186339"/>
                <a:gd name="connsiteX0-81" fmla="*/ 0 w 1247249"/>
                <a:gd name="connsiteY0-82" fmla="*/ 1186339 h 1186339"/>
                <a:gd name="connsiteX1-83" fmla="*/ 1247249 w 1247249"/>
                <a:gd name="connsiteY1-84" fmla="*/ 0 h 1186339"/>
                <a:gd name="connsiteX2-85" fmla="*/ 1227858 w 1247249"/>
                <a:gd name="connsiteY2-86" fmla="*/ 634853 h 1186339"/>
                <a:gd name="connsiteX3-87" fmla="*/ 0 w 1247249"/>
                <a:gd name="connsiteY3-88" fmla="*/ 1186339 h 1186339"/>
                <a:gd name="connsiteX0-89" fmla="*/ 0 w 1247249"/>
                <a:gd name="connsiteY0-90" fmla="*/ 1186339 h 1186339"/>
                <a:gd name="connsiteX1-91" fmla="*/ 1247249 w 1247249"/>
                <a:gd name="connsiteY1-92" fmla="*/ 0 h 1186339"/>
                <a:gd name="connsiteX2-93" fmla="*/ 1227858 w 1247249"/>
                <a:gd name="connsiteY2-94" fmla="*/ 634853 h 1186339"/>
                <a:gd name="connsiteX3-95" fmla="*/ 0 w 1247249"/>
                <a:gd name="connsiteY3-96" fmla="*/ 1186339 h 1186339"/>
                <a:gd name="connsiteX0-97" fmla="*/ 0 w 1247249"/>
                <a:gd name="connsiteY0-98" fmla="*/ 1186339 h 1186339"/>
                <a:gd name="connsiteX1-99" fmla="*/ 1247249 w 1247249"/>
                <a:gd name="connsiteY1-100" fmla="*/ 0 h 1186339"/>
                <a:gd name="connsiteX2-101" fmla="*/ 1231416 w 1247249"/>
                <a:gd name="connsiteY2-102" fmla="*/ 638411 h 1186339"/>
                <a:gd name="connsiteX3-103" fmla="*/ 0 w 1247249"/>
                <a:gd name="connsiteY3-104" fmla="*/ 1186339 h 1186339"/>
                <a:gd name="connsiteX0-105" fmla="*/ 0 w 1247249"/>
                <a:gd name="connsiteY0-106" fmla="*/ 1186339 h 1186339"/>
                <a:gd name="connsiteX1-107" fmla="*/ 1247249 w 1247249"/>
                <a:gd name="connsiteY1-108" fmla="*/ 0 h 1186339"/>
                <a:gd name="connsiteX2-109" fmla="*/ 1231416 w 1247249"/>
                <a:gd name="connsiteY2-110" fmla="*/ 638411 h 1186339"/>
                <a:gd name="connsiteX3-111" fmla="*/ 0 w 1247249"/>
                <a:gd name="connsiteY3-112" fmla="*/ 1186339 h 1186339"/>
                <a:gd name="connsiteX0-113" fmla="*/ 0 w 1247249"/>
                <a:gd name="connsiteY0-114" fmla="*/ 1186339 h 1186339"/>
                <a:gd name="connsiteX1-115" fmla="*/ 1247249 w 1247249"/>
                <a:gd name="connsiteY1-116" fmla="*/ 0 h 1186339"/>
                <a:gd name="connsiteX2-117" fmla="*/ 1231416 w 1247249"/>
                <a:gd name="connsiteY2-118" fmla="*/ 638411 h 1186339"/>
                <a:gd name="connsiteX3-119" fmla="*/ 0 w 1247249"/>
                <a:gd name="connsiteY3-120" fmla="*/ 1186339 h 118633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47249" h="1186339">
                  <a:moveTo>
                    <a:pt x="0" y="1186339"/>
                  </a:moveTo>
                  <a:cubicBezTo>
                    <a:pt x="177366" y="310566"/>
                    <a:pt x="852847" y="57437"/>
                    <a:pt x="1247249" y="0"/>
                  </a:cubicBezTo>
                  <a:cubicBezTo>
                    <a:pt x="1055770" y="225850"/>
                    <a:pt x="1081329" y="426793"/>
                    <a:pt x="1231416" y="638411"/>
                  </a:cubicBezTo>
                  <a:cubicBezTo>
                    <a:pt x="597978" y="633668"/>
                    <a:pt x="270525" y="877981"/>
                    <a:pt x="0" y="1186339"/>
                  </a:cubicBezTo>
                  <a:close/>
                </a:path>
              </a:pathLst>
            </a:custGeom>
            <a:solidFill>
              <a:srgbClr val="F58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39" name="圆角矩形 11"/>
            <p:cNvSpPr/>
            <p:nvPr/>
          </p:nvSpPr>
          <p:spPr>
            <a:xfrm>
              <a:off x="1331640" y="3079860"/>
              <a:ext cx="198918" cy="87624"/>
            </a:xfrm>
            <a:custGeom>
              <a:avLst/>
              <a:gdLst/>
              <a:ahLst/>
              <a:cxnLst/>
              <a:rect l="l" t="t" r="r" b="b"/>
              <a:pathLst>
                <a:path w="198918" h="87624">
                  <a:moveTo>
                    <a:pt x="43812" y="0"/>
                  </a:moveTo>
                  <a:lnTo>
                    <a:pt x="198918" y="0"/>
                  </a:lnTo>
                  <a:lnTo>
                    <a:pt x="198918" y="87624"/>
                  </a:lnTo>
                  <a:lnTo>
                    <a:pt x="43812" y="87624"/>
                  </a:lnTo>
                  <a:cubicBezTo>
                    <a:pt x="19615" y="87624"/>
                    <a:pt x="0" y="68009"/>
                    <a:pt x="0" y="43812"/>
                  </a:cubicBezTo>
                  <a:cubicBezTo>
                    <a:pt x="0" y="19615"/>
                    <a:pt x="19615" y="0"/>
                    <a:pt x="43812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空心弧 15"/>
            <p:cNvSpPr/>
            <p:nvPr/>
          </p:nvSpPr>
          <p:spPr>
            <a:xfrm rot="5400000">
              <a:off x="3312321" y="2346812"/>
              <a:ext cx="509372" cy="1121419"/>
            </a:xfrm>
            <a:custGeom>
              <a:avLst/>
              <a:gdLst/>
              <a:ahLst/>
              <a:cxnLst/>
              <a:rect l="l" t="t" r="r" b="b"/>
              <a:pathLst>
                <a:path w="509372" h="1121419">
                  <a:moveTo>
                    <a:pt x="507512" y="1121419"/>
                  </a:moveTo>
                  <a:lnTo>
                    <a:pt x="509372" y="1119300"/>
                  </a:lnTo>
                  <a:lnTo>
                    <a:pt x="509372" y="1121419"/>
                  </a:lnTo>
                  <a:close/>
                  <a:moveTo>
                    <a:pt x="430106" y="1116802"/>
                  </a:moveTo>
                  <a:lnTo>
                    <a:pt x="434159" y="1121419"/>
                  </a:lnTo>
                  <a:lnTo>
                    <a:pt x="430599" y="1121419"/>
                  </a:lnTo>
                  <a:cubicBezTo>
                    <a:pt x="430325" y="1119896"/>
                    <a:pt x="430214" y="1118353"/>
                    <a:pt x="430106" y="1116802"/>
                  </a:cubicBezTo>
                  <a:close/>
                  <a:moveTo>
                    <a:pt x="0" y="259419"/>
                  </a:moveTo>
                  <a:lnTo>
                    <a:pt x="832" y="257324"/>
                  </a:lnTo>
                  <a:lnTo>
                    <a:pt x="0" y="257324"/>
                  </a:lnTo>
                  <a:cubicBezTo>
                    <a:pt x="0" y="161091"/>
                    <a:pt x="53696" y="72900"/>
                    <a:pt x="139188" y="28721"/>
                  </a:cubicBezTo>
                  <a:cubicBezTo>
                    <a:pt x="224680" y="-15459"/>
                    <a:pt x="327679" y="-8244"/>
                    <a:pt x="406177" y="47423"/>
                  </a:cubicBezTo>
                  <a:cubicBezTo>
                    <a:pt x="466571" y="90252"/>
                    <a:pt x="504696" y="156253"/>
                    <a:pt x="509372" y="227993"/>
                  </a:cubicBezTo>
                  <a:lnTo>
                    <a:pt x="509372" y="1073841"/>
                  </a:lnTo>
                  <a:cubicBezTo>
                    <a:pt x="502538" y="1059565"/>
                    <a:pt x="487753" y="1050433"/>
                    <a:pt x="470835" y="1050433"/>
                  </a:cubicBezTo>
                  <a:cubicBezTo>
                    <a:pt x="451854" y="1050433"/>
                    <a:pt x="435559" y="1061928"/>
                    <a:pt x="428567" y="1078352"/>
                  </a:cubicBezTo>
                  <a:cubicBezTo>
                    <a:pt x="427251" y="1065847"/>
                    <a:pt x="427023" y="1052948"/>
                    <a:pt x="427023" y="1039779"/>
                  </a:cubicBezTo>
                  <a:lnTo>
                    <a:pt x="427023" y="281216"/>
                  </a:lnTo>
                  <a:lnTo>
                    <a:pt x="427023" y="281216"/>
                  </a:lnTo>
                  <a:lnTo>
                    <a:pt x="427023" y="236015"/>
                  </a:lnTo>
                  <a:lnTo>
                    <a:pt x="426558" y="236015"/>
                  </a:lnTo>
                  <a:cubicBezTo>
                    <a:pt x="420904" y="189157"/>
                    <a:pt x="395728" y="146071"/>
                    <a:pt x="356132" y="117992"/>
                  </a:cubicBezTo>
                  <a:cubicBezTo>
                    <a:pt x="304025" y="81040"/>
                    <a:pt x="235655" y="76251"/>
                    <a:pt x="178905" y="105577"/>
                  </a:cubicBezTo>
                  <a:cubicBezTo>
                    <a:pt x="122253" y="134854"/>
                    <a:pt x="86634" y="193244"/>
                    <a:pt x="86558" y="256996"/>
                  </a:cubicBezTo>
                  <a:cubicBezTo>
                    <a:pt x="87499" y="257768"/>
                    <a:pt x="87520" y="258591"/>
                    <a:pt x="87520" y="259419"/>
                  </a:cubicBezTo>
                  <a:cubicBezTo>
                    <a:pt x="87520" y="284619"/>
                    <a:pt x="67928" y="305047"/>
                    <a:pt x="43760" y="305047"/>
                  </a:cubicBezTo>
                  <a:cubicBezTo>
                    <a:pt x="19592" y="305047"/>
                    <a:pt x="0" y="284619"/>
                    <a:pt x="0" y="259419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cxnSp>
        <p:nvCxnSpPr>
          <p:cNvPr id="46" name="直接连接符 45"/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燕尾形 47"/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TextBox 7"/>
          <p:cNvSpPr txBox="1"/>
          <p:nvPr/>
        </p:nvSpPr>
        <p:spPr>
          <a:xfrm>
            <a:off x="190500" y="180975"/>
            <a:ext cx="1415772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任务一</a:t>
            </a:r>
            <a:endParaRPr lang="zh-CN" altLang="en-US" sz="3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3"/>
          <p:cNvSpPr txBox="1"/>
          <p:nvPr/>
        </p:nvSpPr>
        <p:spPr>
          <a:xfrm>
            <a:off x="2590800" y="188913"/>
            <a:ext cx="717681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机械调零与欧姆调零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22605" y="1088390"/>
            <a:ext cx="9395460" cy="175432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304800"/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机械调零</a:t>
            </a:r>
            <a:endParaRPr lang="zh-CN" altLang="en-US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  <a:p>
            <a:r>
              <a:rPr lang="zh-CN" altLang="en-US" sz="1800" dirty="0"/>
              <a:t>机械调零旋钮的作用是在使用万用电表前，将其指针调到电压刻度线（第二条刻度线）的“</a:t>
            </a:r>
            <a:r>
              <a:rPr lang="en-US" sz="1800" dirty="0"/>
              <a:t>0</a:t>
            </a:r>
            <a:r>
              <a:rPr lang="zh-CN" altLang="en-US" sz="1800" dirty="0"/>
              <a:t>”刻度处，以保证测量时指针的指示值准确。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万用电表机械调零的过程：</a:t>
            </a:r>
            <a:r>
              <a:rPr lang="zh-CN" altLang="en-US" sz="1600" i="1" dirty="0"/>
              <a:t>将万用电表</a:t>
            </a:r>
            <a:r>
              <a:rPr lang="zh-CN" altLang="en-US" sz="1600" i="1" dirty="0">
                <a:solidFill>
                  <a:srgbClr val="FF0000"/>
                </a:solidFill>
              </a:rPr>
              <a:t>平放</a:t>
            </a:r>
            <a:r>
              <a:rPr lang="zh-CN" altLang="en-US" sz="1600" i="1" dirty="0"/>
              <a:t>在桌面上，观察指针是否指在电压刻度线的“</a:t>
            </a:r>
            <a:r>
              <a:rPr lang="en-US" sz="1600" i="1" dirty="0"/>
              <a:t>0</a:t>
            </a:r>
            <a:r>
              <a:rPr lang="zh-CN" altLang="en-US" sz="1600" i="1" dirty="0"/>
              <a:t>”处，如果没有指在“</a:t>
            </a:r>
            <a:r>
              <a:rPr lang="en-US" sz="1600" i="1" dirty="0"/>
              <a:t>0</a:t>
            </a:r>
            <a:r>
              <a:rPr lang="zh-CN" altLang="en-US" sz="1600" i="1" dirty="0"/>
              <a:t>”处，可用</a:t>
            </a:r>
            <a:r>
              <a:rPr lang="zh-CN" altLang="en-US" sz="1600" i="1" dirty="0">
                <a:solidFill>
                  <a:srgbClr val="FF0000"/>
                </a:solidFill>
              </a:rPr>
              <a:t>一字螺丝刀</a:t>
            </a:r>
            <a:r>
              <a:rPr lang="zh-CN" altLang="en-US" sz="1600" i="1" dirty="0"/>
              <a:t>调节机械调零旋钮，使指针指在电压刻度线的“</a:t>
            </a:r>
            <a:r>
              <a:rPr lang="en-US" sz="1600" i="1" dirty="0"/>
              <a:t>0</a:t>
            </a:r>
            <a:r>
              <a:rPr lang="zh-CN" altLang="en-US" sz="1600" i="1" dirty="0"/>
              <a:t>”处。</a:t>
            </a:r>
            <a:endParaRPr lang="en-US" sz="1600" i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918" y="2913472"/>
            <a:ext cx="2664296" cy="3801063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 bwMode="auto">
          <a:xfrm>
            <a:off x="1702719" y="3638935"/>
            <a:ext cx="5688632" cy="1806703"/>
            <a:chOff x="1193" y="2501"/>
            <a:chExt cx="7747" cy="2088"/>
          </a:xfrm>
        </p:grpSpPr>
        <p:sp>
          <p:nvSpPr>
            <p:cNvPr id="4" name="AutoShape 3"/>
            <p:cNvSpPr>
              <a:spLocks noChangeArrowheads="1"/>
            </p:cNvSpPr>
            <p:nvPr/>
          </p:nvSpPr>
          <p:spPr bwMode="auto">
            <a:xfrm>
              <a:off x="1193" y="2501"/>
              <a:ext cx="1830" cy="896"/>
            </a:xfrm>
            <a:prstGeom prst="wedgeRoundRectCallout">
              <a:avLst>
                <a:gd name="adj1" fmla="val 102079"/>
                <a:gd name="adj2" fmla="val -55028"/>
                <a:gd name="adj3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36000" tIns="36000" rIns="36000" bIns="36000" numCol="1" anchor="t" anchorCtr="0" compatLnSpc="1"/>
            <a:lstStyle/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</a:rPr>
                <a:t>第二步：观察指针位置，当指针指向“</a:t>
              </a:r>
              <a:r>
                <a:rPr kumimoji="0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</a:rPr>
                <a:t>0”</a:t>
              </a:r>
              <a:r>
                <a:rPr kumimoji="0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</a:rPr>
                <a:t>处时，表明已调好</a:t>
              </a:r>
              <a:endPara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6970" y="4026"/>
              <a:ext cx="1970" cy="563"/>
            </a:xfrm>
            <a:prstGeom prst="wedgeRoundRectCallout">
              <a:avLst>
                <a:gd name="adj1" fmla="val -124991"/>
                <a:gd name="adj2" fmla="val -119523"/>
                <a:gd name="adj3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36000" tIns="36000" rIns="36000" bIns="36000" numCol="1" anchor="t" anchorCtr="0" compatLnSpc="1"/>
            <a:lstStyle/>
            <a:p>
              <a:pPr marL="0" marR="0" lvl="0" indent="0" algn="ctr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</a:rPr>
                <a:t>第一步：调节机械调零旋钮</a:t>
              </a:r>
              <a:endPara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687494" y="2853730"/>
            <a:ext cx="3379470" cy="3753485"/>
            <a:chOff x="1331640" y="1707656"/>
            <a:chExt cx="2796076" cy="2835508"/>
          </a:xfrm>
        </p:grpSpPr>
        <p:sp>
          <p:nvSpPr>
            <p:cNvPr id="35" name="等腰三角形 5"/>
            <p:cNvSpPr/>
            <p:nvPr/>
          </p:nvSpPr>
          <p:spPr>
            <a:xfrm>
              <a:off x="1608860" y="1707656"/>
              <a:ext cx="1247249" cy="1186340"/>
            </a:xfrm>
            <a:custGeom>
              <a:avLst/>
              <a:gdLst>
                <a:gd name="connsiteX0" fmla="*/ 0 w 936104"/>
                <a:gd name="connsiteY0" fmla="*/ 432048 h 432048"/>
                <a:gd name="connsiteX1" fmla="*/ 468052 w 936104"/>
                <a:gd name="connsiteY1" fmla="*/ 0 h 432048"/>
                <a:gd name="connsiteX2" fmla="*/ 936104 w 936104"/>
                <a:gd name="connsiteY2" fmla="*/ 432048 h 432048"/>
                <a:gd name="connsiteX3" fmla="*/ 0 w 936104"/>
                <a:gd name="connsiteY3" fmla="*/ 432048 h 432048"/>
                <a:gd name="connsiteX0-1" fmla="*/ 0 w 2405548"/>
                <a:gd name="connsiteY0-2" fmla="*/ 553019 h 553019"/>
                <a:gd name="connsiteX1-3" fmla="*/ 1937496 w 2405548"/>
                <a:gd name="connsiteY1-4" fmla="*/ 0 h 553019"/>
                <a:gd name="connsiteX2-5" fmla="*/ 2405548 w 2405548"/>
                <a:gd name="connsiteY2-6" fmla="*/ 432048 h 553019"/>
                <a:gd name="connsiteX3-7" fmla="*/ 0 w 2405548"/>
                <a:gd name="connsiteY3-8" fmla="*/ 553019 h 553019"/>
                <a:gd name="connsiteX0-9" fmla="*/ 0 w 2405548"/>
                <a:gd name="connsiteY0-10" fmla="*/ 1186339 h 1186339"/>
                <a:gd name="connsiteX1-11" fmla="*/ 1247249 w 2405548"/>
                <a:gd name="connsiteY1-12" fmla="*/ 0 h 1186339"/>
                <a:gd name="connsiteX2-13" fmla="*/ 2405548 w 2405548"/>
                <a:gd name="connsiteY2-14" fmla="*/ 1065368 h 1186339"/>
                <a:gd name="connsiteX3-15" fmla="*/ 0 w 2405548"/>
                <a:gd name="connsiteY3-16" fmla="*/ 1186339 h 1186339"/>
                <a:gd name="connsiteX0-17" fmla="*/ 0 w 1247249"/>
                <a:gd name="connsiteY0-18" fmla="*/ 1186339 h 1186339"/>
                <a:gd name="connsiteX1-19" fmla="*/ 1247249 w 1247249"/>
                <a:gd name="connsiteY1-20" fmla="*/ 0 h 1186339"/>
                <a:gd name="connsiteX2-21" fmla="*/ 1227858 w 1247249"/>
                <a:gd name="connsiteY2-22" fmla="*/ 634853 h 1186339"/>
                <a:gd name="connsiteX3-23" fmla="*/ 0 w 1247249"/>
                <a:gd name="connsiteY3-24" fmla="*/ 1186339 h 1186339"/>
                <a:gd name="connsiteX0-25" fmla="*/ 0 w 1247249"/>
                <a:gd name="connsiteY0-26" fmla="*/ 1186339 h 1186339"/>
                <a:gd name="connsiteX1-27" fmla="*/ 1247249 w 1247249"/>
                <a:gd name="connsiteY1-28" fmla="*/ 0 h 1186339"/>
                <a:gd name="connsiteX2-29" fmla="*/ 1227858 w 1247249"/>
                <a:gd name="connsiteY2-30" fmla="*/ 634853 h 1186339"/>
                <a:gd name="connsiteX3-31" fmla="*/ 0 w 1247249"/>
                <a:gd name="connsiteY3-32" fmla="*/ 1186339 h 1186339"/>
                <a:gd name="connsiteX0-33" fmla="*/ 0 w 1247249"/>
                <a:gd name="connsiteY0-34" fmla="*/ 1186339 h 1186339"/>
                <a:gd name="connsiteX1-35" fmla="*/ 1247249 w 1247249"/>
                <a:gd name="connsiteY1-36" fmla="*/ 0 h 1186339"/>
                <a:gd name="connsiteX2-37" fmla="*/ 1227858 w 1247249"/>
                <a:gd name="connsiteY2-38" fmla="*/ 634853 h 1186339"/>
                <a:gd name="connsiteX3-39" fmla="*/ 0 w 1247249"/>
                <a:gd name="connsiteY3-40" fmla="*/ 1186339 h 1186339"/>
                <a:gd name="connsiteX0-41" fmla="*/ 0 w 1247249"/>
                <a:gd name="connsiteY0-42" fmla="*/ 1186339 h 1186339"/>
                <a:gd name="connsiteX1-43" fmla="*/ 1247249 w 1247249"/>
                <a:gd name="connsiteY1-44" fmla="*/ 0 h 1186339"/>
                <a:gd name="connsiteX2-45" fmla="*/ 1227858 w 1247249"/>
                <a:gd name="connsiteY2-46" fmla="*/ 634853 h 1186339"/>
                <a:gd name="connsiteX3-47" fmla="*/ 0 w 1247249"/>
                <a:gd name="connsiteY3-48" fmla="*/ 1186339 h 1186339"/>
                <a:gd name="connsiteX0-49" fmla="*/ 0 w 1247249"/>
                <a:gd name="connsiteY0-50" fmla="*/ 1186339 h 1186339"/>
                <a:gd name="connsiteX1-51" fmla="*/ 1247249 w 1247249"/>
                <a:gd name="connsiteY1-52" fmla="*/ 0 h 1186339"/>
                <a:gd name="connsiteX2-53" fmla="*/ 1227858 w 1247249"/>
                <a:gd name="connsiteY2-54" fmla="*/ 634853 h 1186339"/>
                <a:gd name="connsiteX3-55" fmla="*/ 0 w 1247249"/>
                <a:gd name="connsiteY3-56" fmla="*/ 1186339 h 1186339"/>
                <a:gd name="connsiteX0-57" fmla="*/ 0 w 1247249"/>
                <a:gd name="connsiteY0-58" fmla="*/ 1186339 h 1186339"/>
                <a:gd name="connsiteX1-59" fmla="*/ 1247249 w 1247249"/>
                <a:gd name="connsiteY1-60" fmla="*/ 0 h 1186339"/>
                <a:gd name="connsiteX2-61" fmla="*/ 1227858 w 1247249"/>
                <a:gd name="connsiteY2-62" fmla="*/ 634853 h 1186339"/>
                <a:gd name="connsiteX3-63" fmla="*/ 0 w 1247249"/>
                <a:gd name="connsiteY3-64" fmla="*/ 1186339 h 1186339"/>
                <a:gd name="connsiteX0-65" fmla="*/ 0 w 1247249"/>
                <a:gd name="connsiteY0-66" fmla="*/ 1186339 h 1186339"/>
                <a:gd name="connsiteX1-67" fmla="*/ 1247249 w 1247249"/>
                <a:gd name="connsiteY1-68" fmla="*/ 0 h 1186339"/>
                <a:gd name="connsiteX2-69" fmla="*/ 1227858 w 1247249"/>
                <a:gd name="connsiteY2-70" fmla="*/ 634853 h 1186339"/>
                <a:gd name="connsiteX3-71" fmla="*/ 0 w 1247249"/>
                <a:gd name="connsiteY3-72" fmla="*/ 1186339 h 1186339"/>
                <a:gd name="connsiteX0-73" fmla="*/ 0 w 1247249"/>
                <a:gd name="connsiteY0-74" fmla="*/ 1186339 h 1186339"/>
                <a:gd name="connsiteX1-75" fmla="*/ 1247249 w 1247249"/>
                <a:gd name="connsiteY1-76" fmla="*/ 0 h 1186339"/>
                <a:gd name="connsiteX2-77" fmla="*/ 1227858 w 1247249"/>
                <a:gd name="connsiteY2-78" fmla="*/ 634853 h 1186339"/>
                <a:gd name="connsiteX3-79" fmla="*/ 0 w 1247249"/>
                <a:gd name="connsiteY3-80" fmla="*/ 1186339 h 1186339"/>
                <a:gd name="connsiteX0-81" fmla="*/ 0 w 1247249"/>
                <a:gd name="connsiteY0-82" fmla="*/ 1186339 h 1186339"/>
                <a:gd name="connsiteX1-83" fmla="*/ 1247249 w 1247249"/>
                <a:gd name="connsiteY1-84" fmla="*/ 0 h 1186339"/>
                <a:gd name="connsiteX2-85" fmla="*/ 1227858 w 1247249"/>
                <a:gd name="connsiteY2-86" fmla="*/ 634853 h 1186339"/>
                <a:gd name="connsiteX3-87" fmla="*/ 0 w 1247249"/>
                <a:gd name="connsiteY3-88" fmla="*/ 1186339 h 1186339"/>
                <a:gd name="connsiteX0-89" fmla="*/ 0 w 1247249"/>
                <a:gd name="connsiteY0-90" fmla="*/ 1186339 h 1186339"/>
                <a:gd name="connsiteX1-91" fmla="*/ 1247249 w 1247249"/>
                <a:gd name="connsiteY1-92" fmla="*/ 0 h 1186339"/>
                <a:gd name="connsiteX2-93" fmla="*/ 1227858 w 1247249"/>
                <a:gd name="connsiteY2-94" fmla="*/ 634853 h 1186339"/>
                <a:gd name="connsiteX3-95" fmla="*/ 0 w 1247249"/>
                <a:gd name="connsiteY3-96" fmla="*/ 1186339 h 1186339"/>
                <a:gd name="connsiteX0-97" fmla="*/ 0 w 1247249"/>
                <a:gd name="connsiteY0-98" fmla="*/ 1186339 h 1186339"/>
                <a:gd name="connsiteX1-99" fmla="*/ 1247249 w 1247249"/>
                <a:gd name="connsiteY1-100" fmla="*/ 0 h 1186339"/>
                <a:gd name="connsiteX2-101" fmla="*/ 1231416 w 1247249"/>
                <a:gd name="connsiteY2-102" fmla="*/ 638411 h 1186339"/>
                <a:gd name="connsiteX3-103" fmla="*/ 0 w 1247249"/>
                <a:gd name="connsiteY3-104" fmla="*/ 1186339 h 1186339"/>
                <a:gd name="connsiteX0-105" fmla="*/ 0 w 1247249"/>
                <a:gd name="connsiteY0-106" fmla="*/ 1186339 h 1186339"/>
                <a:gd name="connsiteX1-107" fmla="*/ 1247249 w 1247249"/>
                <a:gd name="connsiteY1-108" fmla="*/ 0 h 1186339"/>
                <a:gd name="connsiteX2-109" fmla="*/ 1231416 w 1247249"/>
                <a:gd name="connsiteY2-110" fmla="*/ 638411 h 1186339"/>
                <a:gd name="connsiteX3-111" fmla="*/ 0 w 1247249"/>
                <a:gd name="connsiteY3-112" fmla="*/ 1186339 h 1186339"/>
                <a:gd name="connsiteX0-113" fmla="*/ 0 w 1247249"/>
                <a:gd name="connsiteY0-114" fmla="*/ 1186339 h 1186339"/>
                <a:gd name="connsiteX1-115" fmla="*/ 1247249 w 1247249"/>
                <a:gd name="connsiteY1-116" fmla="*/ 0 h 1186339"/>
                <a:gd name="connsiteX2-117" fmla="*/ 1231416 w 1247249"/>
                <a:gd name="connsiteY2-118" fmla="*/ 638411 h 1186339"/>
                <a:gd name="connsiteX3-119" fmla="*/ 0 w 1247249"/>
                <a:gd name="connsiteY3-120" fmla="*/ 1186339 h 118633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47249" h="1186339">
                  <a:moveTo>
                    <a:pt x="0" y="1186339"/>
                  </a:moveTo>
                  <a:cubicBezTo>
                    <a:pt x="177366" y="310566"/>
                    <a:pt x="852847" y="57437"/>
                    <a:pt x="1247249" y="0"/>
                  </a:cubicBezTo>
                  <a:cubicBezTo>
                    <a:pt x="1055770" y="225850"/>
                    <a:pt x="1081329" y="426793"/>
                    <a:pt x="1231416" y="638411"/>
                  </a:cubicBezTo>
                  <a:cubicBezTo>
                    <a:pt x="597978" y="633668"/>
                    <a:pt x="270525" y="877981"/>
                    <a:pt x="0" y="1186339"/>
                  </a:cubicBezTo>
                  <a:close/>
                </a:path>
              </a:pathLst>
            </a:custGeom>
            <a:solidFill>
              <a:srgbClr val="5FCA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等腰三角形 5"/>
            <p:cNvSpPr/>
            <p:nvPr/>
          </p:nvSpPr>
          <p:spPr>
            <a:xfrm>
              <a:off x="1619671" y="2445008"/>
              <a:ext cx="1234974" cy="634853"/>
            </a:xfrm>
            <a:custGeom>
              <a:avLst/>
              <a:gdLst>
                <a:gd name="connsiteX0" fmla="*/ 0 w 936104"/>
                <a:gd name="connsiteY0" fmla="*/ 432048 h 432048"/>
                <a:gd name="connsiteX1" fmla="*/ 468052 w 936104"/>
                <a:gd name="connsiteY1" fmla="*/ 0 h 432048"/>
                <a:gd name="connsiteX2" fmla="*/ 936104 w 936104"/>
                <a:gd name="connsiteY2" fmla="*/ 432048 h 432048"/>
                <a:gd name="connsiteX3" fmla="*/ 0 w 936104"/>
                <a:gd name="connsiteY3" fmla="*/ 432048 h 432048"/>
                <a:gd name="connsiteX0-1" fmla="*/ 0 w 2405548"/>
                <a:gd name="connsiteY0-2" fmla="*/ 553019 h 553019"/>
                <a:gd name="connsiteX1-3" fmla="*/ 1937496 w 2405548"/>
                <a:gd name="connsiteY1-4" fmla="*/ 0 h 553019"/>
                <a:gd name="connsiteX2-5" fmla="*/ 2405548 w 2405548"/>
                <a:gd name="connsiteY2-6" fmla="*/ 432048 h 553019"/>
                <a:gd name="connsiteX3-7" fmla="*/ 0 w 2405548"/>
                <a:gd name="connsiteY3-8" fmla="*/ 553019 h 553019"/>
                <a:gd name="connsiteX0-9" fmla="*/ 0 w 2405548"/>
                <a:gd name="connsiteY0-10" fmla="*/ 1186339 h 1186339"/>
                <a:gd name="connsiteX1-11" fmla="*/ 1247249 w 2405548"/>
                <a:gd name="connsiteY1-12" fmla="*/ 0 h 1186339"/>
                <a:gd name="connsiteX2-13" fmla="*/ 2405548 w 2405548"/>
                <a:gd name="connsiteY2-14" fmla="*/ 1065368 h 1186339"/>
                <a:gd name="connsiteX3-15" fmla="*/ 0 w 2405548"/>
                <a:gd name="connsiteY3-16" fmla="*/ 1186339 h 1186339"/>
                <a:gd name="connsiteX0-17" fmla="*/ 0 w 1247249"/>
                <a:gd name="connsiteY0-18" fmla="*/ 1186339 h 1186339"/>
                <a:gd name="connsiteX1-19" fmla="*/ 1247249 w 1247249"/>
                <a:gd name="connsiteY1-20" fmla="*/ 0 h 1186339"/>
                <a:gd name="connsiteX2-21" fmla="*/ 1227858 w 1247249"/>
                <a:gd name="connsiteY2-22" fmla="*/ 634853 h 1186339"/>
                <a:gd name="connsiteX3-23" fmla="*/ 0 w 1247249"/>
                <a:gd name="connsiteY3-24" fmla="*/ 1186339 h 1186339"/>
                <a:gd name="connsiteX0-25" fmla="*/ 0 w 1247249"/>
                <a:gd name="connsiteY0-26" fmla="*/ 1186339 h 1186339"/>
                <a:gd name="connsiteX1-27" fmla="*/ 1247249 w 1247249"/>
                <a:gd name="connsiteY1-28" fmla="*/ 0 h 1186339"/>
                <a:gd name="connsiteX2-29" fmla="*/ 1227858 w 1247249"/>
                <a:gd name="connsiteY2-30" fmla="*/ 634853 h 1186339"/>
                <a:gd name="connsiteX3-31" fmla="*/ 0 w 1247249"/>
                <a:gd name="connsiteY3-32" fmla="*/ 1186339 h 1186339"/>
                <a:gd name="connsiteX0-33" fmla="*/ 0 w 1247249"/>
                <a:gd name="connsiteY0-34" fmla="*/ 1186339 h 1186339"/>
                <a:gd name="connsiteX1-35" fmla="*/ 1247249 w 1247249"/>
                <a:gd name="connsiteY1-36" fmla="*/ 0 h 1186339"/>
                <a:gd name="connsiteX2-37" fmla="*/ 1227858 w 1247249"/>
                <a:gd name="connsiteY2-38" fmla="*/ 634853 h 1186339"/>
                <a:gd name="connsiteX3-39" fmla="*/ 0 w 1247249"/>
                <a:gd name="connsiteY3-40" fmla="*/ 1186339 h 1186339"/>
                <a:gd name="connsiteX0-41" fmla="*/ 0 w 1247249"/>
                <a:gd name="connsiteY0-42" fmla="*/ 1186339 h 1186339"/>
                <a:gd name="connsiteX1-43" fmla="*/ 1247249 w 1247249"/>
                <a:gd name="connsiteY1-44" fmla="*/ 0 h 1186339"/>
                <a:gd name="connsiteX2-45" fmla="*/ 1227858 w 1247249"/>
                <a:gd name="connsiteY2-46" fmla="*/ 634853 h 1186339"/>
                <a:gd name="connsiteX3-47" fmla="*/ 0 w 1247249"/>
                <a:gd name="connsiteY3-48" fmla="*/ 1186339 h 1186339"/>
                <a:gd name="connsiteX0-49" fmla="*/ 0 w 1247249"/>
                <a:gd name="connsiteY0-50" fmla="*/ 1186339 h 1186339"/>
                <a:gd name="connsiteX1-51" fmla="*/ 1247249 w 1247249"/>
                <a:gd name="connsiteY1-52" fmla="*/ 0 h 1186339"/>
                <a:gd name="connsiteX2-53" fmla="*/ 1227858 w 1247249"/>
                <a:gd name="connsiteY2-54" fmla="*/ 634853 h 1186339"/>
                <a:gd name="connsiteX3-55" fmla="*/ 0 w 1247249"/>
                <a:gd name="connsiteY3-56" fmla="*/ 1186339 h 1186339"/>
                <a:gd name="connsiteX0-57" fmla="*/ 0 w 1247249"/>
                <a:gd name="connsiteY0-58" fmla="*/ 1186339 h 1186339"/>
                <a:gd name="connsiteX1-59" fmla="*/ 1247249 w 1247249"/>
                <a:gd name="connsiteY1-60" fmla="*/ 0 h 1186339"/>
                <a:gd name="connsiteX2-61" fmla="*/ 1227858 w 1247249"/>
                <a:gd name="connsiteY2-62" fmla="*/ 634853 h 1186339"/>
                <a:gd name="connsiteX3-63" fmla="*/ 0 w 1247249"/>
                <a:gd name="connsiteY3-64" fmla="*/ 1186339 h 1186339"/>
                <a:gd name="connsiteX0-65" fmla="*/ 0 w 1247249"/>
                <a:gd name="connsiteY0-66" fmla="*/ 1186339 h 1186339"/>
                <a:gd name="connsiteX1-67" fmla="*/ 1247249 w 1247249"/>
                <a:gd name="connsiteY1-68" fmla="*/ 0 h 1186339"/>
                <a:gd name="connsiteX2-69" fmla="*/ 1227858 w 1247249"/>
                <a:gd name="connsiteY2-70" fmla="*/ 634853 h 1186339"/>
                <a:gd name="connsiteX3-71" fmla="*/ 0 w 1247249"/>
                <a:gd name="connsiteY3-72" fmla="*/ 1186339 h 1186339"/>
                <a:gd name="connsiteX0-73" fmla="*/ 0 w 1247249"/>
                <a:gd name="connsiteY0-74" fmla="*/ 1186339 h 1186339"/>
                <a:gd name="connsiteX1-75" fmla="*/ 1247249 w 1247249"/>
                <a:gd name="connsiteY1-76" fmla="*/ 0 h 1186339"/>
                <a:gd name="connsiteX2-77" fmla="*/ 1227858 w 1247249"/>
                <a:gd name="connsiteY2-78" fmla="*/ 634853 h 1186339"/>
                <a:gd name="connsiteX3-79" fmla="*/ 0 w 1247249"/>
                <a:gd name="connsiteY3-80" fmla="*/ 1186339 h 1186339"/>
                <a:gd name="connsiteX0-81" fmla="*/ 0 w 1247249"/>
                <a:gd name="connsiteY0-82" fmla="*/ 1186339 h 1186339"/>
                <a:gd name="connsiteX1-83" fmla="*/ 1247249 w 1247249"/>
                <a:gd name="connsiteY1-84" fmla="*/ 0 h 1186339"/>
                <a:gd name="connsiteX2-85" fmla="*/ 1227858 w 1247249"/>
                <a:gd name="connsiteY2-86" fmla="*/ 634853 h 1186339"/>
                <a:gd name="connsiteX3-87" fmla="*/ 0 w 1247249"/>
                <a:gd name="connsiteY3-88" fmla="*/ 1186339 h 1186339"/>
                <a:gd name="connsiteX0-89" fmla="*/ 0 w 1247249"/>
                <a:gd name="connsiteY0-90" fmla="*/ 1186339 h 1186339"/>
                <a:gd name="connsiteX1-91" fmla="*/ 1247249 w 1247249"/>
                <a:gd name="connsiteY1-92" fmla="*/ 0 h 1186339"/>
                <a:gd name="connsiteX2-93" fmla="*/ 1227858 w 1247249"/>
                <a:gd name="connsiteY2-94" fmla="*/ 634853 h 1186339"/>
                <a:gd name="connsiteX3-95" fmla="*/ 0 w 1247249"/>
                <a:gd name="connsiteY3-96" fmla="*/ 1186339 h 1186339"/>
                <a:gd name="connsiteX0-97" fmla="*/ 0 w 1247249"/>
                <a:gd name="connsiteY0-98" fmla="*/ 1186339 h 1186339"/>
                <a:gd name="connsiteX1-99" fmla="*/ 1247249 w 1247249"/>
                <a:gd name="connsiteY1-100" fmla="*/ 0 h 1186339"/>
                <a:gd name="connsiteX2-101" fmla="*/ 1231416 w 1247249"/>
                <a:gd name="connsiteY2-102" fmla="*/ 638411 h 1186339"/>
                <a:gd name="connsiteX3-103" fmla="*/ 0 w 1247249"/>
                <a:gd name="connsiteY3-104" fmla="*/ 1186339 h 1186339"/>
                <a:gd name="connsiteX0-105" fmla="*/ 0 w 1247249"/>
                <a:gd name="connsiteY0-106" fmla="*/ 1186339 h 1186339"/>
                <a:gd name="connsiteX1-107" fmla="*/ 1247249 w 1247249"/>
                <a:gd name="connsiteY1-108" fmla="*/ 0 h 1186339"/>
                <a:gd name="connsiteX2-109" fmla="*/ 1231416 w 1247249"/>
                <a:gd name="connsiteY2-110" fmla="*/ 638411 h 1186339"/>
                <a:gd name="connsiteX3-111" fmla="*/ 0 w 1247249"/>
                <a:gd name="connsiteY3-112" fmla="*/ 1186339 h 1186339"/>
                <a:gd name="connsiteX0-113" fmla="*/ 0 w 1247249"/>
                <a:gd name="connsiteY0-114" fmla="*/ 1186339 h 1186339"/>
                <a:gd name="connsiteX1-115" fmla="*/ 1247249 w 1247249"/>
                <a:gd name="connsiteY1-116" fmla="*/ 0 h 1186339"/>
                <a:gd name="connsiteX2-117" fmla="*/ 1231416 w 1247249"/>
                <a:gd name="connsiteY2-118" fmla="*/ 638411 h 1186339"/>
                <a:gd name="connsiteX3-119" fmla="*/ 0 w 1247249"/>
                <a:gd name="connsiteY3-120" fmla="*/ 1186339 h 1186339"/>
                <a:gd name="connsiteX0-121" fmla="*/ 0 w 1240133"/>
                <a:gd name="connsiteY0-122" fmla="*/ 652643 h 652643"/>
                <a:gd name="connsiteX1-123" fmla="*/ 1240133 w 1240133"/>
                <a:gd name="connsiteY1-124" fmla="*/ 0 h 652643"/>
                <a:gd name="connsiteX2-125" fmla="*/ 1224300 w 1240133"/>
                <a:gd name="connsiteY2-126" fmla="*/ 638411 h 652643"/>
                <a:gd name="connsiteX3-127" fmla="*/ 0 w 1240133"/>
                <a:gd name="connsiteY3-128" fmla="*/ 652643 h 652643"/>
                <a:gd name="connsiteX0-129" fmla="*/ 0 w 1233017"/>
                <a:gd name="connsiteY0-130" fmla="*/ 629932 h 629932"/>
                <a:gd name="connsiteX1-131" fmla="*/ 1233017 w 1233017"/>
                <a:gd name="connsiteY1-132" fmla="*/ 9311 h 629932"/>
                <a:gd name="connsiteX2-133" fmla="*/ 1224300 w 1233017"/>
                <a:gd name="connsiteY2-134" fmla="*/ 615700 h 629932"/>
                <a:gd name="connsiteX3-135" fmla="*/ 0 w 1233017"/>
                <a:gd name="connsiteY3-136" fmla="*/ 629932 h 629932"/>
                <a:gd name="connsiteX0-137" fmla="*/ 0 w 1233017"/>
                <a:gd name="connsiteY0-138" fmla="*/ 629932 h 644164"/>
                <a:gd name="connsiteX1-139" fmla="*/ 1233017 w 1233017"/>
                <a:gd name="connsiteY1-140" fmla="*/ 9311 h 644164"/>
                <a:gd name="connsiteX2-141" fmla="*/ 1224300 w 1233017"/>
                <a:gd name="connsiteY2-142" fmla="*/ 644164 h 644164"/>
                <a:gd name="connsiteX3-143" fmla="*/ 0 w 1233017"/>
                <a:gd name="connsiteY3-144" fmla="*/ 629932 h 644164"/>
                <a:gd name="connsiteX0-145" fmla="*/ 0 w 1233017"/>
                <a:gd name="connsiteY0-146" fmla="*/ 629932 h 644164"/>
                <a:gd name="connsiteX1-147" fmla="*/ 1233017 w 1233017"/>
                <a:gd name="connsiteY1-148" fmla="*/ 9311 h 644164"/>
                <a:gd name="connsiteX2-149" fmla="*/ 1224300 w 1233017"/>
                <a:gd name="connsiteY2-150" fmla="*/ 644164 h 644164"/>
                <a:gd name="connsiteX3-151" fmla="*/ 0 w 1233017"/>
                <a:gd name="connsiteY3-152" fmla="*/ 629932 h 644164"/>
                <a:gd name="connsiteX0-153" fmla="*/ 0 w 1233017"/>
                <a:gd name="connsiteY0-154" fmla="*/ 629932 h 644164"/>
                <a:gd name="connsiteX1-155" fmla="*/ 1233017 w 1233017"/>
                <a:gd name="connsiteY1-156" fmla="*/ 9311 h 644164"/>
                <a:gd name="connsiteX2-157" fmla="*/ 1224300 w 1233017"/>
                <a:gd name="connsiteY2-158" fmla="*/ 644164 h 644164"/>
                <a:gd name="connsiteX3-159" fmla="*/ 0 w 1233017"/>
                <a:gd name="connsiteY3-160" fmla="*/ 629932 h 644164"/>
                <a:gd name="connsiteX0-161" fmla="*/ 0 w 1233017"/>
                <a:gd name="connsiteY0-162" fmla="*/ 629932 h 640606"/>
                <a:gd name="connsiteX1-163" fmla="*/ 1233017 w 1233017"/>
                <a:gd name="connsiteY1-164" fmla="*/ 9311 h 640606"/>
                <a:gd name="connsiteX2-165" fmla="*/ 1227858 w 1233017"/>
                <a:gd name="connsiteY2-166" fmla="*/ 640606 h 640606"/>
                <a:gd name="connsiteX3-167" fmla="*/ 0 w 1233017"/>
                <a:gd name="connsiteY3-168" fmla="*/ 629932 h 640606"/>
                <a:gd name="connsiteX0-169" fmla="*/ 0 w 1225901"/>
                <a:gd name="connsiteY0-170" fmla="*/ 632363 h 639479"/>
                <a:gd name="connsiteX1-171" fmla="*/ 1225901 w 1225901"/>
                <a:gd name="connsiteY1-172" fmla="*/ 8184 h 639479"/>
                <a:gd name="connsiteX2-173" fmla="*/ 1220742 w 1225901"/>
                <a:gd name="connsiteY2-174" fmla="*/ 639479 h 639479"/>
                <a:gd name="connsiteX3-175" fmla="*/ 0 w 1225901"/>
                <a:gd name="connsiteY3-176" fmla="*/ 632363 h 639479"/>
                <a:gd name="connsiteX0-177" fmla="*/ 0 w 1225901"/>
                <a:gd name="connsiteY0-178" fmla="*/ 624179 h 631295"/>
                <a:gd name="connsiteX1-179" fmla="*/ 1225901 w 1225901"/>
                <a:gd name="connsiteY1-180" fmla="*/ 0 h 631295"/>
                <a:gd name="connsiteX2-181" fmla="*/ 1220742 w 1225901"/>
                <a:gd name="connsiteY2-182" fmla="*/ 631295 h 631295"/>
                <a:gd name="connsiteX3-183" fmla="*/ 0 w 1225901"/>
                <a:gd name="connsiteY3-184" fmla="*/ 624179 h 631295"/>
                <a:gd name="connsiteX0-185" fmla="*/ 0 w 1225901"/>
                <a:gd name="connsiteY0-186" fmla="*/ 624179 h 631295"/>
                <a:gd name="connsiteX1-187" fmla="*/ 1225901 w 1225901"/>
                <a:gd name="connsiteY1-188" fmla="*/ 0 h 631295"/>
                <a:gd name="connsiteX2-189" fmla="*/ 1220742 w 1225901"/>
                <a:gd name="connsiteY2-190" fmla="*/ 631295 h 631295"/>
                <a:gd name="connsiteX3-191" fmla="*/ 0 w 1225901"/>
                <a:gd name="connsiteY3-192" fmla="*/ 624179 h 631295"/>
                <a:gd name="connsiteX0-193" fmla="*/ 0 w 1225901"/>
                <a:gd name="connsiteY0-194" fmla="*/ 624179 h 631295"/>
                <a:gd name="connsiteX1-195" fmla="*/ 1225901 w 1225901"/>
                <a:gd name="connsiteY1-196" fmla="*/ 0 h 631295"/>
                <a:gd name="connsiteX2-197" fmla="*/ 1220742 w 1225901"/>
                <a:gd name="connsiteY2-198" fmla="*/ 631295 h 631295"/>
                <a:gd name="connsiteX3-199" fmla="*/ 0 w 1225901"/>
                <a:gd name="connsiteY3-200" fmla="*/ 624179 h 631295"/>
                <a:gd name="connsiteX0-201" fmla="*/ 0 w 1225901"/>
                <a:gd name="connsiteY0-202" fmla="*/ 624179 h 631295"/>
                <a:gd name="connsiteX1-203" fmla="*/ 1225901 w 1225901"/>
                <a:gd name="connsiteY1-204" fmla="*/ 0 h 631295"/>
                <a:gd name="connsiteX2-205" fmla="*/ 1220742 w 1225901"/>
                <a:gd name="connsiteY2-206" fmla="*/ 631295 h 631295"/>
                <a:gd name="connsiteX3-207" fmla="*/ 0 w 1225901"/>
                <a:gd name="connsiteY3-208" fmla="*/ 624179 h 631295"/>
                <a:gd name="connsiteX0-209" fmla="*/ 0 w 1218785"/>
                <a:gd name="connsiteY0-210" fmla="*/ 631295 h 631295"/>
                <a:gd name="connsiteX1-211" fmla="*/ 1218785 w 1218785"/>
                <a:gd name="connsiteY1-212" fmla="*/ 0 h 631295"/>
                <a:gd name="connsiteX2-213" fmla="*/ 1213626 w 1218785"/>
                <a:gd name="connsiteY2-214" fmla="*/ 631295 h 631295"/>
                <a:gd name="connsiteX3-215" fmla="*/ 0 w 1218785"/>
                <a:gd name="connsiteY3-216" fmla="*/ 631295 h 631295"/>
                <a:gd name="connsiteX0-217" fmla="*/ 0 w 1229459"/>
                <a:gd name="connsiteY0-218" fmla="*/ 631295 h 631295"/>
                <a:gd name="connsiteX1-219" fmla="*/ 1229459 w 1229459"/>
                <a:gd name="connsiteY1-220" fmla="*/ 0 h 631295"/>
                <a:gd name="connsiteX2-221" fmla="*/ 1224300 w 1229459"/>
                <a:gd name="connsiteY2-222" fmla="*/ 631295 h 631295"/>
                <a:gd name="connsiteX3-223" fmla="*/ 0 w 1229459"/>
                <a:gd name="connsiteY3-224" fmla="*/ 631295 h 631295"/>
                <a:gd name="connsiteX0-225" fmla="*/ 0 w 1231416"/>
                <a:gd name="connsiteY0-226" fmla="*/ 631295 h 634853"/>
                <a:gd name="connsiteX1-227" fmla="*/ 1229459 w 1231416"/>
                <a:gd name="connsiteY1-228" fmla="*/ 0 h 634853"/>
                <a:gd name="connsiteX2-229" fmla="*/ 1231416 w 1231416"/>
                <a:gd name="connsiteY2-230" fmla="*/ 634853 h 634853"/>
                <a:gd name="connsiteX3-231" fmla="*/ 0 w 1231416"/>
                <a:gd name="connsiteY3-232" fmla="*/ 631295 h 634853"/>
                <a:gd name="connsiteX0-233" fmla="*/ 0 w 1234974"/>
                <a:gd name="connsiteY0-234" fmla="*/ 634853 h 634853"/>
                <a:gd name="connsiteX1-235" fmla="*/ 1233017 w 1234974"/>
                <a:gd name="connsiteY1-236" fmla="*/ 0 h 634853"/>
                <a:gd name="connsiteX2-237" fmla="*/ 1234974 w 1234974"/>
                <a:gd name="connsiteY2-238" fmla="*/ 634853 h 634853"/>
                <a:gd name="connsiteX3-239" fmla="*/ 0 w 1234974"/>
                <a:gd name="connsiteY3-240" fmla="*/ 634853 h 6348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34974" h="634853">
                  <a:moveTo>
                    <a:pt x="0" y="634853"/>
                  </a:moveTo>
                  <a:cubicBezTo>
                    <a:pt x="291221" y="118435"/>
                    <a:pt x="835057" y="509"/>
                    <a:pt x="1233017" y="0"/>
                  </a:cubicBezTo>
                  <a:cubicBezTo>
                    <a:pt x="1041538" y="225850"/>
                    <a:pt x="1084887" y="423235"/>
                    <a:pt x="1234974" y="634853"/>
                  </a:cubicBezTo>
                  <a:lnTo>
                    <a:pt x="0" y="634853"/>
                  </a:lnTo>
                  <a:close/>
                </a:path>
              </a:pathLst>
            </a:custGeom>
            <a:solidFill>
              <a:srgbClr val="A0BF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等腰三角形 5"/>
            <p:cNvSpPr/>
            <p:nvPr/>
          </p:nvSpPr>
          <p:spPr>
            <a:xfrm flipV="1">
              <a:off x="1608860" y="3167486"/>
              <a:ext cx="1234974" cy="634853"/>
            </a:xfrm>
            <a:custGeom>
              <a:avLst/>
              <a:gdLst>
                <a:gd name="connsiteX0" fmla="*/ 0 w 936104"/>
                <a:gd name="connsiteY0" fmla="*/ 432048 h 432048"/>
                <a:gd name="connsiteX1" fmla="*/ 468052 w 936104"/>
                <a:gd name="connsiteY1" fmla="*/ 0 h 432048"/>
                <a:gd name="connsiteX2" fmla="*/ 936104 w 936104"/>
                <a:gd name="connsiteY2" fmla="*/ 432048 h 432048"/>
                <a:gd name="connsiteX3" fmla="*/ 0 w 936104"/>
                <a:gd name="connsiteY3" fmla="*/ 432048 h 432048"/>
                <a:gd name="connsiteX0-1" fmla="*/ 0 w 2405548"/>
                <a:gd name="connsiteY0-2" fmla="*/ 553019 h 553019"/>
                <a:gd name="connsiteX1-3" fmla="*/ 1937496 w 2405548"/>
                <a:gd name="connsiteY1-4" fmla="*/ 0 h 553019"/>
                <a:gd name="connsiteX2-5" fmla="*/ 2405548 w 2405548"/>
                <a:gd name="connsiteY2-6" fmla="*/ 432048 h 553019"/>
                <a:gd name="connsiteX3-7" fmla="*/ 0 w 2405548"/>
                <a:gd name="connsiteY3-8" fmla="*/ 553019 h 553019"/>
                <a:gd name="connsiteX0-9" fmla="*/ 0 w 2405548"/>
                <a:gd name="connsiteY0-10" fmla="*/ 1186339 h 1186339"/>
                <a:gd name="connsiteX1-11" fmla="*/ 1247249 w 2405548"/>
                <a:gd name="connsiteY1-12" fmla="*/ 0 h 1186339"/>
                <a:gd name="connsiteX2-13" fmla="*/ 2405548 w 2405548"/>
                <a:gd name="connsiteY2-14" fmla="*/ 1065368 h 1186339"/>
                <a:gd name="connsiteX3-15" fmla="*/ 0 w 2405548"/>
                <a:gd name="connsiteY3-16" fmla="*/ 1186339 h 1186339"/>
                <a:gd name="connsiteX0-17" fmla="*/ 0 w 1247249"/>
                <a:gd name="connsiteY0-18" fmla="*/ 1186339 h 1186339"/>
                <a:gd name="connsiteX1-19" fmla="*/ 1247249 w 1247249"/>
                <a:gd name="connsiteY1-20" fmla="*/ 0 h 1186339"/>
                <a:gd name="connsiteX2-21" fmla="*/ 1227858 w 1247249"/>
                <a:gd name="connsiteY2-22" fmla="*/ 634853 h 1186339"/>
                <a:gd name="connsiteX3-23" fmla="*/ 0 w 1247249"/>
                <a:gd name="connsiteY3-24" fmla="*/ 1186339 h 1186339"/>
                <a:gd name="connsiteX0-25" fmla="*/ 0 w 1247249"/>
                <a:gd name="connsiteY0-26" fmla="*/ 1186339 h 1186339"/>
                <a:gd name="connsiteX1-27" fmla="*/ 1247249 w 1247249"/>
                <a:gd name="connsiteY1-28" fmla="*/ 0 h 1186339"/>
                <a:gd name="connsiteX2-29" fmla="*/ 1227858 w 1247249"/>
                <a:gd name="connsiteY2-30" fmla="*/ 634853 h 1186339"/>
                <a:gd name="connsiteX3-31" fmla="*/ 0 w 1247249"/>
                <a:gd name="connsiteY3-32" fmla="*/ 1186339 h 1186339"/>
                <a:gd name="connsiteX0-33" fmla="*/ 0 w 1247249"/>
                <a:gd name="connsiteY0-34" fmla="*/ 1186339 h 1186339"/>
                <a:gd name="connsiteX1-35" fmla="*/ 1247249 w 1247249"/>
                <a:gd name="connsiteY1-36" fmla="*/ 0 h 1186339"/>
                <a:gd name="connsiteX2-37" fmla="*/ 1227858 w 1247249"/>
                <a:gd name="connsiteY2-38" fmla="*/ 634853 h 1186339"/>
                <a:gd name="connsiteX3-39" fmla="*/ 0 w 1247249"/>
                <a:gd name="connsiteY3-40" fmla="*/ 1186339 h 1186339"/>
                <a:gd name="connsiteX0-41" fmla="*/ 0 w 1247249"/>
                <a:gd name="connsiteY0-42" fmla="*/ 1186339 h 1186339"/>
                <a:gd name="connsiteX1-43" fmla="*/ 1247249 w 1247249"/>
                <a:gd name="connsiteY1-44" fmla="*/ 0 h 1186339"/>
                <a:gd name="connsiteX2-45" fmla="*/ 1227858 w 1247249"/>
                <a:gd name="connsiteY2-46" fmla="*/ 634853 h 1186339"/>
                <a:gd name="connsiteX3-47" fmla="*/ 0 w 1247249"/>
                <a:gd name="connsiteY3-48" fmla="*/ 1186339 h 1186339"/>
                <a:gd name="connsiteX0-49" fmla="*/ 0 w 1247249"/>
                <a:gd name="connsiteY0-50" fmla="*/ 1186339 h 1186339"/>
                <a:gd name="connsiteX1-51" fmla="*/ 1247249 w 1247249"/>
                <a:gd name="connsiteY1-52" fmla="*/ 0 h 1186339"/>
                <a:gd name="connsiteX2-53" fmla="*/ 1227858 w 1247249"/>
                <a:gd name="connsiteY2-54" fmla="*/ 634853 h 1186339"/>
                <a:gd name="connsiteX3-55" fmla="*/ 0 w 1247249"/>
                <a:gd name="connsiteY3-56" fmla="*/ 1186339 h 1186339"/>
                <a:gd name="connsiteX0-57" fmla="*/ 0 w 1247249"/>
                <a:gd name="connsiteY0-58" fmla="*/ 1186339 h 1186339"/>
                <a:gd name="connsiteX1-59" fmla="*/ 1247249 w 1247249"/>
                <a:gd name="connsiteY1-60" fmla="*/ 0 h 1186339"/>
                <a:gd name="connsiteX2-61" fmla="*/ 1227858 w 1247249"/>
                <a:gd name="connsiteY2-62" fmla="*/ 634853 h 1186339"/>
                <a:gd name="connsiteX3-63" fmla="*/ 0 w 1247249"/>
                <a:gd name="connsiteY3-64" fmla="*/ 1186339 h 1186339"/>
                <a:gd name="connsiteX0-65" fmla="*/ 0 w 1247249"/>
                <a:gd name="connsiteY0-66" fmla="*/ 1186339 h 1186339"/>
                <a:gd name="connsiteX1-67" fmla="*/ 1247249 w 1247249"/>
                <a:gd name="connsiteY1-68" fmla="*/ 0 h 1186339"/>
                <a:gd name="connsiteX2-69" fmla="*/ 1227858 w 1247249"/>
                <a:gd name="connsiteY2-70" fmla="*/ 634853 h 1186339"/>
                <a:gd name="connsiteX3-71" fmla="*/ 0 w 1247249"/>
                <a:gd name="connsiteY3-72" fmla="*/ 1186339 h 1186339"/>
                <a:gd name="connsiteX0-73" fmla="*/ 0 w 1247249"/>
                <a:gd name="connsiteY0-74" fmla="*/ 1186339 h 1186339"/>
                <a:gd name="connsiteX1-75" fmla="*/ 1247249 w 1247249"/>
                <a:gd name="connsiteY1-76" fmla="*/ 0 h 1186339"/>
                <a:gd name="connsiteX2-77" fmla="*/ 1227858 w 1247249"/>
                <a:gd name="connsiteY2-78" fmla="*/ 634853 h 1186339"/>
                <a:gd name="connsiteX3-79" fmla="*/ 0 w 1247249"/>
                <a:gd name="connsiteY3-80" fmla="*/ 1186339 h 1186339"/>
                <a:gd name="connsiteX0-81" fmla="*/ 0 w 1247249"/>
                <a:gd name="connsiteY0-82" fmla="*/ 1186339 h 1186339"/>
                <a:gd name="connsiteX1-83" fmla="*/ 1247249 w 1247249"/>
                <a:gd name="connsiteY1-84" fmla="*/ 0 h 1186339"/>
                <a:gd name="connsiteX2-85" fmla="*/ 1227858 w 1247249"/>
                <a:gd name="connsiteY2-86" fmla="*/ 634853 h 1186339"/>
                <a:gd name="connsiteX3-87" fmla="*/ 0 w 1247249"/>
                <a:gd name="connsiteY3-88" fmla="*/ 1186339 h 1186339"/>
                <a:gd name="connsiteX0-89" fmla="*/ 0 w 1247249"/>
                <a:gd name="connsiteY0-90" fmla="*/ 1186339 h 1186339"/>
                <a:gd name="connsiteX1-91" fmla="*/ 1247249 w 1247249"/>
                <a:gd name="connsiteY1-92" fmla="*/ 0 h 1186339"/>
                <a:gd name="connsiteX2-93" fmla="*/ 1227858 w 1247249"/>
                <a:gd name="connsiteY2-94" fmla="*/ 634853 h 1186339"/>
                <a:gd name="connsiteX3-95" fmla="*/ 0 w 1247249"/>
                <a:gd name="connsiteY3-96" fmla="*/ 1186339 h 1186339"/>
                <a:gd name="connsiteX0-97" fmla="*/ 0 w 1247249"/>
                <a:gd name="connsiteY0-98" fmla="*/ 1186339 h 1186339"/>
                <a:gd name="connsiteX1-99" fmla="*/ 1247249 w 1247249"/>
                <a:gd name="connsiteY1-100" fmla="*/ 0 h 1186339"/>
                <a:gd name="connsiteX2-101" fmla="*/ 1231416 w 1247249"/>
                <a:gd name="connsiteY2-102" fmla="*/ 638411 h 1186339"/>
                <a:gd name="connsiteX3-103" fmla="*/ 0 w 1247249"/>
                <a:gd name="connsiteY3-104" fmla="*/ 1186339 h 1186339"/>
                <a:gd name="connsiteX0-105" fmla="*/ 0 w 1247249"/>
                <a:gd name="connsiteY0-106" fmla="*/ 1186339 h 1186339"/>
                <a:gd name="connsiteX1-107" fmla="*/ 1247249 w 1247249"/>
                <a:gd name="connsiteY1-108" fmla="*/ 0 h 1186339"/>
                <a:gd name="connsiteX2-109" fmla="*/ 1231416 w 1247249"/>
                <a:gd name="connsiteY2-110" fmla="*/ 638411 h 1186339"/>
                <a:gd name="connsiteX3-111" fmla="*/ 0 w 1247249"/>
                <a:gd name="connsiteY3-112" fmla="*/ 1186339 h 1186339"/>
                <a:gd name="connsiteX0-113" fmla="*/ 0 w 1247249"/>
                <a:gd name="connsiteY0-114" fmla="*/ 1186339 h 1186339"/>
                <a:gd name="connsiteX1-115" fmla="*/ 1247249 w 1247249"/>
                <a:gd name="connsiteY1-116" fmla="*/ 0 h 1186339"/>
                <a:gd name="connsiteX2-117" fmla="*/ 1231416 w 1247249"/>
                <a:gd name="connsiteY2-118" fmla="*/ 638411 h 1186339"/>
                <a:gd name="connsiteX3-119" fmla="*/ 0 w 1247249"/>
                <a:gd name="connsiteY3-120" fmla="*/ 1186339 h 1186339"/>
                <a:gd name="connsiteX0-121" fmla="*/ 0 w 1240133"/>
                <a:gd name="connsiteY0-122" fmla="*/ 652643 h 652643"/>
                <a:gd name="connsiteX1-123" fmla="*/ 1240133 w 1240133"/>
                <a:gd name="connsiteY1-124" fmla="*/ 0 h 652643"/>
                <a:gd name="connsiteX2-125" fmla="*/ 1224300 w 1240133"/>
                <a:gd name="connsiteY2-126" fmla="*/ 638411 h 652643"/>
                <a:gd name="connsiteX3-127" fmla="*/ 0 w 1240133"/>
                <a:gd name="connsiteY3-128" fmla="*/ 652643 h 652643"/>
                <a:gd name="connsiteX0-129" fmla="*/ 0 w 1233017"/>
                <a:gd name="connsiteY0-130" fmla="*/ 629932 h 629932"/>
                <a:gd name="connsiteX1-131" fmla="*/ 1233017 w 1233017"/>
                <a:gd name="connsiteY1-132" fmla="*/ 9311 h 629932"/>
                <a:gd name="connsiteX2-133" fmla="*/ 1224300 w 1233017"/>
                <a:gd name="connsiteY2-134" fmla="*/ 615700 h 629932"/>
                <a:gd name="connsiteX3-135" fmla="*/ 0 w 1233017"/>
                <a:gd name="connsiteY3-136" fmla="*/ 629932 h 629932"/>
                <a:gd name="connsiteX0-137" fmla="*/ 0 w 1233017"/>
                <a:gd name="connsiteY0-138" fmla="*/ 629932 h 644164"/>
                <a:gd name="connsiteX1-139" fmla="*/ 1233017 w 1233017"/>
                <a:gd name="connsiteY1-140" fmla="*/ 9311 h 644164"/>
                <a:gd name="connsiteX2-141" fmla="*/ 1224300 w 1233017"/>
                <a:gd name="connsiteY2-142" fmla="*/ 644164 h 644164"/>
                <a:gd name="connsiteX3-143" fmla="*/ 0 w 1233017"/>
                <a:gd name="connsiteY3-144" fmla="*/ 629932 h 644164"/>
                <a:gd name="connsiteX0-145" fmla="*/ 0 w 1233017"/>
                <a:gd name="connsiteY0-146" fmla="*/ 629932 h 644164"/>
                <a:gd name="connsiteX1-147" fmla="*/ 1233017 w 1233017"/>
                <a:gd name="connsiteY1-148" fmla="*/ 9311 h 644164"/>
                <a:gd name="connsiteX2-149" fmla="*/ 1224300 w 1233017"/>
                <a:gd name="connsiteY2-150" fmla="*/ 644164 h 644164"/>
                <a:gd name="connsiteX3-151" fmla="*/ 0 w 1233017"/>
                <a:gd name="connsiteY3-152" fmla="*/ 629932 h 644164"/>
                <a:gd name="connsiteX0-153" fmla="*/ 0 w 1233017"/>
                <a:gd name="connsiteY0-154" fmla="*/ 629932 h 644164"/>
                <a:gd name="connsiteX1-155" fmla="*/ 1233017 w 1233017"/>
                <a:gd name="connsiteY1-156" fmla="*/ 9311 h 644164"/>
                <a:gd name="connsiteX2-157" fmla="*/ 1224300 w 1233017"/>
                <a:gd name="connsiteY2-158" fmla="*/ 644164 h 644164"/>
                <a:gd name="connsiteX3-159" fmla="*/ 0 w 1233017"/>
                <a:gd name="connsiteY3-160" fmla="*/ 629932 h 644164"/>
                <a:gd name="connsiteX0-161" fmla="*/ 0 w 1233017"/>
                <a:gd name="connsiteY0-162" fmla="*/ 629932 h 640606"/>
                <a:gd name="connsiteX1-163" fmla="*/ 1233017 w 1233017"/>
                <a:gd name="connsiteY1-164" fmla="*/ 9311 h 640606"/>
                <a:gd name="connsiteX2-165" fmla="*/ 1227858 w 1233017"/>
                <a:gd name="connsiteY2-166" fmla="*/ 640606 h 640606"/>
                <a:gd name="connsiteX3-167" fmla="*/ 0 w 1233017"/>
                <a:gd name="connsiteY3-168" fmla="*/ 629932 h 640606"/>
                <a:gd name="connsiteX0-169" fmla="*/ 0 w 1225901"/>
                <a:gd name="connsiteY0-170" fmla="*/ 632363 h 639479"/>
                <a:gd name="connsiteX1-171" fmla="*/ 1225901 w 1225901"/>
                <a:gd name="connsiteY1-172" fmla="*/ 8184 h 639479"/>
                <a:gd name="connsiteX2-173" fmla="*/ 1220742 w 1225901"/>
                <a:gd name="connsiteY2-174" fmla="*/ 639479 h 639479"/>
                <a:gd name="connsiteX3-175" fmla="*/ 0 w 1225901"/>
                <a:gd name="connsiteY3-176" fmla="*/ 632363 h 639479"/>
                <a:gd name="connsiteX0-177" fmla="*/ 0 w 1225901"/>
                <a:gd name="connsiteY0-178" fmla="*/ 624179 h 631295"/>
                <a:gd name="connsiteX1-179" fmla="*/ 1225901 w 1225901"/>
                <a:gd name="connsiteY1-180" fmla="*/ 0 h 631295"/>
                <a:gd name="connsiteX2-181" fmla="*/ 1220742 w 1225901"/>
                <a:gd name="connsiteY2-182" fmla="*/ 631295 h 631295"/>
                <a:gd name="connsiteX3-183" fmla="*/ 0 w 1225901"/>
                <a:gd name="connsiteY3-184" fmla="*/ 624179 h 631295"/>
                <a:gd name="connsiteX0-185" fmla="*/ 0 w 1225901"/>
                <a:gd name="connsiteY0-186" fmla="*/ 624179 h 631295"/>
                <a:gd name="connsiteX1-187" fmla="*/ 1225901 w 1225901"/>
                <a:gd name="connsiteY1-188" fmla="*/ 0 h 631295"/>
                <a:gd name="connsiteX2-189" fmla="*/ 1220742 w 1225901"/>
                <a:gd name="connsiteY2-190" fmla="*/ 631295 h 631295"/>
                <a:gd name="connsiteX3-191" fmla="*/ 0 w 1225901"/>
                <a:gd name="connsiteY3-192" fmla="*/ 624179 h 631295"/>
                <a:gd name="connsiteX0-193" fmla="*/ 0 w 1225901"/>
                <a:gd name="connsiteY0-194" fmla="*/ 624179 h 631295"/>
                <a:gd name="connsiteX1-195" fmla="*/ 1225901 w 1225901"/>
                <a:gd name="connsiteY1-196" fmla="*/ 0 h 631295"/>
                <a:gd name="connsiteX2-197" fmla="*/ 1220742 w 1225901"/>
                <a:gd name="connsiteY2-198" fmla="*/ 631295 h 631295"/>
                <a:gd name="connsiteX3-199" fmla="*/ 0 w 1225901"/>
                <a:gd name="connsiteY3-200" fmla="*/ 624179 h 631295"/>
                <a:gd name="connsiteX0-201" fmla="*/ 0 w 1225901"/>
                <a:gd name="connsiteY0-202" fmla="*/ 624179 h 631295"/>
                <a:gd name="connsiteX1-203" fmla="*/ 1225901 w 1225901"/>
                <a:gd name="connsiteY1-204" fmla="*/ 0 h 631295"/>
                <a:gd name="connsiteX2-205" fmla="*/ 1220742 w 1225901"/>
                <a:gd name="connsiteY2-206" fmla="*/ 631295 h 631295"/>
                <a:gd name="connsiteX3-207" fmla="*/ 0 w 1225901"/>
                <a:gd name="connsiteY3-208" fmla="*/ 624179 h 631295"/>
                <a:gd name="connsiteX0-209" fmla="*/ 0 w 1218785"/>
                <a:gd name="connsiteY0-210" fmla="*/ 631295 h 631295"/>
                <a:gd name="connsiteX1-211" fmla="*/ 1218785 w 1218785"/>
                <a:gd name="connsiteY1-212" fmla="*/ 0 h 631295"/>
                <a:gd name="connsiteX2-213" fmla="*/ 1213626 w 1218785"/>
                <a:gd name="connsiteY2-214" fmla="*/ 631295 h 631295"/>
                <a:gd name="connsiteX3-215" fmla="*/ 0 w 1218785"/>
                <a:gd name="connsiteY3-216" fmla="*/ 631295 h 631295"/>
                <a:gd name="connsiteX0-217" fmla="*/ 0 w 1229459"/>
                <a:gd name="connsiteY0-218" fmla="*/ 631295 h 631295"/>
                <a:gd name="connsiteX1-219" fmla="*/ 1229459 w 1229459"/>
                <a:gd name="connsiteY1-220" fmla="*/ 0 h 631295"/>
                <a:gd name="connsiteX2-221" fmla="*/ 1224300 w 1229459"/>
                <a:gd name="connsiteY2-222" fmla="*/ 631295 h 631295"/>
                <a:gd name="connsiteX3-223" fmla="*/ 0 w 1229459"/>
                <a:gd name="connsiteY3-224" fmla="*/ 631295 h 631295"/>
                <a:gd name="connsiteX0-225" fmla="*/ 0 w 1231416"/>
                <a:gd name="connsiteY0-226" fmla="*/ 631295 h 634853"/>
                <a:gd name="connsiteX1-227" fmla="*/ 1229459 w 1231416"/>
                <a:gd name="connsiteY1-228" fmla="*/ 0 h 634853"/>
                <a:gd name="connsiteX2-229" fmla="*/ 1231416 w 1231416"/>
                <a:gd name="connsiteY2-230" fmla="*/ 634853 h 634853"/>
                <a:gd name="connsiteX3-231" fmla="*/ 0 w 1231416"/>
                <a:gd name="connsiteY3-232" fmla="*/ 631295 h 634853"/>
                <a:gd name="connsiteX0-233" fmla="*/ 0 w 1234974"/>
                <a:gd name="connsiteY0-234" fmla="*/ 634853 h 634853"/>
                <a:gd name="connsiteX1-235" fmla="*/ 1233017 w 1234974"/>
                <a:gd name="connsiteY1-236" fmla="*/ 0 h 634853"/>
                <a:gd name="connsiteX2-237" fmla="*/ 1234974 w 1234974"/>
                <a:gd name="connsiteY2-238" fmla="*/ 634853 h 634853"/>
                <a:gd name="connsiteX3-239" fmla="*/ 0 w 1234974"/>
                <a:gd name="connsiteY3-240" fmla="*/ 634853 h 6348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34974" h="634853">
                  <a:moveTo>
                    <a:pt x="0" y="634853"/>
                  </a:moveTo>
                  <a:cubicBezTo>
                    <a:pt x="291221" y="118435"/>
                    <a:pt x="835057" y="509"/>
                    <a:pt x="1233017" y="0"/>
                  </a:cubicBezTo>
                  <a:cubicBezTo>
                    <a:pt x="1041538" y="225850"/>
                    <a:pt x="1084887" y="423235"/>
                    <a:pt x="1234974" y="634853"/>
                  </a:cubicBezTo>
                  <a:lnTo>
                    <a:pt x="0" y="634853"/>
                  </a:lnTo>
                  <a:close/>
                </a:path>
              </a:pathLst>
            </a:custGeom>
            <a:solidFill>
              <a:srgbClr val="319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等腰三角形 5"/>
            <p:cNvSpPr/>
            <p:nvPr/>
          </p:nvSpPr>
          <p:spPr>
            <a:xfrm flipV="1">
              <a:off x="1619671" y="3356824"/>
              <a:ext cx="1247249" cy="1186340"/>
            </a:xfrm>
            <a:custGeom>
              <a:avLst/>
              <a:gdLst>
                <a:gd name="connsiteX0" fmla="*/ 0 w 936104"/>
                <a:gd name="connsiteY0" fmla="*/ 432048 h 432048"/>
                <a:gd name="connsiteX1" fmla="*/ 468052 w 936104"/>
                <a:gd name="connsiteY1" fmla="*/ 0 h 432048"/>
                <a:gd name="connsiteX2" fmla="*/ 936104 w 936104"/>
                <a:gd name="connsiteY2" fmla="*/ 432048 h 432048"/>
                <a:gd name="connsiteX3" fmla="*/ 0 w 936104"/>
                <a:gd name="connsiteY3" fmla="*/ 432048 h 432048"/>
                <a:gd name="connsiteX0-1" fmla="*/ 0 w 2405548"/>
                <a:gd name="connsiteY0-2" fmla="*/ 553019 h 553019"/>
                <a:gd name="connsiteX1-3" fmla="*/ 1937496 w 2405548"/>
                <a:gd name="connsiteY1-4" fmla="*/ 0 h 553019"/>
                <a:gd name="connsiteX2-5" fmla="*/ 2405548 w 2405548"/>
                <a:gd name="connsiteY2-6" fmla="*/ 432048 h 553019"/>
                <a:gd name="connsiteX3-7" fmla="*/ 0 w 2405548"/>
                <a:gd name="connsiteY3-8" fmla="*/ 553019 h 553019"/>
                <a:gd name="connsiteX0-9" fmla="*/ 0 w 2405548"/>
                <a:gd name="connsiteY0-10" fmla="*/ 1186339 h 1186339"/>
                <a:gd name="connsiteX1-11" fmla="*/ 1247249 w 2405548"/>
                <a:gd name="connsiteY1-12" fmla="*/ 0 h 1186339"/>
                <a:gd name="connsiteX2-13" fmla="*/ 2405548 w 2405548"/>
                <a:gd name="connsiteY2-14" fmla="*/ 1065368 h 1186339"/>
                <a:gd name="connsiteX3-15" fmla="*/ 0 w 2405548"/>
                <a:gd name="connsiteY3-16" fmla="*/ 1186339 h 1186339"/>
                <a:gd name="connsiteX0-17" fmla="*/ 0 w 1247249"/>
                <a:gd name="connsiteY0-18" fmla="*/ 1186339 h 1186339"/>
                <a:gd name="connsiteX1-19" fmla="*/ 1247249 w 1247249"/>
                <a:gd name="connsiteY1-20" fmla="*/ 0 h 1186339"/>
                <a:gd name="connsiteX2-21" fmla="*/ 1227858 w 1247249"/>
                <a:gd name="connsiteY2-22" fmla="*/ 634853 h 1186339"/>
                <a:gd name="connsiteX3-23" fmla="*/ 0 w 1247249"/>
                <a:gd name="connsiteY3-24" fmla="*/ 1186339 h 1186339"/>
                <a:gd name="connsiteX0-25" fmla="*/ 0 w 1247249"/>
                <a:gd name="connsiteY0-26" fmla="*/ 1186339 h 1186339"/>
                <a:gd name="connsiteX1-27" fmla="*/ 1247249 w 1247249"/>
                <a:gd name="connsiteY1-28" fmla="*/ 0 h 1186339"/>
                <a:gd name="connsiteX2-29" fmla="*/ 1227858 w 1247249"/>
                <a:gd name="connsiteY2-30" fmla="*/ 634853 h 1186339"/>
                <a:gd name="connsiteX3-31" fmla="*/ 0 w 1247249"/>
                <a:gd name="connsiteY3-32" fmla="*/ 1186339 h 1186339"/>
                <a:gd name="connsiteX0-33" fmla="*/ 0 w 1247249"/>
                <a:gd name="connsiteY0-34" fmla="*/ 1186339 h 1186339"/>
                <a:gd name="connsiteX1-35" fmla="*/ 1247249 w 1247249"/>
                <a:gd name="connsiteY1-36" fmla="*/ 0 h 1186339"/>
                <a:gd name="connsiteX2-37" fmla="*/ 1227858 w 1247249"/>
                <a:gd name="connsiteY2-38" fmla="*/ 634853 h 1186339"/>
                <a:gd name="connsiteX3-39" fmla="*/ 0 w 1247249"/>
                <a:gd name="connsiteY3-40" fmla="*/ 1186339 h 1186339"/>
                <a:gd name="connsiteX0-41" fmla="*/ 0 w 1247249"/>
                <a:gd name="connsiteY0-42" fmla="*/ 1186339 h 1186339"/>
                <a:gd name="connsiteX1-43" fmla="*/ 1247249 w 1247249"/>
                <a:gd name="connsiteY1-44" fmla="*/ 0 h 1186339"/>
                <a:gd name="connsiteX2-45" fmla="*/ 1227858 w 1247249"/>
                <a:gd name="connsiteY2-46" fmla="*/ 634853 h 1186339"/>
                <a:gd name="connsiteX3-47" fmla="*/ 0 w 1247249"/>
                <a:gd name="connsiteY3-48" fmla="*/ 1186339 h 1186339"/>
                <a:gd name="connsiteX0-49" fmla="*/ 0 w 1247249"/>
                <a:gd name="connsiteY0-50" fmla="*/ 1186339 h 1186339"/>
                <a:gd name="connsiteX1-51" fmla="*/ 1247249 w 1247249"/>
                <a:gd name="connsiteY1-52" fmla="*/ 0 h 1186339"/>
                <a:gd name="connsiteX2-53" fmla="*/ 1227858 w 1247249"/>
                <a:gd name="connsiteY2-54" fmla="*/ 634853 h 1186339"/>
                <a:gd name="connsiteX3-55" fmla="*/ 0 w 1247249"/>
                <a:gd name="connsiteY3-56" fmla="*/ 1186339 h 1186339"/>
                <a:gd name="connsiteX0-57" fmla="*/ 0 w 1247249"/>
                <a:gd name="connsiteY0-58" fmla="*/ 1186339 h 1186339"/>
                <a:gd name="connsiteX1-59" fmla="*/ 1247249 w 1247249"/>
                <a:gd name="connsiteY1-60" fmla="*/ 0 h 1186339"/>
                <a:gd name="connsiteX2-61" fmla="*/ 1227858 w 1247249"/>
                <a:gd name="connsiteY2-62" fmla="*/ 634853 h 1186339"/>
                <a:gd name="connsiteX3-63" fmla="*/ 0 w 1247249"/>
                <a:gd name="connsiteY3-64" fmla="*/ 1186339 h 1186339"/>
                <a:gd name="connsiteX0-65" fmla="*/ 0 w 1247249"/>
                <a:gd name="connsiteY0-66" fmla="*/ 1186339 h 1186339"/>
                <a:gd name="connsiteX1-67" fmla="*/ 1247249 w 1247249"/>
                <a:gd name="connsiteY1-68" fmla="*/ 0 h 1186339"/>
                <a:gd name="connsiteX2-69" fmla="*/ 1227858 w 1247249"/>
                <a:gd name="connsiteY2-70" fmla="*/ 634853 h 1186339"/>
                <a:gd name="connsiteX3-71" fmla="*/ 0 w 1247249"/>
                <a:gd name="connsiteY3-72" fmla="*/ 1186339 h 1186339"/>
                <a:gd name="connsiteX0-73" fmla="*/ 0 w 1247249"/>
                <a:gd name="connsiteY0-74" fmla="*/ 1186339 h 1186339"/>
                <a:gd name="connsiteX1-75" fmla="*/ 1247249 w 1247249"/>
                <a:gd name="connsiteY1-76" fmla="*/ 0 h 1186339"/>
                <a:gd name="connsiteX2-77" fmla="*/ 1227858 w 1247249"/>
                <a:gd name="connsiteY2-78" fmla="*/ 634853 h 1186339"/>
                <a:gd name="connsiteX3-79" fmla="*/ 0 w 1247249"/>
                <a:gd name="connsiteY3-80" fmla="*/ 1186339 h 1186339"/>
                <a:gd name="connsiteX0-81" fmla="*/ 0 w 1247249"/>
                <a:gd name="connsiteY0-82" fmla="*/ 1186339 h 1186339"/>
                <a:gd name="connsiteX1-83" fmla="*/ 1247249 w 1247249"/>
                <a:gd name="connsiteY1-84" fmla="*/ 0 h 1186339"/>
                <a:gd name="connsiteX2-85" fmla="*/ 1227858 w 1247249"/>
                <a:gd name="connsiteY2-86" fmla="*/ 634853 h 1186339"/>
                <a:gd name="connsiteX3-87" fmla="*/ 0 w 1247249"/>
                <a:gd name="connsiteY3-88" fmla="*/ 1186339 h 1186339"/>
                <a:gd name="connsiteX0-89" fmla="*/ 0 w 1247249"/>
                <a:gd name="connsiteY0-90" fmla="*/ 1186339 h 1186339"/>
                <a:gd name="connsiteX1-91" fmla="*/ 1247249 w 1247249"/>
                <a:gd name="connsiteY1-92" fmla="*/ 0 h 1186339"/>
                <a:gd name="connsiteX2-93" fmla="*/ 1227858 w 1247249"/>
                <a:gd name="connsiteY2-94" fmla="*/ 634853 h 1186339"/>
                <a:gd name="connsiteX3-95" fmla="*/ 0 w 1247249"/>
                <a:gd name="connsiteY3-96" fmla="*/ 1186339 h 1186339"/>
                <a:gd name="connsiteX0-97" fmla="*/ 0 w 1247249"/>
                <a:gd name="connsiteY0-98" fmla="*/ 1186339 h 1186339"/>
                <a:gd name="connsiteX1-99" fmla="*/ 1247249 w 1247249"/>
                <a:gd name="connsiteY1-100" fmla="*/ 0 h 1186339"/>
                <a:gd name="connsiteX2-101" fmla="*/ 1231416 w 1247249"/>
                <a:gd name="connsiteY2-102" fmla="*/ 638411 h 1186339"/>
                <a:gd name="connsiteX3-103" fmla="*/ 0 w 1247249"/>
                <a:gd name="connsiteY3-104" fmla="*/ 1186339 h 1186339"/>
                <a:gd name="connsiteX0-105" fmla="*/ 0 w 1247249"/>
                <a:gd name="connsiteY0-106" fmla="*/ 1186339 h 1186339"/>
                <a:gd name="connsiteX1-107" fmla="*/ 1247249 w 1247249"/>
                <a:gd name="connsiteY1-108" fmla="*/ 0 h 1186339"/>
                <a:gd name="connsiteX2-109" fmla="*/ 1231416 w 1247249"/>
                <a:gd name="connsiteY2-110" fmla="*/ 638411 h 1186339"/>
                <a:gd name="connsiteX3-111" fmla="*/ 0 w 1247249"/>
                <a:gd name="connsiteY3-112" fmla="*/ 1186339 h 1186339"/>
                <a:gd name="connsiteX0-113" fmla="*/ 0 w 1247249"/>
                <a:gd name="connsiteY0-114" fmla="*/ 1186339 h 1186339"/>
                <a:gd name="connsiteX1-115" fmla="*/ 1247249 w 1247249"/>
                <a:gd name="connsiteY1-116" fmla="*/ 0 h 1186339"/>
                <a:gd name="connsiteX2-117" fmla="*/ 1231416 w 1247249"/>
                <a:gd name="connsiteY2-118" fmla="*/ 638411 h 1186339"/>
                <a:gd name="connsiteX3-119" fmla="*/ 0 w 1247249"/>
                <a:gd name="connsiteY3-120" fmla="*/ 1186339 h 118633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47249" h="1186339">
                  <a:moveTo>
                    <a:pt x="0" y="1186339"/>
                  </a:moveTo>
                  <a:cubicBezTo>
                    <a:pt x="177366" y="310566"/>
                    <a:pt x="852847" y="57437"/>
                    <a:pt x="1247249" y="0"/>
                  </a:cubicBezTo>
                  <a:cubicBezTo>
                    <a:pt x="1055770" y="225850"/>
                    <a:pt x="1081329" y="426793"/>
                    <a:pt x="1231416" y="638411"/>
                  </a:cubicBezTo>
                  <a:cubicBezTo>
                    <a:pt x="597978" y="633668"/>
                    <a:pt x="270525" y="877981"/>
                    <a:pt x="0" y="1186339"/>
                  </a:cubicBezTo>
                  <a:close/>
                </a:path>
              </a:pathLst>
            </a:custGeom>
            <a:solidFill>
              <a:srgbClr val="F58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39" name="圆角矩形 11"/>
            <p:cNvSpPr/>
            <p:nvPr/>
          </p:nvSpPr>
          <p:spPr>
            <a:xfrm>
              <a:off x="1331640" y="3079860"/>
              <a:ext cx="198918" cy="87624"/>
            </a:xfrm>
            <a:custGeom>
              <a:avLst/>
              <a:gdLst/>
              <a:ahLst/>
              <a:cxnLst/>
              <a:rect l="l" t="t" r="r" b="b"/>
              <a:pathLst>
                <a:path w="198918" h="87624">
                  <a:moveTo>
                    <a:pt x="43812" y="0"/>
                  </a:moveTo>
                  <a:lnTo>
                    <a:pt x="198918" y="0"/>
                  </a:lnTo>
                  <a:lnTo>
                    <a:pt x="198918" y="87624"/>
                  </a:lnTo>
                  <a:lnTo>
                    <a:pt x="43812" y="87624"/>
                  </a:lnTo>
                  <a:cubicBezTo>
                    <a:pt x="19615" y="87624"/>
                    <a:pt x="0" y="68009"/>
                    <a:pt x="0" y="43812"/>
                  </a:cubicBezTo>
                  <a:cubicBezTo>
                    <a:pt x="0" y="19615"/>
                    <a:pt x="19615" y="0"/>
                    <a:pt x="43812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空心弧 15"/>
            <p:cNvSpPr/>
            <p:nvPr/>
          </p:nvSpPr>
          <p:spPr>
            <a:xfrm rot="5400000">
              <a:off x="3312321" y="2346812"/>
              <a:ext cx="509372" cy="1121419"/>
            </a:xfrm>
            <a:custGeom>
              <a:avLst/>
              <a:gdLst/>
              <a:ahLst/>
              <a:cxnLst/>
              <a:rect l="l" t="t" r="r" b="b"/>
              <a:pathLst>
                <a:path w="509372" h="1121419">
                  <a:moveTo>
                    <a:pt x="507512" y="1121419"/>
                  </a:moveTo>
                  <a:lnTo>
                    <a:pt x="509372" y="1119300"/>
                  </a:lnTo>
                  <a:lnTo>
                    <a:pt x="509372" y="1121419"/>
                  </a:lnTo>
                  <a:close/>
                  <a:moveTo>
                    <a:pt x="430106" y="1116802"/>
                  </a:moveTo>
                  <a:lnTo>
                    <a:pt x="434159" y="1121419"/>
                  </a:lnTo>
                  <a:lnTo>
                    <a:pt x="430599" y="1121419"/>
                  </a:lnTo>
                  <a:cubicBezTo>
                    <a:pt x="430325" y="1119896"/>
                    <a:pt x="430214" y="1118353"/>
                    <a:pt x="430106" y="1116802"/>
                  </a:cubicBezTo>
                  <a:close/>
                  <a:moveTo>
                    <a:pt x="0" y="259419"/>
                  </a:moveTo>
                  <a:lnTo>
                    <a:pt x="832" y="257324"/>
                  </a:lnTo>
                  <a:lnTo>
                    <a:pt x="0" y="257324"/>
                  </a:lnTo>
                  <a:cubicBezTo>
                    <a:pt x="0" y="161091"/>
                    <a:pt x="53696" y="72900"/>
                    <a:pt x="139188" y="28721"/>
                  </a:cubicBezTo>
                  <a:cubicBezTo>
                    <a:pt x="224680" y="-15459"/>
                    <a:pt x="327679" y="-8244"/>
                    <a:pt x="406177" y="47423"/>
                  </a:cubicBezTo>
                  <a:cubicBezTo>
                    <a:pt x="466571" y="90252"/>
                    <a:pt x="504696" y="156253"/>
                    <a:pt x="509372" y="227993"/>
                  </a:cubicBezTo>
                  <a:lnTo>
                    <a:pt x="509372" y="1073841"/>
                  </a:lnTo>
                  <a:cubicBezTo>
                    <a:pt x="502538" y="1059565"/>
                    <a:pt x="487753" y="1050433"/>
                    <a:pt x="470835" y="1050433"/>
                  </a:cubicBezTo>
                  <a:cubicBezTo>
                    <a:pt x="451854" y="1050433"/>
                    <a:pt x="435559" y="1061928"/>
                    <a:pt x="428567" y="1078352"/>
                  </a:cubicBezTo>
                  <a:cubicBezTo>
                    <a:pt x="427251" y="1065847"/>
                    <a:pt x="427023" y="1052948"/>
                    <a:pt x="427023" y="1039779"/>
                  </a:cubicBezTo>
                  <a:lnTo>
                    <a:pt x="427023" y="281216"/>
                  </a:lnTo>
                  <a:lnTo>
                    <a:pt x="427023" y="281216"/>
                  </a:lnTo>
                  <a:lnTo>
                    <a:pt x="427023" y="236015"/>
                  </a:lnTo>
                  <a:lnTo>
                    <a:pt x="426558" y="236015"/>
                  </a:lnTo>
                  <a:cubicBezTo>
                    <a:pt x="420904" y="189157"/>
                    <a:pt x="395728" y="146071"/>
                    <a:pt x="356132" y="117992"/>
                  </a:cubicBezTo>
                  <a:cubicBezTo>
                    <a:pt x="304025" y="81040"/>
                    <a:pt x="235655" y="76251"/>
                    <a:pt x="178905" y="105577"/>
                  </a:cubicBezTo>
                  <a:cubicBezTo>
                    <a:pt x="122253" y="134854"/>
                    <a:pt x="86634" y="193244"/>
                    <a:pt x="86558" y="256996"/>
                  </a:cubicBezTo>
                  <a:cubicBezTo>
                    <a:pt x="87499" y="257768"/>
                    <a:pt x="87520" y="258591"/>
                    <a:pt x="87520" y="259419"/>
                  </a:cubicBezTo>
                  <a:cubicBezTo>
                    <a:pt x="87520" y="284619"/>
                    <a:pt x="67928" y="305047"/>
                    <a:pt x="43760" y="305047"/>
                  </a:cubicBezTo>
                  <a:cubicBezTo>
                    <a:pt x="19592" y="305047"/>
                    <a:pt x="0" y="284619"/>
                    <a:pt x="0" y="259419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cxnSp>
        <p:nvCxnSpPr>
          <p:cNvPr id="46" name="直接连接符 45"/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燕尾形 47"/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TextBox 7"/>
          <p:cNvSpPr txBox="1"/>
          <p:nvPr/>
        </p:nvSpPr>
        <p:spPr>
          <a:xfrm>
            <a:off x="190500" y="180975"/>
            <a:ext cx="1415772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任务一</a:t>
            </a:r>
            <a:endParaRPr lang="zh-CN" altLang="en-US" sz="3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3"/>
          <p:cNvSpPr txBox="1"/>
          <p:nvPr/>
        </p:nvSpPr>
        <p:spPr>
          <a:xfrm>
            <a:off x="2590800" y="188913"/>
            <a:ext cx="760886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机械调零与欧姆调零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22605" y="1088390"/>
            <a:ext cx="9395460" cy="9848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304800"/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欧姆调零</a:t>
            </a:r>
            <a:endParaRPr lang="zh-CN" altLang="en-US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  <a:p>
            <a:r>
              <a:rPr lang="zh-CN" altLang="en-US" sz="1800" dirty="0"/>
              <a:t>当使用欧姆挡测量电阻值时，每换一次挡都要进行欧姆调零。</a:t>
            </a:r>
            <a:endParaRPr lang="en-US" altLang="zh-CN" sz="1800" dirty="0"/>
          </a:p>
          <a:p>
            <a:r>
              <a:rPr lang="en-US" altLang="zh-CN" sz="1600" b="1" dirty="0"/>
              <a:t>*</a:t>
            </a:r>
            <a:r>
              <a:rPr lang="zh-CN" altLang="en-US" sz="1600" b="1" dirty="0"/>
              <a:t>每次更换欧姆挡位时，都要重新进行欧姆调零。</a:t>
            </a:r>
            <a:endParaRPr lang="en-US" sz="1600" b="1" dirty="0"/>
          </a:p>
        </p:txBody>
      </p:sp>
      <p:grpSp>
        <p:nvGrpSpPr>
          <p:cNvPr id="2" name="组合 1"/>
          <p:cNvGrpSpPr/>
          <p:nvPr/>
        </p:nvGrpSpPr>
        <p:grpSpPr>
          <a:xfrm>
            <a:off x="1054646" y="2349673"/>
            <a:ext cx="6207678" cy="4139346"/>
            <a:chOff x="1054646" y="2349673"/>
            <a:chExt cx="6207678" cy="4139346"/>
          </a:xfrm>
        </p:grpSpPr>
        <p:pic>
          <p:nvPicPr>
            <p:cNvPr id="8" name="图片 7" descr="IMG_1413.JPG"/>
            <p:cNvPicPr>
              <a:picLocks noChangeAspect="1" noChangeArrowheads="1"/>
            </p:cNvPicPr>
            <p:nvPr/>
          </p:nvPicPr>
          <p:blipFill>
            <a:blip r:embed="rId1" cstate="print">
              <a:grayscl/>
              <a:lum bright="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9" t="-322" r="41693" b="4437"/>
            <a:stretch>
              <a:fillRect/>
            </a:stretch>
          </p:blipFill>
          <p:spPr bwMode="auto">
            <a:xfrm>
              <a:off x="2782838" y="2349673"/>
              <a:ext cx="2520280" cy="3596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4646" y="2579211"/>
              <a:ext cx="6207678" cy="390980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6"/>
          <p:cNvGrpSpPr/>
          <p:nvPr/>
        </p:nvGrpSpPr>
        <p:grpSpPr>
          <a:xfrm>
            <a:off x="137957" y="1504481"/>
            <a:ext cx="1865312" cy="4575175"/>
            <a:chOff x="10256838" y="1484313"/>
            <a:chExt cx="1163638" cy="2852737"/>
          </a:xfrm>
        </p:grpSpPr>
        <p:sp>
          <p:nvSpPr>
            <p:cNvPr id="19473" name="Freeform 33"/>
            <p:cNvSpPr/>
            <p:nvPr/>
          </p:nvSpPr>
          <p:spPr>
            <a:xfrm>
              <a:off x="10591801" y="1736725"/>
              <a:ext cx="188913" cy="273050"/>
            </a:xfrm>
            <a:custGeom>
              <a:avLst/>
              <a:gdLst/>
              <a:ahLst/>
              <a:cxnLst>
                <a:cxn ang="0">
                  <a:pos x="0" y="119279"/>
                </a:cxn>
                <a:cxn ang="0">
                  <a:pos x="7155" y="10059"/>
                </a:cxn>
                <a:cxn ang="0">
                  <a:pos x="128804" y="63232"/>
                </a:cxn>
                <a:cxn ang="0">
                  <a:pos x="177463" y="188260"/>
                </a:cxn>
                <a:cxn ang="0">
                  <a:pos x="88731" y="273050"/>
                </a:cxn>
                <a:cxn ang="0">
                  <a:pos x="0" y="119279"/>
                </a:cxn>
              </a:cxnLst>
              <a:rect l="0" t="0" r="0" b="0"/>
              <a:pathLst>
                <a:path w="132" h="190">
                  <a:moveTo>
                    <a:pt x="0" y="83"/>
                  </a:moveTo>
                  <a:cubicBezTo>
                    <a:pt x="0" y="83"/>
                    <a:pt x="5" y="15"/>
                    <a:pt x="5" y="7"/>
                  </a:cubicBezTo>
                  <a:cubicBezTo>
                    <a:pt x="5" y="0"/>
                    <a:pt x="90" y="44"/>
                    <a:pt x="90" y="44"/>
                  </a:cubicBezTo>
                  <a:cubicBezTo>
                    <a:pt x="90" y="44"/>
                    <a:pt x="116" y="103"/>
                    <a:pt x="124" y="131"/>
                  </a:cubicBezTo>
                  <a:cubicBezTo>
                    <a:pt x="132" y="159"/>
                    <a:pt x="62" y="190"/>
                    <a:pt x="62" y="190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rgbClr val="C68C5E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4" name="Freeform 34"/>
            <p:cNvSpPr/>
            <p:nvPr/>
          </p:nvSpPr>
          <p:spPr>
            <a:xfrm>
              <a:off x="10456863" y="4075113"/>
              <a:ext cx="282575" cy="261937"/>
            </a:xfrm>
            <a:custGeom>
              <a:avLst/>
              <a:gdLst/>
              <a:ahLst/>
              <a:cxnLst>
                <a:cxn ang="0">
                  <a:pos x="38926" y="23027"/>
                </a:cxn>
                <a:cxn ang="0">
                  <a:pos x="23067" y="146799"/>
                </a:cxn>
                <a:cxn ang="0">
                  <a:pos x="15858" y="181341"/>
                </a:cxn>
                <a:cxn ang="0">
                  <a:pos x="54784" y="181341"/>
                </a:cxn>
                <a:cxn ang="0">
                  <a:pos x="185980" y="250423"/>
                </a:cxn>
                <a:cxn ang="0">
                  <a:pos x="282575" y="220199"/>
                </a:cxn>
                <a:cxn ang="0">
                  <a:pos x="232115" y="138164"/>
                </a:cxn>
                <a:cxn ang="0">
                  <a:pos x="174446" y="23027"/>
                </a:cxn>
                <a:cxn ang="0">
                  <a:pos x="38926" y="23027"/>
                </a:cxn>
              </a:cxnLst>
              <a:rect l="0" t="0" r="0" b="0"/>
              <a:pathLst>
                <a:path w="196" h="182">
                  <a:moveTo>
                    <a:pt x="27" y="16"/>
                  </a:moveTo>
                  <a:cubicBezTo>
                    <a:pt x="27" y="16"/>
                    <a:pt x="0" y="81"/>
                    <a:pt x="16" y="102"/>
                  </a:cubicBezTo>
                  <a:lnTo>
                    <a:pt x="11" y="126"/>
                  </a:lnTo>
                  <a:lnTo>
                    <a:pt x="38" y="126"/>
                  </a:lnTo>
                  <a:cubicBezTo>
                    <a:pt x="38" y="126"/>
                    <a:pt x="46" y="182"/>
                    <a:pt x="129" y="174"/>
                  </a:cubicBezTo>
                  <a:lnTo>
                    <a:pt x="196" y="153"/>
                  </a:lnTo>
                  <a:cubicBezTo>
                    <a:pt x="196" y="153"/>
                    <a:pt x="166" y="103"/>
                    <a:pt x="161" y="96"/>
                  </a:cubicBezTo>
                  <a:cubicBezTo>
                    <a:pt x="156" y="89"/>
                    <a:pt x="124" y="33"/>
                    <a:pt x="121" y="16"/>
                  </a:cubicBezTo>
                  <a:cubicBezTo>
                    <a:pt x="118" y="0"/>
                    <a:pt x="27" y="16"/>
                    <a:pt x="27" y="16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5" name="Freeform 35"/>
            <p:cNvSpPr/>
            <p:nvPr/>
          </p:nvSpPr>
          <p:spPr>
            <a:xfrm>
              <a:off x="11185526" y="2214563"/>
              <a:ext cx="234950" cy="152400"/>
            </a:xfrm>
            <a:custGeom>
              <a:avLst/>
              <a:gdLst/>
              <a:ahLst/>
              <a:cxnLst>
                <a:cxn ang="0">
                  <a:pos x="41800" y="145211"/>
                </a:cxn>
                <a:cxn ang="0">
                  <a:pos x="131168" y="145211"/>
                </a:cxn>
                <a:cxn ang="0">
                  <a:pos x="234950" y="87701"/>
                </a:cxn>
                <a:cxn ang="0">
                  <a:pos x="234950" y="57509"/>
                </a:cxn>
                <a:cxn ang="0">
                  <a:pos x="172969" y="57509"/>
                </a:cxn>
                <a:cxn ang="0">
                  <a:pos x="89367" y="69011"/>
                </a:cxn>
                <a:cxn ang="0">
                  <a:pos x="69187" y="50320"/>
                </a:cxn>
                <a:cxn ang="0">
                  <a:pos x="80719" y="10064"/>
                </a:cxn>
                <a:cxn ang="0">
                  <a:pos x="41800" y="60384"/>
                </a:cxn>
                <a:cxn ang="0">
                  <a:pos x="0" y="99203"/>
                </a:cxn>
                <a:cxn ang="0">
                  <a:pos x="41800" y="145211"/>
                </a:cxn>
              </a:cxnLst>
              <a:rect l="0" t="0" r="0" b="0"/>
              <a:pathLst>
                <a:path w="163" h="106">
                  <a:moveTo>
                    <a:pt x="29" y="101"/>
                  </a:moveTo>
                  <a:cubicBezTo>
                    <a:pt x="29" y="101"/>
                    <a:pt x="80" y="106"/>
                    <a:pt x="91" y="101"/>
                  </a:cubicBezTo>
                  <a:cubicBezTo>
                    <a:pt x="102" y="96"/>
                    <a:pt x="163" y="61"/>
                    <a:pt x="163" y="61"/>
                  </a:cubicBezTo>
                  <a:lnTo>
                    <a:pt x="163" y="40"/>
                  </a:lnTo>
                  <a:cubicBezTo>
                    <a:pt x="163" y="40"/>
                    <a:pt x="131" y="29"/>
                    <a:pt x="120" y="40"/>
                  </a:cubicBezTo>
                  <a:cubicBezTo>
                    <a:pt x="120" y="40"/>
                    <a:pt x="72" y="48"/>
                    <a:pt x="62" y="48"/>
                  </a:cubicBezTo>
                  <a:lnTo>
                    <a:pt x="48" y="35"/>
                  </a:lnTo>
                  <a:cubicBezTo>
                    <a:pt x="48" y="35"/>
                    <a:pt x="64" y="16"/>
                    <a:pt x="56" y="7"/>
                  </a:cubicBezTo>
                  <a:cubicBezTo>
                    <a:pt x="48" y="0"/>
                    <a:pt x="29" y="42"/>
                    <a:pt x="29" y="42"/>
                  </a:cubicBezTo>
                  <a:lnTo>
                    <a:pt x="0" y="69"/>
                  </a:lnTo>
                  <a:lnTo>
                    <a:pt x="29" y="101"/>
                  </a:ln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6" name="Freeform 36"/>
            <p:cNvSpPr/>
            <p:nvPr/>
          </p:nvSpPr>
          <p:spPr>
            <a:xfrm>
              <a:off x="10599738" y="4027488"/>
              <a:ext cx="347663" cy="182562"/>
            </a:xfrm>
            <a:custGeom>
              <a:avLst/>
              <a:gdLst/>
              <a:ahLst/>
              <a:cxnLst>
                <a:cxn ang="0">
                  <a:pos x="31736" y="142312"/>
                </a:cxn>
                <a:cxn ang="0">
                  <a:pos x="170225" y="181124"/>
                </a:cxn>
                <a:cxn ang="0">
                  <a:pos x="328909" y="181124"/>
                </a:cxn>
                <a:cxn ang="0">
                  <a:pos x="289959" y="142312"/>
                </a:cxn>
                <a:cxn ang="0">
                  <a:pos x="181765" y="103499"/>
                </a:cxn>
                <a:cxn ang="0">
                  <a:pos x="82227" y="0"/>
                </a:cxn>
                <a:cxn ang="0">
                  <a:pos x="7212" y="14374"/>
                </a:cxn>
                <a:cxn ang="0">
                  <a:pos x="31736" y="142312"/>
                </a:cxn>
              </a:cxnLst>
              <a:rect l="0" t="0" r="0" b="0"/>
              <a:pathLst>
                <a:path w="241" h="127">
                  <a:moveTo>
                    <a:pt x="22" y="99"/>
                  </a:moveTo>
                  <a:cubicBezTo>
                    <a:pt x="22" y="99"/>
                    <a:pt x="75" y="127"/>
                    <a:pt x="118" y="126"/>
                  </a:cubicBezTo>
                  <a:lnTo>
                    <a:pt x="228" y="126"/>
                  </a:lnTo>
                  <a:cubicBezTo>
                    <a:pt x="228" y="126"/>
                    <a:pt x="241" y="99"/>
                    <a:pt x="201" y="99"/>
                  </a:cubicBezTo>
                  <a:cubicBezTo>
                    <a:pt x="201" y="99"/>
                    <a:pt x="168" y="99"/>
                    <a:pt x="126" y="72"/>
                  </a:cubicBezTo>
                  <a:cubicBezTo>
                    <a:pt x="83" y="45"/>
                    <a:pt x="57" y="0"/>
                    <a:pt x="57" y="0"/>
                  </a:cubicBezTo>
                  <a:lnTo>
                    <a:pt x="5" y="10"/>
                  </a:lnTo>
                  <a:cubicBezTo>
                    <a:pt x="5" y="10"/>
                    <a:pt x="0" y="69"/>
                    <a:pt x="22" y="99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7" name="Freeform 37"/>
            <p:cNvSpPr/>
            <p:nvPr/>
          </p:nvSpPr>
          <p:spPr>
            <a:xfrm>
              <a:off x="10563226" y="2703513"/>
              <a:ext cx="322263" cy="1371600"/>
            </a:xfrm>
            <a:custGeom>
              <a:avLst/>
              <a:gdLst/>
              <a:ahLst/>
              <a:cxnLst>
                <a:cxn ang="0">
                  <a:pos x="28773" y="1371600"/>
                </a:cxn>
                <a:cxn ang="0">
                  <a:pos x="130919" y="1341407"/>
                </a:cxn>
                <a:cxn ang="0">
                  <a:pos x="130919" y="1295400"/>
                </a:cxn>
                <a:cxn ang="0">
                  <a:pos x="107900" y="1255143"/>
                </a:cxn>
                <a:cxn ang="0">
                  <a:pos x="120848" y="1210573"/>
                </a:cxn>
                <a:cxn ang="0">
                  <a:pos x="100707" y="1173192"/>
                </a:cxn>
                <a:cxn ang="0">
                  <a:pos x="135235" y="1144437"/>
                </a:cxn>
                <a:cxn ang="0">
                  <a:pos x="116532" y="1078301"/>
                </a:cxn>
                <a:cxn ang="0">
                  <a:pos x="135235" y="960407"/>
                </a:cxn>
                <a:cxn ang="0">
                  <a:pos x="148183" y="881332"/>
                </a:cxn>
                <a:cxn ang="0">
                  <a:pos x="145306" y="869830"/>
                </a:cxn>
                <a:cxn ang="0">
                  <a:pos x="189904" y="833886"/>
                </a:cxn>
                <a:cxn ang="0">
                  <a:pos x="176956" y="783566"/>
                </a:cxn>
                <a:cxn ang="0">
                  <a:pos x="205730" y="723181"/>
                </a:cxn>
                <a:cxn ang="0">
                  <a:pos x="306437" y="224286"/>
                </a:cxn>
                <a:cxn ang="0">
                  <a:pos x="307876" y="0"/>
                </a:cxn>
                <a:cxn ang="0">
                  <a:pos x="205730" y="25879"/>
                </a:cxn>
                <a:cxn ang="0">
                  <a:pos x="145306" y="94890"/>
                </a:cxn>
                <a:cxn ang="0">
                  <a:pos x="44598" y="401128"/>
                </a:cxn>
                <a:cxn ang="0">
                  <a:pos x="57546" y="685800"/>
                </a:cxn>
                <a:cxn ang="0">
                  <a:pos x="10070" y="920150"/>
                </a:cxn>
                <a:cxn ang="0">
                  <a:pos x="10070" y="1263769"/>
                </a:cxn>
                <a:cxn ang="0">
                  <a:pos x="28773" y="1371600"/>
                </a:cxn>
              </a:cxnLst>
              <a:rect l="0" t="0" r="0" b="0"/>
              <a:pathLst>
                <a:path w="224" h="954">
                  <a:moveTo>
                    <a:pt x="20" y="954"/>
                  </a:moveTo>
                  <a:lnTo>
                    <a:pt x="91" y="933"/>
                  </a:lnTo>
                  <a:cubicBezTo>
                    <a:pt x="91" y="933"/>
                    <a:pt x="97" y="908"/>
                    <a:pt x="91" y="901"/>
                  </a:cubicBezTo>
                  <a:cubicBezTo>
                    <a:pt x="86" y="895"/>
                    <a:pt x="75" y="873"/>
                    <a:pt x="75" y="873"/>
                  </a:cubicBezTo>
                  <a:cubicBezTo>
                    <a:pt x="75" y="873"/>
                    <a:pt x="90" y="855"/>
                    <a:pt x="84" y="842"/>
                  </a:cubicBezTo>
                  <a:cubicBezTo>
                    <a:pt x="77" y="829"/>
                    <a:pt x="70" y="816"/>
                    <a:pt x="70" y="816"/>
                  </a:cubicBezTo>
                  <a:lnTo>
                    <a:pt x="94" y="796"/>
                  </a:lnTo>
                  <a:cubicBezTo>
                    <a:pt x="94" y="796"/>
                    <a:pt x="79" y="761"/>
                    <a:pt x="81" y="750"/>
                  </a:cubicBezTo>
                  <a:cubicBezTo>
                    <a:pt x="84" y="739"/>
                    <a:pt x="94" y="668"/>
                    <a:pt x="94" y="668"/>
                  </a:cubicBezTo>
                  <a:cubicBezTo>
                    <a:pt x="94" y="668"/>
                    <a:pt x="106" y="622"/>
                    <a:pt x="103" y="613"/>
                  </a:cubicBezTo>
                  <a:lnTo>
                    <a:pt x="101" y="605"/>
                  </a:lnTo>
                  <a:lnTo>
                    <a:pt x="132" y="580"/>
                  </a:lnTo>
                  <a:lnTo>
                    <a:pt x="123" y="545"/>
                  </a:lnTo>
                  <a:lnTo>
                    <a:pt x="143" y="503"/>
                  </a:lnTo>
                  <a:cubicBezTo>
                    <a:pt x="143" y="503"/>
                    <a:pt x="224" y="174"/>
                    <a:pt x="213" y="156"/>
                  </a:cubicBezTo>
                  <a:cubicBezTo>
                    <a:pt x="202" y="139"/>
                    <a:pt x="214" y="0"/>
                    <a:pt x="214" y="0"/>
                  </a:cubicBezTo>
                  <a:lnTo>
                    <a:pt x="143" y="18"/>
                  </a:lnTo>
                  <a:cubicBezTo>
                    <a:pt x="143" y="18"/>
                    <a:pt x="103" y="53"/>
                    <a:pt x="101" y="66"/>
                  </a:cubicBezTo>
                  <a:cubicBezTo>
                    <a:pt x="99" y="79"/>
                    <a:pt x="31" y="279"/>
                    <a:pt x="31" y="279"/>
                  </a:cubicBezTo>
                  <a:lnTo>
                    <a:pt x="40" y="477"/>
                  </a:lnTo>
                  <a:lnTo>
                    <a:pt x="7" y="640"/>
                  </a:lnTo>
                  <a:cubicBezTo>
                    <a:pt x="7" y="640"/>
                    <a:pt x="13" y="873"/>
                    <a:pt x="7" y="879"/>
                  </a:cubicBezTo>
                  <a:cubicBezTo>
                    <a:pt x="0" y="886"/>
                    <a:pt x="20" y="954"/>
                    <a:pt x="20" y="954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8" name="Freeform 38"/>
            <p:cNvSpPr/>
            <p:nvPr/>
          </p:nvSpPr>
          <p:spPr>
            <a:xfrm>
              <a:off x="10563226" y="2703513"/>
              <a:ext cx="307975" cy="1371600"/>
            </a:xfrm>
            <a:custGeom>
              <a:avLst/>
              <a:gdLst/>
              <a:ahLst/>
              <a:cxnLst>
                <a:cxn ang="0">
                  <a:pos x="307975" y="0"/>
                </a:cxn>
                <a:cxn ang="0">
                  <a:pos x="205796" y="25879"/>
                </a:cxn>
                <a:cxn ang="0">
                  <a:pos x="145352" y="94890"/>
                </a:cxn>
                <a:cxn ang="0">
                  <a:pos x="44613" y="401128"/>
                </a:cxn>
                <a:cxn ang="0">
                  <a:pos x="57565" y="685800"/>
                </a:cxn>
                <a:cxn ang="0">
                  <a:pos x="10073" y="920150"/>
                </a:cxn>
                <a:cxn ang="0">
                  <a:pos x="10073" y="1263769"/>
                </a:cxn>
                <a:cxn ang="0">
                  <a:pos x="28782" y="1371600"/>
                </a:cxn>
                <a:cxn ang="0">
                  <a:pos x="130961" y="1341407"/>
                </a:cxn>
                <a:cxn ang="0">
                  <a:pos x="133839" y="1321279"/>
                </a:cxn>
                <a:cxn ang="0">
                  <a:pos x="89226" y="1275271"/>
                </a:cxn>
                <a:cxn ang="0">
                  <a:pos x="109374" y="1258018"/>
                </a:cxn>
                <a:cxn ang="0">
                  <a:pos x="107935" y="1255143"/>
                </a:cxn>
                <a:cxn ang="0">
                  <a:pos x="122326" y="1227826"/>
                </a:cxn>
                <a:cxn ang="0">
                  <a:pos x="79152" y="1164566"/>
                </a:cxn>
                <a:cxn ang="0">
                  <a:pos x="105056" y="1170316"/>
                </a:cxn>
                <a:cxn ang="0">
                  <a:pos x="135278" y="1144437"/>
                </a:cxn>
                <a:cxn ang="0">
                  <a:pos x="133839" y="1141562"/>
                </a:cxn>
                <a:cxn ang="0">
                  <a:pos x="79152" y="1111369"/>
                </a:cxn>
                <a:cxn ang="0">
                  <a:pos x="57565" y="1029418"/>
                </a:cxn>
                <a:cxn ang="0">
                  <a:pos x="118009" y="1088366"/>
                </a:cxn>
                <a:cxn ang="0">
                  <a:pos x="94982" y="970471"/>
                </a:cxn>
                <a:cxn ang="0">
                  <a:pos x="125204" y="1026543"/>
                </a:cxn>
                <a:cxn ang="0">
                  <a:pos x="133839" y="964720"/>
                </a:cxn>
                <a:cxn ang="0">
                  <a:pos x="94982" y="874143"/>
                </a:cxn>
                <a:cxn ang="0">
                  <a:pos x="112252" y="802256"/>
                </a:cxn>
                <a:cxn ang="0">
                  <a:pos x="152548" y="862641"/>
                </a:cxn>
                <a:cxn ang="0">
                  <a:pos x="189965" y="833886"/>
                </a:cxn>
                <a:cxn ang="0">
                  <a:pos x="112252" y="746184"/>
                </a:cxn>
                <a:cxn ang="0">
                  <a:pos x="133839" y="705928"/>
                </a:cxn>
                <a:cxn ang="0">
                  <a:pos x="201478" y="733245"/>
                </a:cxn>
                <a:cxn ang="0">
                  <a:pos x="205796" y="724618"/>
                </a:cxn>
                <a:cxn ang="0">
                  <a:pos x="135278" y="644105"/>
                </a:cxn>
                <a:cxn ang="0">
                  <a:pos x="205796" y="424132"/>
                </a:cxn>
                <a:cxn ang="0">
                  <a:pos x="305096" y="219973"/>
                </a:cxn>
                <a:cxn ang="0">
                  <a:pos x="307975" y="0"/>
                </a:cxn>
              </a:cxnLst>
              <a:rect l="0" t="0" r="0" b="0"/>
              <a:pathLst>
                <a:path w="214" h="954">
                  <a:moveTo>
                    <a:pt x="214" y="0"/>
                  </a:moveTo>
                  <a:lnTo>
                    <a:pt x="143" y="18"/>
                  </a:lnTo>
                  <a:cubicBezTo>
                    <a:pt x="143" y="18"/>
                    <a:pt x="103" y="53"/>
                    <a:pt x="101" y="66"/>
                  </a:cubicBezTo>
                  <a:cubicBezTo>
                    <a:pt x="99" y="79"/>
                    <a:pt x="31" y="279"/>
                    <a:pt x="31" y="279"/>
                  </a:cubicBezTo>
                  <a:lnTo>
                    <a:pt x="40" y="477"/>
                  </a:lnTo>
                  <a:lnTo>
                    <a:pt x="7" y="640"/>
                  </a:lnTo>
                  <a:cubicBezTo>
                    <a:pt x="7" y="640"/>
                    <a:pt x="13" y="873"/>
                    <a:pt x="7" y="879"/>
                  </a:cubicBezTo>
                  <a:cubicBezTo>
                    <a:pt x="0" y="886"/>
                    <a:pt x="20" y="954"/>
                    <a:pt x="20" y="954"/>
                  </a:cubicBezTo>
                  <a:lnTo>
                    <a:pt x="91" y="933"/>
                  </a:lnTo>
                  <a:cubicBezTo>
                    <a:pt x="91" y="933"/>
                    <a:pt x="93" y="926"/>
                    <a:pt x="93" y="919"/>
                  </a:cubicBezTo>
                  <a:cubicBezTo>
                    <a:pt x="72" y="906"/>
                    <a:pt x="54" y="893"/>
                    <a:pt x="62" y="887"/>
                  </a:cubicBezTo>
                  <a:cubicBezTo>
                    <a:pt x="66" y="884"/>
                    <a:pt x="71" y="880"/>
                    <a:pt x="76" y="875"/>
                  </a:cubicBezTo>
                  <a:cubicBezTo>
                    <a:pt x="75" y="874"/>
                    <a:pt x="75" y="873"/>
                    <a:pt x="75" y="873"/>
                  </a:cubicBezTo>
                  <a:cubicBezTo>
                    <a:pt x="75" y="873"/>
                    <a:pt x="83" y="864"/>
                    <a:pt x="85" y="854"/>
                  </a:cubicBezTo>
                  <a:cubicBezTo>
                    <a:pt x="29" y="866"/>
                    <a:pt x="55" y="810"/>
                    <a:pt x="55" y="810"/>
                  </a:cubicBezTo>
                  <a:cubicBezTo>
                    <a:pt x="58" y="811"/>
                    <a:pt x="65" y="813"/>
                    <a:pt x="73" y="814"/>
                  </a:cubicBezTo>
                  <a:lnTo>
                    <a:pt x="94" y="796"/>
                  </a:lnTo>
                  <a:cubicBezTo>
                    <a:pt x="94" y="796"/>
                    <a:pt x="93" y="795"/>
                    <a:pt x="93" y="794"/>
                  </a:cubicBezTo>
                  <a:cubicBezTo>
                    <a:pt x="78" y="788"/>
                    <a:pt x="62" y="781"/>
                    <a:pt x="55" y="773"/>
                  </a:cubicBezTo>
                  <a:cubicBezTo>
                    <a:pt x="39" y="757"/>
                    <a:pt x="40" y="716"/>
                    <a:pt x="40" y="716"/>
                  </a:cubicBezTo>
                  <a:cubicBezTo>
                    <a:pt x="49" y="739"/>
                    <a:pt x="82" y="757"/>
                    <a:pt x="82" y="757"/>
                  </a:cubicBezTo>
                  <a:lnTo>
                    <a:pt x="66" y="675"/>
                  </a:lnTo>
                  <a:lnTo>
                    <a:pt x="87" y="714"/>
                  </a:lnTo>
                  <a:cubicBezTo>
                    <a:pt x="90" y="696"/>
                    <a:pt x="92" y="677"/>
                    <a:pt x="93" y="671"/>
                  </a:cubicBezTo>
                  <a:cubicBezTo>
                    <a:pt x="81" y="645"/>
                    <a:pt x="69" y="618"/>
                    <a:pt x="66" y="608"/>
                  </a:cubicBezTo>
                  <a:cubicBezTo>
                    <a:pt x="62" y="588"/>
                    <a:pt x="78" y="558"/>
                    <a:pt x="78" y="558"/>
                  </a:cubicBezTo>
                  <a:cubicBezTo>
                    <a:pt x="85" y="576"/>
                    <a:pt x="96" y="590"/>
                    <a:pt x="106" y="600"/>
                  </a:cubicBezTo>
                  <a:lnTo>
                    <a:pt x="132" y="580"/>
                  </a:lnTo>
                  <a:lnTo>
                    <a:pt x="78" y="519"/>
                  </a:lnTo>
                  <a:lnTo>
                    <a:pt x="93" y="491"/>
                  </a:lnTo>
                  <a:cubicBezTo>
                    <a:pt x="102" y="488"/>
                    <a:pt x="125" y="500"/>
                    <a:pt x="140" y="510"/>
                  </a:cubicBezTo>
                  <a:lnTo>
                    <a:pt x="143" y="504"/>
                  </a:lnTo>
                  <a:lnTo>
                    <a:pt x="94" y="448"/>
                  </a:lnTo>
                  <a:cubicBezTo>
                    <a:pt x="85" y="416"/>
                    <a:pt x="133" y="318"/>
                    <a:pt x="143" y="295"/>
                  </a:cubicBezTo>
                  <a:cubicBezTo>
                    <a:pt x="149" y="282"/>
                    <a:pt x="183" y="213"/>
                    <a:pt x="212" y="153"/>
                  </a:cubicBezTo>
                  <a:cubicBezTo>
                    <a:pt x="203" y="125"/>
                    <a:pt x="214" y="0"/>
                    <a:pt x="214" y="0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9" name="Freeform 39"/>
            <p:cNvSpPr/>
            <p:nvPr/>
          </p:nvSpPr>
          <p:spPr>
            <a:xfrm>
              <a:off x="10394951" y="2676525"/>
              <a:ext cx="438150" cy="1462087"/>
            </a:xfrm>
            <a:custGeom>
              <a:avLst/>
              <a:gdLst/>
              <a:ahLst/>
              <a:cxnLst>
                <a:cxn ang="0">
                  <a:pos x="50444" y="1244788"/>
                </a:cxn>
                <a:cxn ang="0">
                  <a:pos x="87918" y="1462087"/>
                </a:cxn>
                <a:cxn ang="0">
                  <a:pos x="174395" y="1462087"/>
                </a:cxn>
                <a:cxn ang="0">
                  <a:pos x="236370" y="1421793"/>
                </a:cxn>
                <a:cxn ang="0">
                  <a:pos x="236370" y="1316741"/>
                </a:cxn>
                <a:cxn ang="0">
                  <a:pos x="211868" y="1231837"/>
                </a:cxn>
                <a:cxn ang="0">
                  <a:pos x="211868" y="1086491"/>
                </a:cxn>
                <a:cxn ang="0">
                  <a:pos x="230605" y="844729"/>
                </a:cxn>
                <a:cxn ang="0">
                  <a:pos x="265196" y="712335"/>
                </a:cxn>
                <a:cxn ang="0">
                  <a:pos x="265196" y="554038"/>
                </a:cxn>
                <a:cxn ang="0">
                  <a:pos x="325729" y="418767"/>
                </a:cxn>
                <a:cxn ang="0">
                  <a:pos x="407883" y="155418"/>
                </a:cxn>
                <a:cxn ang="0">
                  <a:pos x="438150" y="35976"/>
                </a:cxn>
                <a:cxn ang="0">
                  <a:pos x="255107" y="7195"/>
                </a:cxn>
                <a:cxn ang="0">
                  <a:pos x="72064" y="7195"/>
                </a:cxn>
                <a:cxn ang="0">
                  <a:pos x="18736" y="233128"/>
                </a:cxn>
                <a:cxn ang="0">
                  <a:pos x="37473" y="405815"/>
                </a:cxn>
                <a:cxn ang="0">
                  <a:pos x="43238" y="497915"/>
                </a:cxn>
                <a:cxn ang="0">
                  <a:pos x="56210" y="646138"/>
                </a:cxn>
                <a:cxn ang="0">
                  <a:pos x="17295" y="749751"/>
                </a:cxn>
                <a:cxn ang="0">
                  <a:pos x="14412" y="1060588"/>
                </a:cxn>
                <a:cxn ang="0">
                  <a:pos x="50444" y="1244788"/>
                </a:cxn>
              </a:cxnLst>
              <a:rect l="0" t="0" r="0" b="0"/>
              <a:pathLst>
                <a:path w="304" h="1016">
                  <a:moveTo>
                    <a:pt x="35" y="865"/>
                  </a:moveTo>
                  <a:cubicBezTo>
                    <a:pt x="35" y="865"/>
                    <a:pt x="17" y="989"/>
                    <a:pt x="61" y="1016"/>
                  </a:cubicBezTo>
                  <a:lnTo>
                    <a:pt x="121" y="1016"/>
                  </a:lnTo>
                  <a:lnTo>
                    <a:pt x="164" y="988"/>
                  </a:lnTo>
                  <a:cubicBezTo>
                    <a:pt x="164" y="988"/>
                    <a:pt x="183" y="937"/>
                    <a:pt x="164" y="915"/>
                  </a:cubicBezTo>
                  <a:cubicBezTo>
                    <a:pt x="145" y="893"/>
                    <a:pt x="147" y="856"/>
                    <a:pt x="147" y="856"/>
                  </a:cubicBezTo>
                  <a:lnTo>
                    <a:pt x="147" y="755"/>
                  </a:lnTo>
                  <a:cubicBezTo>
                    <a:pt x="147" y="755"/>
                    <a:pt x="145" y="645"/>
                    <a:pt x="160" y="587"/>
                  </a:cubicBezTo>
                  <a:cubicBezTo>
                    <a:pt x="175" y="530"/>
                    <a:pt x="184" y="495"/>
                    <a:pt x="184" y="495"/>
                  </a:cubicBezTo>
                  <a:cubicBezTo>
                    <a:pt x="184" y="495"/>
                    <a:pt x="180" y="398"/>
                    <a:pt x="184" y="385"/>
                  </a:cubicBezTo>
                  <a:cubicBezTo>
                    <a:pt x="189" y="372"/>
                    <a:pt x="226" y="302"/>
                    <a:pt x="226" y="291"/>
                  </a:cubicBezTo>
                  <a:cubicBezTo>
                    <a:pt x="226" y="280"/>
                    <a:pt x="274" y="119"/>
                    <a:pt x="283" y="108"/>
                  </a:cubicBezTo>
                  <a:cubicBezTo>
                    <a:pt x="292" y="97"/>
                    <a:pt x="304" y="25"/>
                    <a:pt x="304" y="25"/>
                  </a:cubicBezTo>
                  <a:cubicBezTo>
                    <a:pt x="304" y="25"/>
                    <a:pt x="185" y="9"/>
                    <a:pt x="177" y="5"/>
                  </a:cubicBezTo>
                  <a:cubicBezTo>
                    <a:pt x="169" y="0"/>
                    <a:pt x="50" y="5"/>
                    <a:pt x="50" y="5"/>
                  </a:cubicBezTo>
                  <a:cubicBezTo>
                    <a:pt x="50" y="5"/>
                    <a:pt x="6" y="135"/>
                    <a:pt x="13" y="162"/>
                  </a:cubicBezTo>
                  <a:cubicBezTo>
                    <a:pt x="19" y="189"/>
                    <a:pt x="33" y="264"/>
                    <a:pt x="26" y="282"/>
                  </a:cubicBezTo>
                  <a:cubicBezTo>
                    <a:pt x="19" y="299"/>
                    <a:pt x="30" y="346"/>
                    <a:pt x="30" y="346"/>
                  </a:cubicBezTo>
                  <a:cubicBezTo>
                    <a:pt x="30" y="346"/>
                    <a:pt x="37" y="436"/>
                    <a:pt x="39" y="449"/>
                  </a:cubicBezTo>
                  <a:cubicBezTo>
                    <a:pt x="41" y="462"/>
                    <a:pt x="0" y="497"/>
                    <a:pt x="12" y="521"/>
                  </a:cubicBezTo>
                  <a:cubicBezTo>
                    <a:pt x="24" y="546"/>
                    <a:pt x="3" y="719"/>
                    <a:pt x="10" y="737"/>
                  </a:cubicBezTo>
                  <a:cubicBezTo>
                    <a:pt x="17" y="755"/>
                    <a:pt x="35" y="865"/>
                    <a:pt x="35" y="865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0" name="Freeform 40"/>
            <p:cNvSpPr/>
            <p:nvPr/>
          </p:nvSpPr>
          <p:spPr>
            <a:xfrm>
              <a:off x="10396538" y="3327400"/>
              <a:ext cx="238125" cy="811212"/>
            </a:xfrm>
            <a:custGeom>
              <a:avLst/>
              <a:gdLst/>
              <a:ahLst/>
              <a:cxnLst>
                <a:cxn ang="0">
                  <a:pos x="238125" y="81984"/>
                </a:cxn>
                <a:cxn ang="0">
                  <a:pos x="54840" y="0"/>
                </a:cxn>
                <a:cxn ang="0">
                  <a:pos x="15875" y="99244"/>
                </a:cxn>
                <a:cxn ang="0">
                  <a:pos x="11545" y="401291"/>
                </a:cxn>
                <a:cxn ang="0">
                  <a:pos x="11545" y="404167"/>
                </a:cxn>
                <a:cxn ang="0">
                  <a:pos x="11545" y="405606"/>
                </a:cxn>
                <a:cxn ang="0">
                  <a:pos x="11545" y="407044"/>
                </a:cxn>
                <a:cxn ang="0">
                  <a:pos x="12988" y="409920"/>
                </a:cxn>
                <a:cxn ang="0">
                  <a:pos x="49068" y="594025"/>
                </a:cxn>
                <a:cxn ang="0">
                  <a:pos x="80818" y="806897"/>
                </a:cxn>
                <a:cxn ang="0">
                  <a:pos x="82261" y="805458"/>
                </a:cxn>
                <a:cxn ang="0">
                  <a:pos x="86590" y="811212"/>
                </a:cxn>
                <a:cxn ang="0">
                  <a:pos x="173181" y="811212"/>
                </a:cxn>
                <a:cxn ang="0">
                  <a:pos x="229465" y="775254"/>
                </a:cxn>
                <a:cxn ang="0">
                  <a:pos x="199159" y="724912"/>
                </a:cxn>
                <a:cxn ang="0">
                  <a:pos x="106795" y="724912"/>
                </a:cxn>
                <a:cxn ang="0">
                  <a:pos x="235238" y="665941"/>
                </a:cxn>
                <a:cxn ang="0">
                  <a:pos x="72159" y="688954"/>
                </a:cxn>
                <a:cxn ang="0">
                  <a:pos x="73602" y="595464"/>
                </a:cxn>
                <a:cxn ang="0">
                  <a:pos x="134215" y="632860"/>
                </a:cxn>
                <a:cxn ang="0">
                  <a:pos x="76488" y="533616"/>
                </a:cxn>
                <a:cxn ang="0">
                  <a:pos x="134215" y="546561"/>
                </a:cxn>
                <a:cxn ang="0">
                  <a:pos x="73602" y="487590"/>
                </a:cxn>
                <a:cxn ang="0">
                  <a:pos x="134215" y="425742"/>
                </a:cxn>
                <a:cxn ang="0">
                  <a:pos x="114011" y="349511"/>
                </a:cxn>
                <a:cxn ang="0">
                  <a:pos x="57727" y="336566"/>
                </a:cxn>
                <a:cxn ang="0">
                  <a:pos x="60613" y="323621"/>
                </a:cxn>
                <a:cxn ang="0">
                  <a:pos x="134215" y="221501"/>
                </a:cxn>
                <a:cxn ang="0">
                  <a:pos x="53397" y="221501"/>
                </a:cxn>
                <a:cxn ang="0">
                  <a:pos x="155863" y="158215"/>
                </a:cxn>
                <a:cxn ang="0">
                  <a:pos x="129886" y="142393"/>
                </a:cxn>
                <a:cxn ang="0">
                  <a:pos x="53397" y="129448"/>
                </a:cxn>
                <a:cxn ang="0">
                  <a:pos x="106795" y="116503"/>
                </a:cxn>
                <a:cxn ang="0">
                  <a:pos x="57727" y="81984"/>
                </a:cxn>
                <a:cxn ang="0">
                  <a:pos x="238125" y="81984"/>
                </a:cxn>
              </a:cxnLst>
              <a:rect l="0" t="0" r="0" b="0"/>
              <a:pathLst>
                <a:path w="165" h="564">
                  <a:moveTo>
                    <a:pt x="165" y="57"/>
                  </a:moveTo>
                  <a:cubicBezTo>
                    <a:pt x="148" y="40"/>
                    <a:pt x="82" y="15"/>
                    <a:pt x="38" y="0"/>
                  </a:cubicBezTo>
                  <a:cubicBezTo>
                    <a:pt x="34" y="15"/>
                    <a:pt x="0" y="47"/>
                    <a:pt x="11" y="69"/>
                  </a:cubicBezTo>
                  <a:cubicBezTo>
                    <a:pt x="22" y="92"/>
                    <a:pt x="5" y="243"/>
                    <a:pt x="8" y="279"/>
                  </a:cubicBezTo>
                  <a:cubicBezTo>
                    <a:pt x="8" y="279"/>
                    <a:pt x="8" y="280"/>
                    <a:pt x="8" y="281"/>
                  </a:cubicBezTo>
                  <a:cubicBezTo>
                    <a:pt x="8" y="281"/>
                    <a:pt x="8" y="282"/>
                    <a:pt x="8" y="282"/>
                  </a:cubicBezTo>
                  <a:cubicBezTo>
                    <a:pt x="8" y="283"/>
                    <a:pt x="8" y="283"/>
                    <a:pt x="8" y="283"/>
                  </a:cubicBezTo>
                  <a:cubicBezTo>
                    <a:pt x="9" y="284"/>
                    <a:pt x="9" y="284"/>
                    <a:pt x="9" y="285"/>
                  </a:cubicBezTo>
                  <a:cubicBezTo>
                    <a:pt x="16" y="303"/>
                    <a:pt x="34" y="413"/>
                    <a:pt x="34" y="413"/>
                  </a:cubicBezTo>
                  <a:cubicBezTo>
                    <a:pt x="34" y="413"/>
                    <a:pt x="17" y="530"/>
                    <a:pt x="56" y="561"/>
                  </a:cubicBezTo>
                  <a:lnTo>
                    <a:pt x="57" y="560"/>
                  </a:lnTo>
                  <a:cubicBezTo>
                    <a:pt x="58" y="561"/>
                    <a:pt x="59" y="563"/>
                    <a:pt x="60" y="564"/>
                  </a:cubicBezTo>
                  <a:lnTo>
                    <a:pt x="120" y="564"/>
                  </a:lnTo>
                  <a:lnTo>
                    <a:pt x="159" y="539"/>
                  </a:lnTo>
                  <a:cubicBezTo>
                    <a:pt x="148" y="521"/>
                    <a:pt x="138" y="504"/>
                    <a:pt x="138" y="504"/>
                  </a:cubicBezTo>
                  <a:lnTo>
                    <a:pt x="74" y="504"/>
                  </a:lnTo>
                  <a:cubicBezTo>
                    <a:pt x="79" y="471"/>
                    <a:pt x="163" y="463"/>
                    <a:pt x="163" y="463"/>
                  </a:cubicBezTo>
                  <a:cubicBezTo>
                    <a:pt x="150" y="443"/>
                    <a:pt x="81" y="467"/>
                    <a:pt x="50" y="479"/>
                  </a:cubicBezTo>
                  <a:cubicBezTo>
                    <a:pt x="41" y="463"/>
                    <a:pt x="48" y="429"/>
                    <a:pt x="51" y="414"/>
                  </a:cubicBezTo>
                  <a:cubicBezTo>
                    <a:pt x="71" y="417"/>
                    <a:pt x="93" y="440"/>
                    <a:pt x="93" y="440"/>
                  </a:cubicBezTo>
                  <a:lnTo>
                    <a:pt x="53" y="371"/>
                  </a:lnTo>
                  <a:cubicBezTo>
                    <a:pt x="49" y="357"/>
                    <a:pt x="93" y="380"/>
                    <a:pt x="93" y="380"/>
                  </a:cubicBezTo>
                  <a:lnTo>
                    <a:pt x="51" y="339"/>
                  </a:lnTo>
                  <a:cubicBezTo>
                    <a:pt x="51" y="339"/>
                    <a:pt x="76" y="325"/>
                    <a:pt x="93" y="296"/>
                  </a:cubicBezTo>
                  <a:cubicBezTo>
                    <a:pt x="110" y="266"/>
                    <a:pt x="79" y="243"/>
                    <a:pt x="79" y="243"/>
                  </a:cubicBezTo>
                  <a:cubicBezTo>
                    <a:pt x="79" y="243"/>
                    <a:pt x="30" y="277"/>
                    <a:pt x="40" y="234"/>
                  </a:cubicBezTo>
                  <a:cubicBezTo>
                    <a:pt x="40" y="231"/>
                    <a:pt x="41" y="228"/>
                    <a:pt x="42" y="225"/>
                  </a:cubicBezTo>
                  <a:cubicBezTo>
                    <a:pt x="54" y="186"/>
                    <a:pt x="93" y="154"/>
                    <a:pt x="93" y="154"/>
                  </a:cubicBezTo>
                  <a:lnTo>
                    <a:pt x="37" y="154"/>
                  </a:lnTo>
                  <a:cubicBezTo>
                    <a:pt x="49" y="122"/>
                    <a:pt x="124" y="129"/>
                    <a:pt x="108" y="110"/>
                  </a:cubicBezTo>
                  <a:cubicBezTo>
                    <a:pt x="104" y="106"/>
                    <a:pt x="98" y="102"/>
                    <a:pt x="90" y="99"/>
                  </a:cubicBezTo>
                  <a:cubicBezTo>
                    <a:pt x="68" y="91"/>
                    <a:pt x="37" y="90"/>
                    <a:pt x="37" y="90"/>
                  </a:cubicBezTo>
                  <a:lnTo>
                    <a:pt x="74" y="81"/>
                  </a:lnTo>
                  <a:lnTo>
                    <a:pt x="40" y="57"/>
                  </a:lnTo>
                  <a:cubicBezTo>
                    <a:pt x="68" y="45"/>
                    <a:pt x="165" y="57"/>
                    <a:pt x="165" y="57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1" name="Freeform 41"/>
            <p:cNvSpPr/>
            <p:nvPr/>
          </p:nvSpPr>
          <p:spPr>
            <a:xfrm>
              <a:off x="10380663" y="2678113"/>
              <a:ext cx="452438" cy="608012"/>
            </a:xfrm>
            <a:custGeom>
              <a:avLst/>
              <a:gdLst/>
              <a:ahLst/>
              <a:cxnLst>
                <a:cxn ang="0">
                  <a:pos x="269445" y="5763"/>
                </a:cxn>
                <a:cxn ang="0">
                  <a:pos x="86453" y="5763"/>
                </a:cxn>
                <a:cxn ang="0">
                  <a:pos x="10086" y="210354"/>
                </a:cxn>
                <a:cxn ang="0">
                  <a:pos x="12967" y="384690"/>
                </a:cxn>
                <a:cxn ang="0">
                  <a:pos x="25935" y="502834"/>
                </a:cxn>
                <a:cxn ang="0">
                  <a:pos x="66280" y="608012"/>
                </a:cxn>
                <a:cxn ang="0">
                  <a:pos x="149852" y="485545"/>
                </a:cxn>
                <a:cxn ang="0">
                  <a:pos x="89334" y="508597"/>
                </a:cxn>
                <a:cxn ang="0">
                  <a:pos x="128238" y="301124"/>
                </a:cxn>
                <a:cxn ang="0">
                  <a:pos x="149852" y="142637"/>
                </a:cxn>
                <a:cxn ang="0">
                  <a:pos x="340048" y="142637"/>
                </a:cxn>
                <a:cxn ang="0">
                  <a:pos x="414974" y="171453"/>
                </a:cxn>
                <a:cxn ang="0">
                  <a:pos x="422179" y="154164"/>
                </a:cxn>
                <a:cxn ang="0">
                  <a:pos x="452438" y="34578"/>
                </a:cxn>
                <a:cxn ang="0">
                  <a:pos x="269445" y="5763"/>
                </a:cxn>
              </a:cxnLst>
              <a:rect l="0" t="0" r="0" b="0"/>
              <a:pathLst>
                <a:path w="314" h="422">
                  <a:moveTo>
                    <a:pt x="187" y="4"/>
                  </a:moveTo>
                  <a:cubicBezTo>
                    <a:pt x="179" y="0"/>
                    <a:pt x="60" y="4"/>
                    <a:pt x="60" y="4"/>
                  </a:cubicBezTo>
                  <a:cubicBezTo>
                    <a:pt x="60" y="4"/>
                    <a:pt x="0" y="119"/>
                    <a:pt x="7" y="146"/>
                  </a:cubicBezTo>
                  <a:cubicBezTo>
                    <a:pt x="13" y="173"/>
                    <a:pt x="15" y="250"/>
                    <a:pt x="9" y="267"/>
                  </a:cubicBezTo>
                  <a:cubicBezTo>
                    <a:pt x="2" y="285"/>
                    <a:pt x="18" y="349"/>
                    <a:pt x="18" y="349"/>
                  </a:cubicBezTo>
                  <a:cubicBezTo>
                    <a:pt x="18" y="349"/>
                    <a:pt x="44" y="391"/>
                    <a:pt x="46" y="422"/>
                  </a:cubicBezTo>
                  <a:cubicBezTo>
                    <a:pt x="79" y="388"/>
                    <a:pt x="104" y="337"/>
                    <a:pt x="104" y="337"/>
                  </a:cubicBezTo>
                  <a:cubicBezTo>
                    <a:pt x="91" y="346"/>
                    <a:pt x="62" y="353"/>
                    <a:pt x="62" y="353"/>
                  </a:cubicBezTo>
                  <a:cubicBezTo>
                    <a:pt x="65" y="321"/>
                    <a:pt x="89" y="209"/>
                    <a:pt x="89" y="209"/>
                  </a:cubicBezTo>
                  <a:cubicBezTo>
                    <a:pt x="89" y="209"/>
                    <a:pt x="202" y="129"/>
                    <a:pt x="104" y="99"/>
                  </a:cubicBezTo>
                  <a:cubicBezTo>
                    <a:pt x="114" y="60"/>
                    <a:pt x="236" y="99"/>
                    <a:pt x="236" y="99"/>
                  </a:cubicBezTo>
                  <a:lnTo>
                    <a:pt x="288" y="119"/>
                  </a:lnTo>
                  <a:cubicBezTo>
                    <a:pt x="290" y="113"/>
                    <a:pt x="292" y="109"/>
                    <a:pt x="293" y="107"/>
                  </a:cubicBezTo>
                  <a:cubicBezTo>
                    <a:pt x="302" y="96"/>
                    <a:pt x="314" y="24"/>
                    <a:pt x="314" y="24"/>
                  </a:cubicBezTo>
                  <a:cubicBezTo>
                    <a:pt x="314" y="24"/>
                    <a:pt x="195" y="8"/>
                    <a:pt x="187" y="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2" name="Freeform 42"/>
            <p:cNvSpPr/>
            <p:nvPr/>
          </p:nvSpPr>
          <p:spPr>
            <a:xfrm>
              <a:off x="10531476" y="2614613"/>
              <a:ext cx="339725" cy="120650"/>
            </a:xfrm>
            <a:custGeom>
              <a:avLst/>
              <a:gdLst/>
              <a:ahLst/>
              <a:cxnLst>
                <a:cxn ang="0">
                  <a:pos x="0" y="56690"/>
                </a:cxn>
                <a:cxn ang="0">
                  <a:pos x="274946" y="117742"/>
                </a:cxn>
                <a:cxn ang="0">
                  <a:pos x="339725" y="88670"/>
                </a:cxn>
                <a:cxn ang="0">
                  <a:pos x="331087" y="24711"/>
                </a:cxn>
                <a:cxn ang="0">
                  <a:pos x="12955" y="0"/>
                </a:cxn>
                <a:cxn ang="0">
                  <a:pos x="0" y="56690"/>
                </a:cxn>
              </a:cxnLst>
              <a:rect l="0" t="0" r="0" b="0"/>
              <a:pathLst>
                <a:path w="236" h="83">
                  <a:moveTo>
                    <a:pt x="0" y="39"/>
                  </a:moveTo>
                  <a:cubicBezTo>
                    <a:pt x="0" y="39"/>
                    <a:pt x="136" y="83"/>
                    <a:pt x="191" y="81"/>
                  </a:cubicBezTo>
                  <a:lnTo>
                    <a:pt x="236" y="61"/>
                  </a:lnTo>
                  <a:lnTo>
                    <a:pt x="230" y="17"/>
                  </a:lnTo>
                  <a:lnTo>
                    <a:pt x="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3" name="Freeform 43"/>
            <p:cNvSpPr/>
            <p:nvPr/>
          </p:nvSpPr>
          <p:spPr>
            <a:xfrm>
              <a:off x="10555288" y="1828800"/>
              <a:ext cx="309563" cy="857250"/>
            </a:xfrm>
            <a:custGeom>
              <a:avLst/>
              <a:gdLst/>
              <a:ahLst/>
              <a:cxnLst>
                <a:cxn ang="0">
                  <a:pos x="2879" y="768072"/>
                </a:cxn>
                <a:cxn ang="0">
                  <a:pos x="102227" y="842866"/>
                </a:cxn>
                <a:cxn ang="0">
                  <a:pos x="309563" y="828483"/>
                </a:cxn>
                <a:cxn ang="0">
                  <a:pos x="277886" y="558075"/>
                </a:cxn>
                <a:cxn ang="0">
                  <a:pos x="293724" y="384036"/>
                </a:cxn>
                <a:cxn ang="0">
                  <a:pos x="214534" y="159655"/>
                </a:cxn>
                <a:cxn ang="0">
                  <a:pos x="203015" y="46026"/>
                </a:cxn>
                <a:cxn ang="0">
                  <a:pos x="177098" y="113628"/>
                </a:cxn>
                <a:cxn ang="0">
                  <a:pos x="35995" y="0"/>
                </a:cxn>
                <a:cxn ang="0">
                  <a:pos x="2879" y="40273"/>
                </a:cxn>
                <a:cxn ang="0">
                  <a:pos x="2879" y="768072"/>
                </a:cxn>
              </a:cxnLst>
              <a:rect l="0" t="0" r="0" b="0"/>
              <a:pathLst>
                <a:path w="215" h="596">
                  <a:moveTo>
                    <a:pt x="2" y="534"/>
                  </a:moveTo>
                  <a:cubicBezTo>
                    <a:pt x="2" y="534"/>
                    <a:pt x="0" y="576"/>
                    <a:pt x="71" y="586"/>
                  </a:cubicBezTo>
                  <a:cubicBezTo>
                    <a:pt x="141" y="596"/>
                    <a:pt x="200" y="596"/>
                    <a:pt x="215" y="576"/>
                  </a:cubicBezTo>
                  <a:lnTo>
                    <a:pt x="193" y="388"/>
                  </a:lnTo>
                  <a:cubicBezTo>
                    <a:pt x="193" y="388"/>
                    <a:pt x="208" y="305"/>
                    <a:pt x="204" y="267"/>
                  </a:cubicBezTo>
                  <a:cubicBezTo>
                    <a:pt x="200" y="228"/>
                    <a:pt x="149" y="111"/>
                    <a:pt x="149" y="111"/>
                  </a:cubicBezTo>
                  <a:cubicBezTo>
                    <a:pt x="149" y="111"/>
                    <a:pt x="161" y="54"/>
                    <a:pt x="141" y="32"/>
                  </a:cubicBezTo>
                  <a:lnTo>
                    <a:pt x="123" y="79"/>
                  </a:lnTo>
                  <a:cubicBezTo>
                    <a:pt x="123" y="79"/>
                    <a:pt x="103" y="79"/>
                    <a:pt x="25" y="0"/>
                  </a:cubicBezTo>
                  <a:cubicBezTo>
                    <a:pt x="25" y="0"/>
                    <a:pt x="9" y="18"/>
                    <a:pt x="2" y="28"/>
                  </a:cubicBezTo>
                  <a:lnTo>
                    <a:pt x="2" y="534"/>
                  </a:lnTo>
                  <a:close/>
                </a:path>
              </a:pathLst>
            </a:custGeom>
            <a:solidFill>
              <a:srgbClr val="D8DCE8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4" name="Freeform 44"/>
            <p:cNvSpPr/>
            <p:nvPr/>
          </p:nvSpPr>
          <p:spPr>
            <a:xfrm>
              <a:off x="10555288" y="1828800"/>
              <a:ext cx="309563" cy="857250"/>
            </a:xfrm>
            <a:custGeom>
              <a:avLst/>
              <a:gdLst/>
              <a:ahLst/>
              <a:cxnLst>
                <a:cxn ang="0">
                  <a:pos x="214534" y="831359"/>
                </a:cxn>
                <a:cxn ang="0">
                  <a:pos x="56153" y="732114"/>
                </a:cxn>
                <a:cxn ang="0">
                  <a:pos x="64792" y="676019"/>
                </a:cxn>
                <a:cxn ang="0">
                  <a:pos x="214534" y="762319"/>
                </a:cxn>
                <a:cxn ang="0">
                  <a:pos x="67671" y="535062"/>
                </a:cxn>
                <a:cxn ang="0">
                  <a:pos x="46074" y="113628"/>
                </a:cxn>
                <a:cxn ang="0">
                  <a:pos x="112306" y="174039"/>
                </a:cxn>
                <a:cxn ang="0">
                  <a:pos x="67671" y="99245"/>
                </a:cxn>
                <a:cxn ang="0">
                  <a:pos x="138223" y="90615"/>
                </a:cxn>
                <a:cxn ang="0">
                  <a:pos x="35995" y="0"/>
                </a:cxn>
                <a:cxn ang="0">
                  <a:pos x="2879" y="40273"/>
                </a:cxn>
                <a:cxn ang="0">
                  <a:pos x="2879" y="768072"/>
                </a:cxn>
                <a:cxn ang="0">
                  <a:pos x="102227" y="842866"/>
                </a:cxn>
                <a:cxn ang="0">
                  <a:pos x="309563" y="828483"/>
                </a:cxn>
                <a:cxn ang="0">
                  <a:pos x="309563" y="827044"/>
                </a:cxn>
                <a:cxn ang="0">
                  <a:pos x="214534" y="831359"/>
                </a:cxn>
              </a:cxnLst>
              <a:rect l="0" t="0" r="0" b="0"/>
              <a:pathLst>
                <a:path w="215" h="596">
                  <a:moveTo>
                    <a:pt x="149" y="578"/>
                  </a:moveTo>
                  <a:cubicBezTo>
                    <a:pt x="66" y="574"/>
                    <a:pt x="39" y="509"/>
                    <a:pt x="39" y="509"/>
                  </a:cubicBezTo>
                  <a:cubicBezTo>
                    <a:pt x="39" y="509"/>
                    <a:pt x="17" y="470"/>
                    <a:pt x="45" y="470"/>
                  </a:cubicBezTo>
                  <a:cubicBezTo>
                    <a:pt x="73" y="471"/>
                    <a:pt x="149" y="530"/>
                    <a:pt x="149" y="530"/>
                  </a:cubicBezTo>
                  <a:cubicBezTo>
                    <a:pt x="130" y="485"/>
                    <a:pt x="83" y="428"/>
                    <a:pt x="47" y="372"/>
                  </a:cubicBezTo>
                  <a:cubicBezTo>
                    <a:pt x="11" y="315"/>
                    <a:pt x="32" y="79"/>
                    <a:pt x="32" y="79"/>
                  </a:cubicBezTo>
                  <a:lnTo>
                    <a:pt x="78" y="121"/>
                  </a:lnTo>
                  <a:lnTo>
                    <a:pt x="47" y="69"/>
                  </a:lnTo>
                  <a:cubicBezTo>
                    <a:pt x="72" y="84"/>
                    <a:pt x="87" y="77"/>
                    <a:pt x="96" y="63"/>
                  </a:cubicBezTo>
                  <a:cubicBezTo>
                    <a:pt x="80" y="52"/>
                    <a:pt x="58" y="33"/>
                    <a:pt x="25" y="0"/>
                  </a:cubicBezTo>
                  <a:cubicBezTo>
                    <a:pt x="25" y="0"/>
                    <a:pt x="9" y="18"/>
                    <a:pt x="2" y="28"/>
                  </a:cubicBezTo>
                  <a:lnTo>
                    <a:pt x="2" y="534"/>
                  </a:lnTo>
                  <a:cubicBezTo>
                    <a:pt x="2" y="534"/>
                    <a:pt x="0" y="576"/>
                    <a:pt x="71" y="586"/>
                  </a:cubicBezTo>
                  <a:cubicBezTo>
                    <a:pt x="141" y="596"/>
                    <a:pt x="200" y="596"/>
                    <a:pt x="215" y="576"/>
                  </a:cubicBezTo>
                  <a:lnTo>
                    <a:pt x="215" y="575"/>
                  </a:lnTo>
                  <a:cubicBezTo>
                    <a:pt x="192" y="577"/>
                    <a:pt x="169" y="578"/>
                    <a:pt x="149" y="578"/>
                  </a:cubicBezTo>
                  <a:close/>
                </a:path>
              </a:pathLst>
            </a:custGeom>
            <a:solidFill>
              <a:srgbClr val="AFB0B2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5" name="Freeform 45"/>
            <p:cNvSpPr/>
            <p:nvPr/>
          </p:nvSpPr>
          <p:spPr>
            <a:xfrm>
              <a:off x="10256838" y="1855788"/>
              <a:ext cx="457200" cy="1096962"/>
            </a:xfrm>
            <a:custGeom>
              <a:avLst/>
              <a:gdLst/>
              <a:ahLst/>
              <a:cxnLst>
                <a:cxn ang="0">
                  <a:pos x="0" y="1049518"/>
                </a:cxn>
                <a:cxn ang="0">
                  <a:pos x="166777" y="1096962"/>
                </a:cxn>
                <a:cxn ang="0">
                  <a:pos x="378124" y="704471"/>
                </a:cxn>
                <a:cxn ang="0">
                  <a:pos x="444260" y="520445"/>
                </a:cxn>
                <a:cxn ang="0">
                  <a:pos x="291860" y="0"/>
                </a:cxn>
                <a:cxn ang="0">
                  <a:pos x="166777" y="69009"/>
                </a:cxn>
                <a:cxn ang="0">
                  <a:pos x="169652" y="342171"/>
                </a:cxn>
                <a:cxn ang="0">
                  <a:pos x="0" y="1049518"/>
                </a:cxn>
              </a:cxnLst>
              <a:rect l="0" t="0" r="0" b="0"/>
              <a:pathLst>
                <a:path w="318" h="763">
                  <a:moveTo>
                    <a:pt x="0" y="730"/>
                  </a:moveTo>
                  <a:lnTo>
                    <a:pt x="116" y="763"/>
                  </a:lnTo>
                  <a:cubicBezTo>
                    <a:pt x="116" y="763"/>
                    <a:pt x="251" y="503"/>
                    <a:pt x="263" y="490"/>
                  </a:cubicBezTo>
                  <a:cubicBezTo>
                    <a:pt x="275" y="476"/>
                    <a:pt x="318" y="439"/>
                    <a:pt x="309" y="362"/>
                  </a:cubicBezTo>
                  <a:cubicBezTo>
                    <a:pt x="301" y="285"/>
                    <a:pt x="292" y="104"/>
                    <a:pt x="203" y="0"/>
                  </a:cubicBezTo>
                  <a:cubicBezTo>
                    <a:pt x="203" y="0"/>
                    <a:pt x="166" y="51"/>
                    <a:pt x="116" y="48"/>
                  </a:cubicBezTo>
                  <a:lnTo>
                    <a:pt x="118" y="238"/>
                  </a:lnTo>
                  <a:cubicBezTo>
                    <a:pt x="118" y="238"/>
                    <a:pt x="92" y="554"/>
                    <a:pt x="0" y="730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6" name="Freeform 46"/>
            <p:cNvSpPr/>
            <p:nvPr/>
          </p:nvSpPr>
          <p:spPr>
            <a:xfrm>
              <a:off x="10687051" y="1941513"/>
              <a:ext cx="184150" cy="730250"/>
            </a:xfrm>
            <a:custGeom>
              <a:avLst/>
              <a:gdLst/>
              <a:ahLst/>
              <a:cxnLst>
                <a:cxn ang="0">
                  <a:pos x="98600" y="679838"/>
                </a:cxn>
                <a:cxn ang="0">
                  <a:pos x="146450" y="730250"/>
                </a:cxn>
                <a:cxn ang="0">
                  <a:pos x="184150" y="688480"/>
                </a:cxn>
                <a:cxn ang="0">
                  <a:pos x="142100" y="313993"/>
                </a:cxn>
                <a:cxn ang="0">
                  <a:pos x="62350" y="76337"/>
                </a:cxn>
                <a:cxn ang="0">
                  <a:pos x="44950" y="0"/>
                </a:cxn>
                <a:cxn ang="0">
                  <a:pos x="0" y="46090"/>
                </a:cxn>
                <a:cxn ang="0">
                  <a:pos x="20300" y="84979"/>
                </a:cxn>
                <a:cxn ang="0">
                  <a:pos x="59450" y="265021"/>
                </a:cxn>
                <a:cxn ang="0">
                  <a:pos x="98600" y="679838"/>
                </a:cxn>
              </a:cxnLst>
              <a:rect l="0" t="0" r="0" b="0"/>
              <a:pathLst>
                <a:path w="127" h="507">
                  <a:moveTo>
                    <a:pt x="68" y="472"/>
                  </a:moveTo>
                  <a:lnTo>
                    <a:pt x="101" y="507"/>
                  </a:lnTo>
                  <a:lnTo>
                    <a:pt x="127" y="478"/>
                  </a:lnTo>
                  <a:cubicBezTo>
                    <a:pt x="127" y="478"/>
                    <a:pt x="107" y="272"/>
                    <a:pt x="98" y="218"/>
                  </a:cubicBezTo>
                  <a:cubicBezTo>
                    <a:pt x="88" y="164"/>
                    <a:pt x="43" y="53"/>
                    <a:pt x="43" y="53"/>
                  </a:cubicBezTo>
                  <a:cubicBezTo>
                    <a:pt x="43" y="53"/>
                    <a:pt x="61" y="22"/>
                    <a:pt x="31" y="0"/>
                  </a:cubicBezTo>
                  <a:cubicBezTo>
                    <a:pt x="31" y="0"/>
                    <a:pt x="6" y="5"/>
                    <a:pt x="0" y="32"/>
                  </a:cubicBezTo>
                  <a:lnTo>
                    <a:pt x="14" y="59"/>
                  </a:lnTo>
                  <a:cubicBezTo>
                    <a:pt x="14" y="59"/>
                    <a:pt x="36" y="146"/>
                    <a:pt x="41" y="184"/>
                  </a:cubicBezTo>
                  <a:cubicBezTo>
                    <a:pt x="46" y="223"/>
                    <a:pt x="48" y="451"/>
                    <a:pt x="68" y="472"/>
                  </a:cubicBezTo>
                  <a:close/>
                </a:path>
              </a:pathLst>
            </a:custGeom>
            <a:solidFill>
              <a:srgbClr val="9D3D25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7" name="Freeform 47"/>
            <p:cNvSpPr/>
            <p:nvPr/>
          </p:nvSpPr>
          <p:spPr>
            <a:xfrm>
              <a:off x="10871201" y="2209800"/>
              <a:ext cx="412750" cy="296862"/>
            </a:xfrm>
            <a:custGeom>
              <a:avLst/>
              <a:gdLst/>
              <a:ahLst/>
              <a:cxnLst>
                <a:cxn ang="0">
                  <a:pos x="398368" y="217602"/>
                </a:cxn>
                <a:cxn ang="0">
                  <a:pos x="343718" y="77818"/>
                </a:cxn>
                <a:cxn ang="0">
                  <a:pos x="221475" y="109521"/>
                </a:cxn>
                <a:cxn ang="0">
                  <a:pos x="182645" y="129696"/>
                </a:cxn>
                <a:cxn ang="0">
                  <a:pos x="125119" y="129696"/>
                </a:cxn>
                <a:cxn ang="0">
                  <a:pos x="71907" y="129696"/>
                </a:cxn>
                <a:cxn ang="0">
                  <a:pos x="53211" y="110962"/>
                </a:cxn>
                <a:cxn ang="0">
                  <a:pos x="17257" y="0"/>
                </a:cxn>
                <a:cxn ang="0">
                  <a:pos x="0" y="252188"/>
                </a:cxn>
                <a:cxn ang="0">
                  <a:pos x="8628" y="295420"/>
                </a:cxn>
                <a:cxn ang="0">
                  <a:pos x="175454" y="276686"/>
                </a:cxn>
                <a:cxn ang="0">
                  <a:pos x="398368" y="217602"/>
                </a:cxn>
              </a:cxnLst>
              <a:rect l="0" t="0" r="0" b="0"/>
              <a:pathLst>
                <a:path w="287" h="206">
                  <a:moveTo>
                    <a:pt x="277" y="151"/>
                  </a:moveTo>
                  <a:cubicBezTo>
                    <a:pt x="277" y="151"/>
                    <a:pt x="287" y="89"/>
                    <a:pt x="239" y="54"/>
                  </a:cubicBezTo>
                  <a:cubicBezTo>
                    <a:pt x="239" y="54"/>
                    <a:pt x="158" y="69"/>
                    <a:pt x="154" y="76"/>
                  </a:cubicBezTo>
                  <a:cubicBezTo>
                    <a:pt x="151" y="82"/>
                    <a:pt x="127" y="90"/>
                    <a:pt x="127" y="90"/>
                  </a:cubicBezTo>
                  <a:cubicBezTo>
                    <a:pt x="127" y="90"/>
                    <a:pt x="92" y="88"/>
                    <a:pt x="87" y="90"/>
                  </a:cubicBezTo>
                  <a:cubicBezTo>
                    <a:pt x="82" y="92"/>
                    <a:pt x="58" y="76"/>
                    <a:pt x="50" y="90"/>
                  </a:cubicBezTo>
                  <a:lnTo>
                    <a:pt x="37" y="77"/>
                  </a:lnTo>
                  <a:cubicBezTo>
                    <a:pt x="37" y="77"/>
                    <a:pt x="42" y="34"/>
                    <a:pt x="12" y="0"/>
                  </a:cubicBezTo>
                  <a:lnTo>
                    <a:pt x="0" y="175"/>
                  </a:lnTo>
                  <a:lnTo>
                    <a:pt x="6" y="205"/>
                  </a:lnTo>
                  <a:cubicBezTo>
                    <a:pt x="6" y="205"/>
                    <a:pt x="95" y="206"/>
                    <a:pt x="122" y="192"/>
                  </a:cubicBezTo>
                  <a:cubicBezTo>
                    <a:pt x="149" y="178"/>
                    <a:pt x="260" y="165"/>
                    <a:pt x="277" y="151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8" name="Freeform 48"/>
            <p:cNvSpPr/>
            <p:nvPr/>
          </p:nvSpPr>
          <p:spPr>
            <a:xfrm>
              <a:off x="10910888" y="2284413"/>
              <a:ext cx="357188" cy="190500"/>
            </a:xfrm>
            <a:custGeom>
              <a:avLst/>
              <a:gdLst/>
              <a:ahLst/>
              <a:cxnLst>
                <a:cxn ang="0">
                  <a:pos x="303897" y="2864"/>
                </a:cxn>
                <a:cxn ang="0">
                  <a:pos x="181474" y="34375"/>
                </a:cxn>
                <a:cxn ang="0">
                  <a:pos x="142587" y="54428"/>
                </a:cxn>
                <a:cxn ang="0">
                  <a:pos x="84976" y="54428"/>
                </a:cxn>
                <a:cxn ang="0">
                  <a:pos x="44648" y="47266"/>
                </a:cxn>
                <a:cxn ang="0">
                  <a:pos x="20163" y="98830"/>
                </a:cxn>
                <a:cxn ang="0">
                  <a:pos x="53290" y="91669"/>
                </a:cxn>
                <a:cxn ang="0">
                  <a:pos x="0" y="190500"/>
                </a:cxn>
                <a:cxn ang="0">
                  <a:pos x="84976" y="95966"/>
                </a:cxn>
                <a:cxn ang="0">
                  <a:pos x="159870" y="73048"/>
                </a:cxn>
                <a:cxn ang="0">
                  <a:pos x="119542" y="163285"/>
                </a:cxn>
                <a:cxn ang="0">
                  <a:pos x="233324" y="54428"/>
                </a:cxn>
                <a:cxn ang="0">
                  <a:pos x="286614" y="73048"/>
                </a:cxn>
                <a:cxn ang="0">
                  <a:pos x="348546" y="95966"/>
                </a:cxn>
                <a:cxn ang="0">
                  <a:pos x="357188" y="94533"/>
                </a:cxn>
                <a:cxn ang="0">
                  <a:pos x="303897" y="2864"/>
                </a:cxn>
              </a:cxnLst>
              <a:rect l="0" t="0" r="0" b="0"/>
              <a:pathLst>
                <a:path w="248" h="133">
                  <a:moveTo>
                    <a:pt x="211" y="2"/>
                  </a:moveTo>
                  <a:cubicBezTo>
                    <a:pt x="211" y="2"/>
                    <a:pt x="130" y="17"/>
                    <a:pt x="126" y="24"/>
                  </a:cubicBezTo>
                  <a:cubicBezTo>
                    <a:pt x="123" y="30"/>
                    <a:pt x="99" y="38"/>
                    <a:pt x="99" y="38"/>
                  </a:cubicBezTo>
                  <a:cubicBezTo>
                    <a:pt x="99" y="38"/>
                    <a:pt x="64" y="36"/>
                    <a:pt x="59" y="38"/>
                  </a:cubicBezTo>
                  <a:cubicBezTo>
                    <a:pt x="55" y="40"/>
                    <a:pt x="42" y="31"/>
                    <a:pt x="31" y="33"/>
                  </a:cubicBezTo>
                  <a:cubicBezTo>
                    <a:pt x="27" y="47"/>
                    <a:pt x="22" y="63"/>
                    <a:pt x="14" y="69"/>
                  </a:cubicBezTo>
                  <a:lnTo>
                    <a:pt x="37" y="64"/>
                  </a:lnTo>
                  <a:cubicBezTo>
                    <a:pt x="37" y="64"/>
                    <a:pt x="11" y="123"/>
                    <a:pt x="0" y="133"/>
                  </a:cubicBezTo>
                  <a:cubicBezTo>
                    <a:pt x="0" y="133"/>
                    <a:pt x="59" y="96"/>
                    <a:pt x="59" y="67"/>
                  </a:cubicBezTo>
                  <a:cubicBezTo>
                    <a:pt x="59" y="38"/>
                    <a:pt x="111" y="51"/>
                    <a:pt x="111" y="51"/>
                  </a:cubicBezTo>
                  <a:cubicBezTo>
                    <a:pt x="111" y="51"/>
                    <a:pt x="142" y="77"/>
                    <a:pt x="83" y="114"/>
                  </a:cubicBezTo>
                  <a:cubicBezTo>
                    <a:pt x="83" y="114"/>
                    <a:pt x="146" y="76"/>
                    <a:pt x="162" y="38"/>
                  </a:cubicBezTo>
                  <a:cubicBezTo>
                    <a:pt x="177" y="0"/>
                    <a:pt x="199" y="51"/>
                    <a:pt x="199" y="51"/>
                  </a:cubicBezTo>
                  <a:cubicBezTo>
                    <a:pt x="199" y="51"/>
                    <a:pt x="242" y="67"/>
                    <a:pt x="242" y="67"/>
                  </a:cubicBezTo>
                  <a:lnTo>
                    <a:pt x="248" y="66"/>
                  </a:lnTo>
                  <a:cubicBezTo>
                    <a:pt x="245" y="46"/>
                    <a:pt x="236" y="20"/>
                    <a:pt x="211" y="2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9" name="Freeform 49"/>
            <p:cNvSpPr/>
            <p:nvPr/>
          </p:nvSpPr>
          <p:spPr>
            <a:xfrm>
              <a:off x="10520363" y="1876425"/>
              <a:ext cx="173038" cy="774700"/>
            </a:xfrm>
            <a:custGeom>
              <a:avLst/>
              <a:gdLst/>
              <a:ahLst/>
              <a:cxnLst>
                <a:cxn ang="0">
                  <a:pos x="62005" y="774700"/>
                </a:cxn>
                <a:cxn ang="0">
                  <a:pos x="113916" y="683982"/>
                </a:cxn>
                <a:cxn ang="0">
                  <a:pos x="164386" y="614864"/>
                </a:cxn>
                <a:cxn ang="0">
                  <a:pos x="167270" y="480947"/>
                </a:cxn>
                <a:cxn ang="0">
                  <a:pos x="23071" y="110877"/>
                </a:cxn>
                <a:cxn ang="0">
                  <a:pos x="37491" y="86397"/>
                </a:cxn>
                <a:cxn ang="0">
                  <a:pos x="8651" y="0"/>
                </a:cxn>
                <a:cxn ang="0">
                  <a:pos x="0" y="7199"/>
                </a:cxn>
                <a:cxn ang="0">
                  <a:pos x="10093" y="79197"/>
                </a:cxn>
                <a:cxn ang="0">
                  <a:pos x="10093" y="110877"/>
                </a:cxn>
                <a:cxn ang="0">
                  <a:pos x="148524" y="486707"/>
                </a:cxn>
                <a:cxn ang="0">
                  <a:pos x="90844" y="663822"/>
                </a:cxn>
                <a:cxn ang="0">
                  <a:pos x="62005" y="774700"/>
                </a:cxn>
              </a:cxnLst>
              <a:rect l="0" t="0" r="0" b="0"/>
              <a:pathLst>
                <a:path w="120" h="538">
                  <a:moveTo>
                    <a:pt x="43" y="538"/>
                  </a:moveTo>
                  <a:cubicBezTo>
                    <a:pt x="61" y="504"/>
                    <a:pt x="76" y="479"/>
                    <a:pt x="79" y="475"/>
                  </a:cubicBezTo>
                  <a:cubicBezTo>
                    <a:pt x="86" y="467"/>
                    <a:pt x="102" y="452"/>
                    <a:pt x="114" y="427"/>
                  </a:cubicBezTo>
                  <a:cubicBezTo>
                    <a:pt x="118" y="389"/>
                    <a:pt x="120" y="350"/>
                    <a:pt x="116" y="334"/>
                  </a:cubicBezTo>
                  <a:cubicBezTo>
                    <a:pt x="106" y="297"/>
                    <a:pt x="16" y="77"/>
                    <a:pt x="16" y="77"/>
                  </a:cubicBezTo>
                  <a:lnTo>
                    <a:pt x="26" y="60"/>
                  </a:lnTo>
                  <a:lnTo>
                    <a:pt x="6" y="0"/>
                  </a:lnTo>
                  <a:cubicBezTo>
                    <a:pt x="4" y="2"/>
                    <a:pt x="2" y="3"/>
                    <a:pt x="0" y="5"/>
                  </a:cubicBezTo>
                  <a:lnTo>
                    <a:pt x="7" y="55"/>
                  </a:lnTo>
                  <a:lnTo>
                    <a:pt x="7" y="77"/>
                  </a:lnTo>
                  <a:cubicBezTo>
                    <a:pt x="7" y="77"/>
                    <a:pt x="95" y="313"/>
                    <a:pt x="103" y="338"/>
                  </a:cubicBezTo>
                  <a:cubicBezTo>
                    <a:pt x="112" y="362"/>
                    <a:pt x="76" y="437"/>
                    <a:pt x="63" y="461"/>
                  </a:cubicBezTo>
                  <a:cubicBezTo>
                    <a:pt x="56" y="474"/>
                    <a:pt x="49" y="509"/>
                    <a:pt x="43" y="538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0" name="Freeform 50"/>
            <p:cNvSpPr/>
            <p:nvPr/>
          </p:nvSpPr>
          <p:spPr>
            <a:xfrm>
              <a:off x="10379076" y="1941513"/>
              <a:ext cx="198438" cy="841375"/>
            </a:xfrm>
            <a:custGeom>
              <a:avLst/>
              <a:gdLst/>
              <a:ahLst/>
              <a:cxnLst>
                <a:cxn ang="0">
                  <a:pos x="142357" y="175466"/>
                </a:cxn>
                <a:cxn ang="0">
                  <a:pos x="198438" y="221490"/>
                </a:cxn>
                <a:cxn ang="0">
                  <a:pos x="83401" y="60406"/>
                </a:cxn>
                <a:cxn ang="0">
                  <a:pos x="44576" y="0"/>
                </a:cxn>
                <a:cxn ang="0">
                  <a:pos x="46014" y="256008"/>
                </a:cxn>
                <a:cxn ang="0">
                  <a:pos x="0" y="578175"/>
                </a:cxn>
                <a:cxn ang="0">
                  <a:pos x="41700" y="664470"/>
                </a:cxn>
                <a:cxn ang="0">
                  <a:pos x="133729" y="841375"/>
                </a:cxn>
                <a:cxn ang="0">
                  <a:pos x="182620" y="750765"/>
                </a:cxn>
                <a:cxn ang="0">
                  <a:pos x="122226" y="562354"/>
                </a:cxn>
                <a:cxn ang="0">
                  <a:pos x="169678" y="562354"/>
                </a:cxn>
                <a:cxn ang="0">
                  <a:pos x="122226" y="533589"/>
                </a:cxn>
                <a:cxn ang="0">
                  <a:pos x="112160" y="415653"/>
                </a:cxn>
                <a:cxn ang="0">
                  <a:pos x="126540" y="345179"/>
                </a:cxn>
                <a:cxn ang="0">
                  <a:pos x="142357" y="267514"/>
                </a:cxn>
                <a:cxn ang="0">
                  <a:pos x="142357" y="175466"/>
                </a:cxn>
              </a:cxnLst>
              <a:rect l="0" t="0" r="0" b="0"/>
              <a:pathLst>
                <a:path w="138" h="585">
                  <a:moveTo>
                    <a:pt x="99" y="122"/>
                  </a:moveTo>
                  <a:lnTo>
                    <a:pt x="138" y="154"/>
                  </a:lnTo>
                  <a:cubicBezTo>
                    <a:pt x="138" y="154"/>
                    <a:pt x="67" y="65"/>
                    <a:pt x="58" y="42"/>
                  </a:cubicBezTo>
                  <a:cubicBezTo>
                    <a:pt x="53" y="30"/>
                    <a:pt x="42" y="14"/>
                    <a:pt x="31" y="0"/>
                  </a:cubicBezTo>
                  <a:lnTo>
                    <a:pt x="32" y="178"/>
                  </a:lnTo>
                  <a:cubicBezTo>
                    <a:pt x="32" y="178"/>
                    <a:pt x="24" y="281"/>
                    <a:pt x="0" y="402"/>
                  </a:cubicBezTo>
                  <a:lnTo>
                    <a:pt x="29" y="462"/>
                  </a:lnTo>
                  <a:lnTo>
                    <a:pt x="93" y="585"/>
                  </a:lnTo>
                  <a:cubicBezTo>
                    <a:pt x="104" y="564"/>
                    <a:pt x="116" y="542"/>
                    <a:pt x="127" y="522"/>
                  </a:cubicBezTo>
                  <a:cubicBezTo>
                    <a:pt x="111" y="475"/>
                    <a:pt x="85" y="398"/>
                    <a:pt x="85" y="391"/>
                  </a:cubicBezTo>
                  <a:cubicBezTo>
                    <a:pt x="85" y="383"/>
                    <a:pt x="105" y="383"/>
                    <a:pt x="118" y="391"/>
                  </a:cubicBezTo>
                  <a:lnTo>
                    <a:pt x="85" y="371"/>
                  </a:lnTo>
                  <a:lnTo>
                    <a:pt x="78" y="289"/>
                  </a:lnTo>
                  <a:cubicBezTo>
                    <a:pt x="78" y="289"/>
                    <a:pt x="90" y="261"/>
                    <a:pt x="88" y="240"/>
                  </a:cubicBezTo>
                  <a:cubicBezTo>
                    <a:pt x="86" y="218"/>
                    <a:pt x="99" y="186"/>
                    <a:pt x="99" y="186"/>
                  </a:cubicBezTo>
                  <a:lnTo>
                    <a:pt x="99" y="122"/>
                  </a:ln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1" name="Freeform 51"/>
            <p:cNvSpPr/>
            <p:nvPr/>
          </p:nvSpPr>
          <p:spPr>
            <a:xfrm>
              <a:off x="10453688" y="1912938"/>
              <a:ext cx="77788" cy="134937"/>
            </a:xfrm>
            <a:custGeom>
              <a:avLst/>
              <a:gdLst/>
              <a:ahLst/>
              <a:cxnLst>
                <a:cxn ang="0">
                  <a:pos x="77788" y="134937"/>
                </a:cxn>
                <a:cxn ang="0">
                  <a:pos x="25929" y="0"/>
                </a:cxn>
                <a:cxn ang="0">
                  <a:pos x="0" y="8613"/>
                </a:cxn>
                <a:cxn ang="0">
                  <a:pos x="77788" y="134937"/>
                </a:cxn>
              </a:cxnLst>
              <a:rect l="0" t="0" r="0" b="0"/>
              <a:pathLst>
                <a:path w="54" h="94">
                  <a:moveTo>
                    <a:pt x="54" y="94"/>
                  </a:moveTo>
                  <a:lnTo>
                    <a:pt x="18" y="0"/>
                  </a:lnTo>
                  <a:cubicBezTo>
                    <a:pt x="12" y="3"/>
                    <a:pt x="6" y="5"/>
                    <a:pt x="0" y="6"/>
                  </a:cubicBezTo>
                  <a:cubicBezTo>
                    <a:pt x="14" y="21"/>
                    <a:pt x="32" y="48"/>
                    <a:pt x="54" y="9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2" name="Freeform 52"/>
            <p:cNvSpPr/>
            <p:nvPr/>
          </p:nvSpPr>
          <p:spPr>
            <a:xfrm>
              <a:off x="10467976" y="2744788"/>
              <a:ext cx="123825" cy="214312"/>
            </a:xfrm>
            <a:custGeom>
              <a:avLst/>
              <a:gdLst/>
              <a:ahLst/>
              <a:cxnLst>
                <a:cxn ang="0">
                  <a:pos x="5759" y="66163"/>
                </a:cxn>
                <a:cxn ang="0">
                  <a:pos x="21597" y="165408"/>
                </a:cxn>
                <a:cxn ang="0">
                  <a:pos x="21597" y="214312"/>
                </a:cxn>
                <a:cxn ang="0">
                  <a:pos x="123825" y="126573"/>
                </a:cxn>
                <a:cxn ang="0">
                  <a:pos x="84949" y="34520"/>
                </a:cxn>
                <a:cxn ang="0">
                  <a:pos x="5759" y="66163"/>
                </a:cxn>
              </a:cxnLst>
              <a:rect l="0" t="0" r="0" b="0"/>
              <a:pathLst>
                <a:path w="86" h="149">
                  <a:moveTo>
                    <a:pt x="4" y="46"/>
                  </a:moveTo>
                  <a:cubicBezTo>
                    <a:pt x="0" y="52"/>
                    <a:pt x="2" y="110"/>
                    <a:pt x="15" y="115"/>
                  </a:cubicBezTo>
                  <a:lnTo>
                    <a:pt x="15" y="149"/>
                  </a:lnTo>
                  <a:lnTo>
                    <a:pt x="86" y="88"/>
                  </a:lnTo>
                  <a:cubicBezTo>
                    <a:pt x="86" y="88"/>
                    <a:pt x="77" y="48"/>
                    <a:pt x="59" y="24"/>
                  </a:cubicBezTo>
                  <a:cubicBezTo>
                    <a:pt x="42" y="0"/>
                    <a:pt x="4" y="46"/>
                    <a:pt x="4" y="46"/>
                  </a:cubicBez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3" name="Freeform 53"/>
            <p:cNvSpPr/>
            <p:nvPr/>
          </p:nvSpPr>
          <p:spPr>
            <a:xfrm>
              <a:off x="10277476" y="1924050"/>
              <a:ext cx="280988" cy="928687"/>
            </a:xfrm>
            <a:custGeom>
              <a:avLst/>
              <a:gdLst/>
              <a:ahLst/>
              <a:cxnLst>
                <a:cxn ang="0">
                  <a:pos x="157065" y="928687"/>
                </a:cxn>
                <a:cxn ang="0">
                  <a:pos x="280988" y="845177"/>
                </a:cxn>
                <a:cxn ang="0">
                  <a:pos x="193089" y="551452"/>
                </a:cxn>
                <a:cxn ang="0">
                  <a:pos x="201734" y="349877"/>
                </a:cxn>
                <a:cxn ang="0">
                  <a:pos x="243522" y="192936"/>
                </a:cxn>
                <a:cxn ang="0">
                  <a:pos x="145537" y="0"/>
                </a:cxn>
                <a:cxn ang="0">
                  <a:pos x="72048" y="35995"/>
                </a:cxn>
                <a:cxn ang="0">
                  <a:pos x="57638" y="56153"/>
                </a:cxn>
                <a:cxn ang="0">
                  <a:pos x="27378" y="132463"/>
                </a:cxn>
                <a:cxn ang="0">
                  <a:pos x="27378" y="226052"/>
                </a:cxn>
                <a:cxn ang="0">
                  <a:pos x="7204" y="249089"/>
                </a:cxn>
                <a:cxn ang="0">
                  <a:pos x="7204" y="306682"/>
                </a:cxn>
                <a:cxn ang="0">
                  <a:pos x="31701" y="329719"/>
                </a:cxn>
                <a:cxn ang="0">
                  <a:pos x="17291" y="414669"/>
                </a:cxn>
                <a:cxn ang="0">
                  <a:pos x="14409" y="519776"/>
                </a:cxn>
                <a:cxn ang="0">
                  <a:pos x="38906" y="619124"/>
                </a:cxn>
                <a:cxn ang="0">
                  <a:pos x="157065" y="928687"/>
                </a:cxn>
              </a:cxnLst>
              <a:rect l="0" t="0" r="0" b="0"/>
              <a:pathLst>
                <a:path w="195" h="645">
                  <a:moveTo>
                    <a:pt x="109" y="645"/>
                  </a:moveTo>
                  <a:cubicBezTo>
                    <a:pt x="109" y="645"/>
                    <a:pt x="170" y="592"/>
                    <a:pt x="195" y="587"/>
                  </a:cubicBezTo>
                  <a:cubicBezTo>
                    <a:pt x="195" y="587"/>
                    <a:pt x="144" y="410"/>
                    <a:pt x="134" y="383"/>
                  </a:cubicBezTo>
                  <a:lnTo>
                    <a:pt x="140" y="243"/>
                  </a:lnTo>
                  <a:cubicBezTo>
                    <a:pt x="140" y="243"/>
                    <a:pt x="171" y="159"/>
                    <a:pt x="169" y="134"/>
                  </a:cubicBezTo>
                  <a:cubicBezTo>
                    <a:pt x="168" y="109"/>
                    <a:pt x="101" y="0"/>
                    <a:pt x="101" y="0"/>
                  </a:cubicBezTo>
                  <a:cubicBezTo>
                    <a:pt x="101" y="0"/>
                    <a:pt x="64" y="13"/>
                    <a:pt x="50" y="25"/>
                  </a:cubicBezTo>
                  <a:cubicBezTo>
                    <a:pt x="37" y="37"/>
                    <a:pt x="40" y="39"/>
                    <a:pt x="40" y="39"/>
                  </a:cubicBezTo>
                  <a:cubicBezTo>
                    <a:pt x="40" y="39"/>
                    <a:pt x="22" y="87"/>
                    <a:pt x="19" y="92"/>
                  </a:cubicBezTo>
                  <a:cubicBezTo>
                    <a:pt x="15" y="97"/>
                    <a:pt x="19" y="157"/>
                    <a:pt x="19" y="157"/>
                  </a:cubicBezTo>
                  <a:cubicBezTo>
                    <a:pt x="19" y="157"/>
                    <a:pt x="3" y="161"/>
                    <a:pt x="5" y="173"/>
                  </a:cubicBezTo>
                  <a:cubicBezTo>
                    <a:pt x="7" y="185"/>
                    <a:pt x="0" y="205"/>
                    <a:pt x="5" y="213"/>
                  </a:cubicBezTo>
                  <a:cubicBezTo>
                    <a:pt x="10" y="222"/>
                    <a:pt x="22" y="229"/>
                    <a:pt x="22" y="229"/>
                  </a:cubicBezTo>
                  <a:cubicBezTo>
                    <a:pt x="22" y="229"/>
                    <a:pt x="13" y="279"/>
                    <a:pt x="12" y="288"/>
                  </a:cubicBezTo>
                  <a:cubicBezTo>
                    <a:pt x="10" y="297"/>
                    <a:pt x="7" y="349"/>
                    <a:pt x="10" y="361"/>
                  </a:cubicBezTo>
                  <a:cubicBezTo>
                    <a:pt x="13" y="373"/>
                    <a:pt x="27" y="430"/>
                    <a:pt x="27" y="430"/>
                  </a:cubicBezTo>
                  <a:cubicBezTo>
                    <a:pt x="27" y="430"/>
                    <a:pt x="88" y="632"/>
                    <a:pt x="109" y="645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4" name="Freeform 54"/>
            <p:cNvSpPr>
              <a:spLocks noEditPoints="1"/>
            </p:cNvSpPr>
            <p:nvPr/>
          </p:nvSpPr>
          <p:spPr>
            <a:xfrm>
              <a:off x="10277476" y="1955800"/>
              <a:ext cx="214313" cy="896937"/>
            </a:xfrm>
            <a:custGeom>
              <a:avLst/>
              <a:gdLst/>
              <a:ahLst/>
              <a:cxnLst>
                <a:cxn ang="0">
                  <a:pos x="44588" y="156927"/>
                </a:cxn>
                <a:cxn ang="0">
                  <a:pos x="43150" y="155488"/>
                </a:cxn>
                <a:cxn ang="0">
                  <a:pos x="44588" y="156927"/>
                </a:cxn>
                <a:cxn ang="0">
                  <a:pos x="100683" y="695378"/>
                </a:cxn>
                <a:cxn ang="0">
                  <a:pos x="37396" y="479422"/>
                </a:cxn>
                <a:cxn ang="0">
                  <a:pos x="63287" y="477982"/>
                </a:cxn>
                <a:cxn ang="0">
                  <a:pos x="159655" y="424713"/>
                </a:cxn>
                <a:cxn ang="0">
                  <a:pos x="81985" y="459266"/>
                </a:cxn>
                <a:cxn ang="0">
                  <a:pos x="38835" y="424713"/>
                </a:cxn>
                <a:cxn ang="0">
                  <a:pos x="67602" y="348408"/>
                </a:cxn>
                <a:cxn ang="0">
                  <a:pos x="77670" y="283622"/>
                </a:cxn>
                <a:cxn ang="0">
                  <a:pos x="192737" y="336891"/>
                </a:cxn>
                <a:cxn ang="0">
                  <a:pos x="143834" y="274983"/>
                </a:cxn>
                <a:cxn ang="0">
                  <a:pos x="87738" y="243310"/>
                </a:cxn>
                <a:cxn ang="0">
                  <a:pos x="179792" y="244750"/>
                </a:cxn>
                <a:cxn ang="0">
                  <a:pos x="100683" y="200119"/>
                </a:cxn>
                <a:cxn ang="0">
                  <a:pos x="146710" y="185722"/>
                </a:cxn>
                <a:cxn ang="0">
                  <a:pos x="38835" y="185722"/>
                </a:cxn>
                <a:cxn ang="0">
                  <a:pos x="81985" y="128133"/>
                </a:cxn>
                <a:cxn ang="0">
                  <a:pos x="41711" y="143970"/>
                </a:cxn>
                <a:cxn ang="0">
                  <a:pos x="43150" y="119495"/>
                </a:cxn>
                <a:cxn ang="0">
                  <a:pos x="81985" y="46070"/>
                </a:cxn>
                <a:cxn ang="0">
                  <a:pos x="81985" y="0"/>
                </a:cxn>
                <a:cxn ang="0">
                  <a:pos x="71917" y="4319"/>
                </a:cxn>
                <a:cxn ang="0">
                  <a:pos x="61848" y="8638"/>
                </a:cxn>
                <a:cxn ang="0">
                  <a:pos x="27328" y="100779"/>
                </a:cxn>
                <a:cxn ang="0">
                  <a:pos x="27328" y="194360"/>
                </a:cxn>
                <a:cxn ang="0">
                  <a:pos x="7191" y="217395"/>
                </a:cxn>
                <a:cxn ang="0">
                  <a:pos x="7191" y="274983"/>
                </a:cxn>
                <a:cxn ang="0">
                  <a:pos x="31643" y="298019"/>
                </a:cxn>
                <a:cxn ang="0">
                  <a:pos x="17260" y="382961"/>
                </a:cxn>
                <a:cxn ang="0">
                  <a:pos x="14383" y="488060"/>
                </a:cxn>
                <a:cxn ang="0">
                  <a:pos x="38835" y="587400"/>
                </a:cxn>
                <a:cxn ang="0">
                  <a:pos x="156779" y="896937"/>
                </a:cxn>
                <a:cxn ang="0">
                  <a:pos x="214313" y="850866"/>
                </a:cxn>
                <a:cxn ang="0">
                  <a:pos x="159655" y="827831"/>
                </a:cxn>
                <a:cxn ang="0">
                  <a:pos x="100683" y="695378"/>
                </a:cxn>
              </a:cxnLst>
              <a:rect l="0" t="0" r="0" b="0"/>
              <a:pathLst>
                <a:path w="149" h="623">
                  <a:moveTo>
                    <a:pt x="31" y="109"/>
                  </a:moveTo>
                  <a:cubicBezTo>
                    <a:pt x="31" y="108"/>
                    <a:pt x="31" y="108"/>
                    <a:pt x="30" y="108"/>
                  </a:cubicBezTo>
                  <a:cubicBezTo>
                    <a:pt x="31" y="108"/>
                    <a:pt x="31" y="108"/>
                    <a:pt x="31" y="109"/>
                  </a:cubicBezTo>
                  <a:close/>
                  <a:moveTo>
                    <a:pt x="70" y="483"/>
                  </a:moveTo>
                  <a:cubicBezTo>
                    <a:pt x="58" y="475"/>
                    <a:pt x="26" y="333"/>
                    <a:pt x="26" y="333"/>
                  </a:cubicBezTo>
                  <a:cubicBezTo>
                    <a:pt x="26" y="333"/>
                    <a:pt x="9" y="326"/>
                    <a:pt x="44" y="332"/>
                  </a:cubicBezTo>
                  <a:cubicBezTo>
                    <a:pt x="79" y="339"/>
                    <a:pt x="111" y="295"/>
                    <a:pt x="111" y="295"/>
                  </a:cubicBezTo>
                  <a:cubicBezTo>
                    <a:pt x="111" y="295"/>
                    <a:pt x="67" y="314"/>
                    <a:pt x="57" y="319"/>
                  </a:cubicBezTo>
                  <a:cubicBezTo>
                    <a:pt x="47" y="324"/>
                    <a:pt x="22" y="304"/>
                    <a:pt x="27" y="295"/>
                  </a:cubicBezTo>
                  <a:cubicBezTo>
                    <a:pt x="32" y="287"/>
                    <a:pt x="37" y="253"/>
                    <a:pt x="47" y="242"/>
                  </a:cubicBezTo>
                  <a:cubicBezTo>
                    <a:pt x="54" y="234"/>
                    <a:pt x="55" y="212"/>
                    <a:pt x="54" y="197"/>
                  </a:cubicBezTo>
                  <a:cubicBezTo>
                    <a:pt x="100" y="186"/>
                    <a:pt x="134" y="234"/>
                    <a:pt x="134" y="234"/>
                  </a:cubicBezTo>
                  <a:cubicBezTo>
                    <a:pt x="134" y="234"/>
                    <a:pt x="121" y="206"/>
                    <a:pt x="100" y="191"/>
                  </a:cubicBezTo>
                  <a:cubicBezTo>
                    <a:pt x="80" y="175"/>
                    <a:pt x="61" y="169"/>
                    <a:pt x="61" y="169"/>
                  </a:cubicBezTo>
                  <a:cubicBezTo>
                    <a:pt x="78" y="162"/>
                    <a:pt x="105" y="165"/>
                    <a:pt x="125" y="170"/>
                  </a:cubicBezTo>
                  <a:cubicBezTo>
                    <a:pt x="106" y="160"/>
                    <a:pt x="82" y="146"/>
                    <a:pt x="70" y="139"/>
                  </a:cubicBezTo>
                  <a:cubicBezTo>
                    <a:pt x="74" y="117"/>
                    <a:pt x="102" y="129"/>
                    <a:pt x="102" y="129"/>
                  </a:cubicBezTo>
                  <a:cubicBezTo>
                    <a:pt x="78" y="95"/>
                    <a:pt x="27" y="129"/>
                    <a:pt x="27" y="129"/>
                  </a:cubicBezTo>
                  <a:cubicBezTo>
                    <a:pt x="25" y="119"/>
                    <a:pt x="57" y="89"/>
                    <a:pt x="57" y="89"/>
                  </a:cubicBezTo>
                  <a:lnTo>
                    <a:pt x="29" y="100"/>
                  </a:lnTo>
                  <a:cubicBezTo>
                    <a:pt x="28" y="92"/>
                    <a:pt x="30" y="83"/>
                    <a:pt x="30" y="83"/>
                  </a:cubicBezTo>
                  <a:lnTo>
                    <a:pt x="57" y="32"/>
                  </a:lnTo>
                  <a:lnTo>
                    <a:pt x="57" y="0"/>
                  </a:lnTo>
                  <a:cubicBezTo>
                    <a:pt x="55" y="1"/>
                    <a:pt x="52" y="2"/>
                    <a:pt x="50" y="3"/>
                  </a:cubicBezTo>
                  <a:cubicBezTo>
                    <a:pt x="47" y="5"/>
                    <a:pt x="43" y="6"/>
                    <a:pt x="43" y="6"/>
                  </a:cubicBezTo>
                  <a:cubicBezTo>
                    <a:pt x="43" y="6"/>
                    <a:pt x="22" y="65"/>
                    <a:pt x="19" y="70"/>
                  </a:cubicBezTo>
                  <a:cubicBezTo>
                    <a:pt x="15" y="75"/>
                    <a:pt x="19" y="135"/>
                    <a:pt x="19" y="135"/>
                  </a:cubicBezTo>
                  <a:cubicBezTo>
                    <a:pt x="19" y="135"/>
                    <a:pt x="3" y="139"/>
                    <a:pt x="5" y="151"/>
                  </a:cubicBezTo>
                  <a:cubicBezTo>
                    <a:pt x="7" y="163"/>
                    <a:pt x="0" y="183"/>
                    <a:pt x="5" y="191"/>
                  </a:cubicBezTo>
                  <a:cubicBezTo>
                    <a:pt x="10" y="200"/>
                    <a:pt x="22" y="207"/>
                    <a:pt x="22" y="207"/>
                  </a:cubicBezTo>
                  <a:cubicBezTo>
                    <a:pt x="22" y="207"/>
                    <a:pt x="13" y="257"/>
                    <a:pt x="12" y="266"/>
                  </a:cubicBezTo>
                  <a:cubicBezTo>
                    <a:pt x="10" y="275"/>
                    <a:pt x="7" y="327"/>
                    <a:pt x="10" y="339"/>
                  </a:cubicBezTo>
                  <a:cubicBezTo>
                    <a:pt x="13" y="351"/>
                    <a:pt x="27" y="408"/>
                    <a:pt x="27" y="408"/>
                  </a:cubicBezTo>
                  <a:cubicBezTo>
                    <a:pt x="27" y="408"/>
                    <a:pt x="88" y="610"/>
                    <a:pt x="109" y="623"/>
                  </a:cubicBezTo>
                  <a:cubicBezTo>
                    <a:pt x="109" y="623"/>
                    <a:pt x="128" y="607"/>
                    <a:pt x="149" y="591"/>
                  </a:cubicBezTo>
                  <a:lnTo>
                    <a:pt x="111" y="575"/>
                  </a:lnTo>
                  <a:cubicBezTo>
                    <a:pt x="111" y="575"/>
                    <a:pt x="82" y="492"/>
                    <a:pt x="70" y="483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5" name="Freeform 55"/>
            <p:cNvSpPr/>
            <p:nvPr/>
          </p:nvSpPr>
          <p:spPr>
            <a:xfrm>
              <a:off x="10467976" y="2203450"/>
              <a:ext cx="23813" cy="12700"/>
            </a:xfrm>
            <a:custGeom>
              <a:avLst/>
              <a:gdLst/>
              <a:ahLst/>
              <a:cxnLst>
                <a:cxn ang="0">
                  <a:pos x="23813" y="5644"/>
                </a:cxn>
                <a:cxn ang="0">
                  <a:pos x="0" y="0"/>
                </a:cxn>
                <a:cxn ang="0">
                  <a:pos x="23813" y="5644"/>
                </a:cxn>
              </a:cxnLst>
              <a:rect l="0" t="0" r="0" b="0"/>
              <a:pathLst>
                <a:path w="17" h="9">
                  <a:moveTo>
                    <a:pt x="17" y="4"/>
                  </a:moveTo>
                  <a:cubicBezTo>
                    <a:pt x="17" y="4"/>
                    <a:pt x="14" y="3"/>
                    <a:pt x="0" y="0"/>
                  </a:cubicBezTo>
                  <a:cubicBezTo>
                    <a:pt x="14" y="9"/>
                    <a:pt x="14" y="6"/>
                    <a:pt x="17" y="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6" name="Freeform 56"/>
            <p:cNvSpPr/>
            <p:nvPr/>
          </p:nvSpPr>
          <p:spPr>
            <a:xfrm>
              <a:off x="10560051" y="1558925"/>
              <a:ext cx="280988" cy="354012"/>
            </a:xfrm>
            <a:custGeom>
              <a:avLst/>
              <a:gdLst/>
              <a:ahLst/>
              <a:cxnLst>
                <a:cxn ang="0">
                  <a:pos x="153396" y="351133"/>
                </a:cxn>
                <a:cxn ang="0">
                  <a:pos x="203572" y="315157"/>
                </a:cxn>
                <a:cxn ang="0">
                  <a:pos x="253749" y="223056"/>
                </a:cxn>
                <a:cxn ang="0">
                  <a:pos x="266651" y="223056"/>
                </a:cxn>
                <a:cxn ang="0">
                  <a:pos x="275253" y="174127"/>
                </a:cxn>
                <a:cxn ang="0">
                  <a:pos x="266651" y="130955"/>
                </a:cxn>
                <a:cxn ang="0">
                  <a:pos x="275253" y="20147"/>
                </a:cxn>
                <a:cxn ang="0">
                  <a:pos x="113255" y="0"/>
                </a:cxn>
                <a:cxn ang="0">
                  <a:pos x="43008" y="37415"/>
                </a:cxn>
                <a:cxn ang="0">
                  <a:pos x="43008" y="130955"/>
                </a:cxn>
                <a:cxn ang="0">
                  <a:pos x="12902" y="130955"/>
                </a:cxn>
                <a:cxn ang="0">
                  <a:pos x="43008" y="214421"/>
                </a:cxn>
                <a:cxn ang="0">
                  <a:pos x="70247" y="306522"/>
                </a:cxn>
                <a:cxn ang="0">
                  <a:pos x="153396" y="351133"/>
                </a:cxn>
              </a:cxnLst>
              <a:rect l="0" t="0" r="0" b="0"/>
              <a:pathLst>
                <a:path w="196" h="246">
                  <a:moveTo>
                    <a:pt x="107" y="244"/>
                  </a:moveTo>
                  <a:cubicBezTo>
                    <a:pt x="124" y="246"/>
                    <a:pt x="137" y="225"/>
                    <a:pt x="142" y="219"/>
                  </a:cubicBezTo>
                  <a:cubicBezTo>
                    <a:pt x="147" y="213"/>
                    <a:pt x="173" y="171"/>
                    <a:pt x="177" y="155"/>
                  </a:cubicBezTo>
                  <a:cubicBezTo>
                    <a:pt x="177" y="155"/>
                    <a:pt x="185" y="160"/>
                    <a:pt x="186" y="155"/>
                  </a:cubicBezTo>
                  <a:cubicBezTo>
                    <a:pt x="186" y="155"/>
                    <a:pt x="190" y="127"/>
                    <a:pt x="192" y="121"/>
                  </a:cubicBezTo>
                  <a:cubicBezTo>
                    <a:pt x="194" y="115"/>
                    <a:pt x="196" y="92"/>
                    <a:pt x="186" y="91"/>
                  </a:cubicBezTo>
                  <a:lnTo>
                    <a:pt x="192" y="14"/>
                  </a:lnTo>
                  <a:lnTo>
                    <a:pt x="79" y="0"/>
                  </a:lnTo>
                  <a:lnTo>
                    <a:pt x="30" y="26"/>
                  </a:lnTo>
                  <a:lnTo>
                    <a:pt x="30" y="91"/>
                  </a:lnTo>
                  <a:cubicBezTo>
                    <a:pt x="30" y="91"/>
                    <a:pt x="13" y="83"/>
                    <a:pt x="9" y="91"/>
                  </a:cubicBezTo>
                  <a:cubicBezTo>
                    <a:pt x="9" y="91"/>
                    <a:pt x="0" y="150"/>
                    <a:pt x="30" y="149"/>
                  </a:cubicBezTo>
                  <a:cubicBezTo>
                    <a:pt x="30" y="149"/>
                    <a:pt x="36" y="194"/>
                    <a:pt x="49" y="213"/>
                  </a:cubicBezTo>
                  <a:cubicBezTo>
                    <a:pt x="63" y="232"/>
                    <a:pt x="82" y="242"/>
                    <a:pt x="107" y="244"/>
                  </a:cubicBez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7" name="Freeform 57"/>
            <p:cNvSpPr/>
            <p:nvPr/>
          </p:nvSpPr>
          <p:spPr>
            <a:xfrm>
              <a:off x="10560051" y="1560513"/>
              <a:ext cx="134938" cy="341312"/>
            </a:xfrm>
            <a:custGeom>
              <a:avLst/>
              <a:gdLst/>
              <a:ahLst/>
              <a:cxnLst>
                <a:cxn ang="0">
                  <a:pos x="117711" y="341312"/>
                </a:cxn>
                <a:cxn ang="0">
                  <a:pos x="78953" y="243382"/>
                </a:cxn>
                <a:cxn ang="0">
                  <a:pos x="91872" y="192978"/>
                </a:cxn>
                <a:cxn ang="0">
                  <a:pos x="78953" y="162735"/>
                </a:cxn>
                <a:cxn ang="0">
                  <a:pos x="104792" y="138252"/>
                </a:cxn>
                <a:cxn ang="0">
                  <a:pos x="122018" y="84967"/>
                </a:cxn>
                <a:cxn ang="0">
                  <a:pos x="134938" y="1440"/>
                </a:cxn>
                <a:cxn ang="0">
                  <a:pos x="113405" y="0"/>
                </a:cxn>
                <a:cxn ang="0">
                  <a:pos x="43065" y="36003"/>
                </a:cxn>
                <a:cxn ang="0">
                  <a:pos x="43065" y="129612"/>
                </a:cxn>
                <a:cxn ang="0">
                  <a:pos x="12919" y="129612"/>
                </a:cxn>
                <a:cxn ang="0">
                  <a:pos x="43065" y="213139"/>
                </a:cxn>
                <a:cxn ang="0">
                  <a:pos x="70340" y="305308"/>
                </a:cxn>
                <a:cxn ang="0">
                  <a:pos x="117711" y="341312"/>
                </a:cxn>
              </a:cxnLst>
              <a:rect l="0" t="0" r="0" b="0"/>
              <a:pathLst>
                <a:path w="94" h="237">
                  <a:moveTo>
                    <a:pt x="82" y="237"/>
                  </a:moveTo>
                  <a:cubicBezTo>
                    <a:pt x="68" y="217"/>
                    <a:pt x="55" y="169"/>
                    <a:pt x="55" y="169"/>
                  </a:cubicBezTo>
                  <a:cubicBezTo>
                    <a:pt x="53" y="157"/>
                    <a:pt x="64" y="134"/>
                    <a:pt x="64" y="134"/>
                  </a:cubicBezTo>
                  <a:lnTo>
                    <a:pt x="55" y="113"/>
                  </a:lnTo>
                  <a:cubicBezTo>
                    <a:pt x="55" y="106"/>
                    <a:pt x="73" y="96"/>
                    <a:pt x="73" y="96"/>
                  </a:cubicBezTo>
                  <a:cubicBezTo>
                    <a:pt x="73" y="96"/>
                    <a:pt x="84" y="69"/>
                    <a:pt x="85" y="59"/>
                  </a:cubicBezTo>
                  <a:cubicBezTo>
                    <a:pt x="86" y="53"/>
                    <a:pt x="91" y="26"/>
                    <a:pt x="94" y="1"/>
                  </a:cubicBezTo>
                  <a:lnTo>
                    <a:pt x="79" y="0"/>
                  </a:lnTo>
                  <a:lnTo>
                    <a:pt x="30" y="25"/>
                  </a:lnTo>
                  <a:lnTo>
                    <a:pt x="30" y="90"/>
                  </a:lnTo>
                  <a:cubicBezTo>
                    <a:pt x="30" y="90"/>
                    <a:pt x="13" y="82"/>
                    <a:pt x="9" y="90"/>
                  </a:cubicBezTo>
                  <a:cubicBezTo>
                    <a:pt x="9" y="90"/>
                    <a:pt x="0" y="149"/>
                    <a:pt x="30" y="148"/>
                  </a:cubicBezTo>
                  <a:cubicBezTo>
                    <a:pt x="30" y="148"/>
                    <a:pt x="36" y="193"/>
                    <a:pt x="49" y="212"/>
                  </a:cubicBezTo>
                  <a:cubicBezTo>
                    <a:pt x="58" y="224"/>
                    <a:pt x="69" y="232"/>
                    <a:pt x="82" y="237"/>
                  </a:cubicBezTo>
                  <a:close/>
                </a:path>
              </a:pathLst>
            </a:custGeom>
            <a:solidFill>
              <a:srgbClr val="E2A069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8" name="Freeform 58"/>
            <p:cNvSpPr/>
            <p:nvPr/>
          </p:nvSpPr>
          <p:spPr>
            <a:xfrm>
              <a:off x="10775951" y="1690688"/>
              <a:ext cx="68263" cy="166687"/>
            </a:xfrm>
            <a:custGeom>
              <a:avLst/>
              <a:gdLst/>
              <a:ahLst/>
              <a:cxnLst>
                <a:cxn ang="0">
                  <a:pos x="38397" y="91965"/>
                </a:cxn>
                <a:cxn ang="0">
                  <a:pos x="51197" y="91965"/>
                </a:cxn>
                <a:cxn ang="0">
                  <a:pos x="68263" y="27302"/>
                </a:cxn>
                <a:cxn ang="0">
                  <a:pos x="51197" y="0"/>
                </a:cxn>
                <a:cxn ang="0">
                  <a:pos x="29865" y="80469"/>
                </a:cxn>
                <a:cxn ang="0">
                  <a:pos x="0" y="107771"/>
                </a:cxn>
                <a:cxn ang="0">
                  <a:pos x="0" y="166687"/>
                </a:cxn>
                <a:cxn ang="0">
                  <a:pos x="38397" y="91965"/>
                </a:cxn>
              </a:cxnLst>
              <a:rect l="0" t="0" r="0" b="0"/>
              <a:pathLst>
                <a:path w="48" h="116">
                  <a:moveTo>
                    <a:pt x="27" y="64"/>
                  </a:moveTo>
                  <a:cubicBezTo>
                    <a:pt x="27" y="64"/>
                    <a:pt x="35" y="69"/>
                    <a:pt x="36" y="64"/>
                  </a:cubicBezTo>
                  <a:cubicBezTo>
                    <a:pt x="36" y="64"/>
                    <a:pt x="48" y="35"/>
                    <a:pt x="48" y="19"/>
                  </a:cubicBezTo>
                  <a:cubicBezTo>
                    <a:pt x="47" y="12"/>
                    <a:pt x="46" y="1"/>
                    <a:pt x="36" y="0"/>
                  </a:cubicBezTo>
                  <a:cubicBezTo>
                    <a:pt x="36" y="0"/>
                    <a:pt x="27" y="48"/>
                    <a:pt x="21" y="56"/>
                  </a:cubicBezTo>
                  <a:cubicBezTo>
                    <a:pt x="15" y="65"/>
                    <a:pt x="0" y="75"/>
                    <a:pt x="0" y="75"/>
                  </a:cubicBezTo>
                  <a:cubicBezTo>
                    <a:pt x="3" y="79"/>
                    <a:pt x="4" y="97"/>
                    <a:pt x="0" y="116"/>
                  </a:cubicBezTo>
                  <a:cubicBezTo>
                    <a:pt x="10" y="101"/>
                    <a:pt x="24" y="76"/>
                    <a:pt x="27" y="64"/>
                  </a:cubicBezTo>
                  <a:close/>
                </a:path>
              </a:pathLst>
            </a:custGeom>
            <a:solidFill>
              <a:srgbClr val="E2A069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9" name="Freeform 59"/>
            <p:cNvSpPr/>
            <p:nvPr/>
          </p:nvSpPr>
          <p:spPr>
            <a:xfrm>
              <a:off x="10583863" y="1484313"/>
              <a:ext cx="268288" cy="255587"/>
            </a:xfrm>
            <a:custGeom>
              <a:avLst/>
              <a:gdLst/>
              <a:ahLst/>
              <a:cxnLst>
                <a:cxn ang="0">
                  <a:pos x="266845" y="109127"/>
                </a:cxn>
                <a:cxn ang="0">
                  <a:pos x="183185" y="0"/>
                </a:cxn>
                <a:cxn ang="0">
                  <a:pos x="134144" y="10051"/>
                </a:cxn>
                <a:cxn ang="0">
                  <a:pos x="79332" y="15794"/>
                </a:cxn>
                <a:cxn ang="0">
                  <a:pos x="49041" y="31589"/>
                </a:cxn>
                <a:cxn ang="0">
                  <a:pos x="0" y="101947"/>
                </a:cxn>
                <a:cxn ang="0">
                  <a:pos x="4327" y="201023"/>
                </a:cxn>
                <a:cxn ang="0">
                  <a:pos x="15866" y="203895"/>
                </a:cxn>
                <a:cxn ang="0">
                  <a:pos x="21636" y="242664"/>
                </a:cxn>
                <a:cxn ang="0">
                  <a:pos x="28848" y="236920"/>
                </a:cxn>
                <a:cxn ang="0">
                  <a:pos x="36060" y="180921"/>
                </a:cxn>
                <a:cxn ang="0">
                  <a:pos x="36060" y="137844"/>
                </a:cxn>
                <a:cxn ang="0">
                  <a:pos x="63465" y="113434"/>
                </a:cxn>
                <a:cxn ang="0">
                  <a:pos x="115392" y="130665"/>
                </a:cxn>
                <a:cxn ang="0">
                  <a:pos x="154337" y="150767"/>
                </a:cxn>
                <a:cxn ang="0">
                  <a:pos x="158664" y="150767"/>
                </a:cxn>
                <a:cxn ang="0">
                  <a:pos x="178858" y="149331"/>
                </a:cxn>
                <a:cxn ang="0">
                  <a:pos x="216361" y="166562"/>
                </a:cxn>
                <a:cxn ang="0">
                  <a:pos x="207706" y="139280"/>
                </a:cxn>
                <a:cxn ang="0">
                  <a:pos x="214918" y="137844"/>
                </a:cxn>
                <a:cxn ang="0">
                  <a:pos x="226458" y="155075"/>
                </a:cxn>
                <a:cxn ang="0">
                  <a:pos x="230785" y="205331"/>
                </a:cxn>
                <a:cxn ang="0">
                  <a:pos x="229342" y="249843"/>
                </a:cxn>
                <a:cxn ang="0">
                  <a:pos x="232227" y="255587"/>
                </a:cxn>
                <a:cxn ang="0">
                  <a:pos x="243767" y="205331"/>
                </a:cxn>
                <a:cxn ang="0">
                  <a:pos x="253863" y="211074"/>
                </a:cxn>
                <a:cxn ang="0">
                  <a:pos x="265403" y="165126"/>
                </a:cxn>
                <a:cxn ang="0">
                  <a:pos x="266845" y="109127"/>
                </a:cxn>
              </a:cxnLst>
              <a:rect l="0" t="0" r="0" b="0"/>
              <a:pathLst>
                <a:path w="186" h="178">
                  <a:moveTo>
                    <a:pt x="185" y="76"/>
                  </a:moveTo>
                  <a:cubicBezTo>
                    <a:pt x="185" y="69"/>
                    <a:pt x="181" y="20"/>
                    <a:pt x="127" y="0"/>
                  </a:cubicBezTo>
                  <a:cubicBezTo>
                    <a:pt x="127" y="0"/>
                    <a:pt x="115" y="2"/>
                    <a:pt x="93" y="7"/>
                  </a:cubicBezTo>
                  <a:cubicBezTo>
                    <a:pt x="93" y="7"/>
                    <a:pt x="62" y="6"/>
                    <a:pt x="55" y="11"/>
                  </a:cubicBezTo>
                  <a:cubicBezTo>
                    <a:pt x="49" y="16"/>
                    <a:pt x="34" y="22"/>
                    <a:pt x="34" y="22"/>
                  </a:cubicBezTo>
                  <a:cubicBezTo>
                    <a:pt x="34" y="22"/>
                    <a:pt x="4" y="32"/>
                    <a:pt x="0" y="71"/>
                  </a:cubicBezTo>
                  <a:cubicBezTo>
                    <a:pt x="0" y="71"/>
                    <a:pt x="0" y="121"/>
                    <a:pt x="3" y="140"/>
                  </a:cubicBezTo>
                  <a:cubicBezTo>
                    <a:pt x="3" y="140"/>
                    <a:pt x="7" y="139"/>
                    <a:pt x="11" y="142"/>
                  </a:cubicBezTo>
                  <a:lnTo>
                    <a:pt x="15" y="169"/>
                  </a:lnTo>
                  <a:lnTo>
                    <a:pt x="20" y="165"/>
                  </a:lnTo>
                  <a:cubicBezTo>
                    <a:pt x="20" y="165"/>
                    <a:pt x="17" y="135"/>
                    <a:pt x="25" y="126"/>
                  </a:cubicBezTo>
                  <a:cubicBezTo>
                    <a:pt x="28" y="122"/>
                    <a:pt x="25" y="96"/>
                    <a:pt x="25" y="96"/>
                  </a:cubicBezTo>
                  <a:cubicBezTo>
                    <a:pt x="25" y="96"/>
                    <a:pt x="42" y="80"/>
                    <a:pt x="44" y="79"/>
                  </a:cubicBezTo>
                  <a:cubicBezTo>
                    <a:pt x="44" y="79"/>
                    <a:pt x="68" y="84"/>
                    <a:pt x="80" y="91"/>
                  </a:cubicBezTo>
                  <a:cubicBezTo>
                    <a:pt x="80" y="91"/>
                    <a:pt x="83" y="101"/>
                    <a:pt x="107" y="105"/>
                  </a:cubicBezTo>
                  <a:cubicBezTo>
                    <a:pt x="108" y="105"/>
                    <a:pt x="109" y="105"/>
                    <a:pt x="110" y="105"/>
                  </a:cubicBezTo>
                  <a:cubicBezTo>
                    <a:pt x="114" y="105"/>
                    <a:pt x="119" y="105"/>
                    <a:pt x="124" y="104"/>
                  </a:cubicBezTo>
                  <a:cubicBezTo>
                    <a:pt x="149" y="96"/>
                    <a:pt x="150" y="116"/>
                    <a:pt x="150" y="116"/>
                  </a:cubicBezTo>
                  <a:cubicBezTo>
                    <a:pt x="153" y="107"/>
                    <a:pt x="149" y="101"/>
                    <a:pt x="144" y="97"/>
                  </a:cubicBezTo>
                  <a:lnTo>
                    <a:pt x="149" y="96"/>
                  </a:lnTo>
                  <a:cubicBezTo>
                    <a:pt x="149" y="96"/>
                    <a:pt x="154" y="100"/>
                    <a:pt x="157" y="108"/>
                  </a:cubicBezTo>
                  <a:cubicBezTo>
                    <a:pt x="159" y="119"/>
                    <a:pt x="155" y="132"/>
                    <a:pt x="160" y="143"/>
                  </a:cubicBezTo>
                  <a:cubicBezTo>
                    <a:pt x="164" y="151"/>
                    <a:pt x="159" y="174"/>
                    <a:pt x="159" y="174"/>
                  </a:cubicBezTo>
                  <a:lnTo>
                    <a:pt x="161" y="178"/>
                  </a:lnTo>
                  <a:lnTo>
                    <a:pt x="169" y="143"/>
                  </a:lnTo>
                  <a:cubicBezTo>
                    <a:pt x="169" y="143"/>
                    <a:pt x="175" y="144"/>
                    <a:pt x="176" y="147"/>
                  </a:cubicBezTo>
                  <a:lnTo>
                    <a:pt x="184" y="115"/>
                  </a:lnTo>
                  <a:cubicBezTo>
                    <a:pt x="184" y="115"/>
                    <a:pt x="186" y="82"/>
                    <a:pt x="185" y="76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00" name="Freeform 60"/>
            <p:cNvSpPr/>
            <p:nvPr/>
          </p:nvSpPr>
          <p:spPr>
            <a:xfrm>
              <a:off x="10871201" y="2224088"/>
              <a:ext cx="50800" cy="280987"/>
            </a:xfrm>
            <a:custGeom>
              <a:avLst/>
              <a:gdLst/>
              <a:ahLst/>
              <a:cxnLst>
                <a:cxn ang="0">
                  <a:pos x="39511" y="157064"/>
                </a:cxn>
                <a:cxn ang="0">
                  <a:pos x="15522" y="0"/>
                </a:cxn>
                <a:cxn ang="0">
                  <a:pos x="0" y="237758"/>
                </a:cxn>
                <a:cxn ang="0">
                  <a:pos x="8466" y="280987"/>
                </a:cxn>
                <a:cxn ang="0">
                  <a:pos x="47977" y="280987"/>
                </a:cxn>
                <a:cxn ang="0">
                  <a:pos x="39511" y="157064"/>
                </a:cxn>
              </a:cxnLst>
              <a:rect l="0" t="0" r="0" b="0"/>
              <a:pathLst>
                <a:path w="36" h="195">
                  <a:moveTo>
                    <a:pt x="28" y="109"/>
                  </a:moveTo>
                  <a:cubicBezTo>
                    <a:pt x="36" y="79"/>
                    <a:pt x="20" y="16"/>
                    <a:pt x="11" y="0"/>
                  </a:cubicBezTo>
                  <a:lnTo>
                    <a:pt x="0" y="165"/>
                  </a:lnTo>
                  <a:lnTo>
                    <a:pt x="6" y="195"/>
                  </a:lnTo>
                  <a:cubicBezTo>
                    <a:pt x="6" y="195"/>
                    <a:pt x="18" y="195"/>
                    <a:pt x="34" y="195"/>
                  </a:cubicBezTo>
                  <a:cubicBezTo>
                    <a:pt x="29" y="170"/>
                    <a:pt x="23" y="129"/>
                    <a:pt x="28" y="109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01" name="Freeform 61"/>
            <p:cNvSpPr/>
            <p:nvPr/>
          </p:nvSpPr>
          <p:spPr>
            <a:xfrm>
              <a:off x="10769601" y="1960563"/>
              <a:ext cx="173038" cy="1022350"/>
            </a:xfrm>
            <a:custGeom>
              <a:avLst/>
              <a:gdLst/>
              <a:ahLst/>
              <a:cxnLst>
                <a:cxn ang="0">
                  <a:pos x="79309" y="997905"/>
                </a:cxn>
                <a:cxn ang="0">
                  <a:pos x="155734" y="1022350"/>
                </a:cxn>
                <a:cxn ang="0">
                  <a:pos x="173038" y="1010846"/>
                </a:cxn>
                <a:cxn ang="0">
                  <a:pos x="126894" y="529148"/>
                </a:cxn>
                <a:cxn ang="0">
                  <a:pos x="126894" y="313463"/>
                </a:cxn>
                <a:cxn ang="0">
                  <a:pos x="126894" y="181175"/>
                </a:cxn>
                <a:cxn ang="0">
                  <a:pos x="79309" y="57516"/>
                </a:cxn>
                <a:cxn ang="0">
                  <a:pos x="1441" y="0"/>
                </a:cxn>
                <a:cxn ang="0">
                  <a:pos x="0" y="57516"/>
                </a:cxn>
                <a:cxn ang="0">
                  <a:pos x="79309" y="277515"/>
                </a:cxn>
                <a:cxn ang="0">
                  <a:pos x="63447" y="425619"/>
                </a:cxn>
                <a:cxn ang="0">
                  <a:pos x="95170" y="731893"/>
                </a:cxn>
                <a:cxn ang="0">
                  <a:pos x="79309" y="997905"/>
                </a:cxn>
              </a:cxnLst>
              <a:rect l="0" t="0" r="0" b="0"/>
              <a:pathLst>
                <a:path w="120" h="711">
                  <a:moveTo>
                    <a:pt x="55" y="694"/>
                  </a:moveTo>
                  <a:lnTo>
                    <a:pt x="108" y="711"/>
                  </a:lnTo>
                  <a:lnTo>
                    <a:pt x="120" y="703"/>
                  </a:lnTo>
                  <a:cubicBezTo>
                    <a:pt x="120" y="703"/>
                    <a:pt x="111" y="437"/>
                    <a:pt x="88" y="368"/>
                  </a:cubicBezTo>
                  <a:cubicBezTo>
                    <a:pt x="88" y="368"/>
                    <a:pt x="87" y="244"/>
                    <a:pt x="88" y="218"/>
                  </a:cubicBezTo>
                  <a:cubicBezTo>
                    <a:pt x="88" y="193"/>
                    <a:pt x="89" y="140"/>
                    <a:pt x="88" y="126"/>
                  </a:cubicBezTo>
                  <a:cubicBezTo>
                    <a:pt x="87" y="113"/>
                    <a:pt x="67" y="57"/>
                    <a:pt x="55" y="40"/>
                  </a:cubicBezTo>
                  <a:lnTo>
                    <a:pt x="1" y="0"/>
                  </a:lnTo>
                  <a:lnTo>
                    <a:pt x="0" y="40"/>
                  </a:lnTo>
                  <a:cubicBezTo>
                    <a:pt x="0" y="40"/>
                    <a:pt x="57" y="160"/>
                    <a:pt x="55" y="193"/>
                  </a:cubicBezTo>
                  <a:cubicBezTo>
                    <a:pt x="55" y="193"/>
                    <a:pt x="43" y="288"/>
                    <a:pt x="44" y="296"/>
                  </a:cubicBezTo>
                  <a:cubicBezTo>
                    <a:pt x="45" y="304"/>
                    <a:pt x="66" y="492"/>
                    <a:pt x="66" y="509"/>
                  </a:cubicBezTo>
                  <a:cubicBezTo>
                    <a:pt x="66" y="526"/>
                    <a:pt x="55" y="694"/>
                    <a:pt x="55" y="694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2011469" y="1302334"/>
            <a:ext cx="8208410" cy="5015865"/>
            <a:chOff x="3380552" y="2063661"/>
            <a:chExt cx="7857489" cy="4406010"/>
          </a:xfrm>
        </p:grpSpPr>
        <p:sp>
          <p:nvSpPr>
            <p:cNvPr id="43" name="TextBox 42"/>
            <p:cNvSpPr txBox="1"/>
            <p:nvPr/>
          </p:nvSpPr>
          <p:spPr>
            <a:xfrm>
              <a:off x="4199104" y="2063661"/>
              <a:ext cx="7038937" cy="44060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2"/>
                  </a:solidFill>
                </a:rPr>
                <a:t>认识挡位选择开关</a:t>
              </a:r>
              <a:endParaRPr lang="en-US" altLang="zh-CN" sz="2400" b="1" dirty="0">
                <a:solidFill>
                  <a:schemeClr val="tx2"/>
                </a:solidFill>
              </a:endParaRPr>
            </a:p>
            <a:p>
              <a:r>
                <a:rPr lang="en-US" sz="2000" dirty="0"/>
                <a:t>MF-47</a:t>
              </a:r>
              <a:r>
                <a:rPr lang="zh-CN" altLang="en-US" sz="2000" dirty="0"/>
                <a:t>型指针式万用电表的挡位选择开关</a:t>
              </a:r>
              <a:endParaRPr lang="en-US" altLang="zh-CN" sz="2000" dirty="0"/>
            </a:p>
            <a:p>
              <a:r>
                <a:rPr lang="zh-CN" altLang="en-US" sz="2000" dirty="0"/>
                <a:t>如图所示，包括欧姆挡（电阻挡）、</a:t>
              </a:r>
              <a:endParaRPr lang="en-US" altLang="zh-CN" sz="2000" dirty="0"/>
            </a:p>
            <a:p>
              <a:r>
                <a:rPr lang="zh-CN" altLang="en-US" sz="2000" dirty="0"/>
                <a:t>交流电压挡、直流电压挡、</a:t>
              </a:r>
              <a:endParaRPr lang="en-US" altLang="zh-CN" sz="2000" dirty="0"/>
            </a:p>
            <a:p>
              <a:r>
                <a:rPr lang="zh-CN" altLang="en-US" sz="2000" dirty="0"/>
                <a:t>直流电流挡和三极管放大倍数挡</a:t>
              </a:r>
              <a:endParaRPr lang="en-US" altLang="zh-CN" sz="2000" b="1" dirty="0">
                <a:solidFill>
                  <a:schemeClr val="tx2"/>
                </a:solidFill>
              </a:endParaRPr>
            </a:p>
            <a:p>
              <a:r>
                <a:rPr lang="zh-CN" altLang="en-US" sz="1800" dirty="0"/>
                <a:t>（</a:t>
              </a:r>
              <a:r>
                <a:rPr lang="en-US" sz="1800" dirty="0"/>
                <a:t>1</a:t>
              </a:r>
              <a:r>
                <a:rPr lang="zh-CN" altLang="en-US" sz="1800" dirty="0"/>
                <a:t>）</a:t>
              </a:r>
              <a:r>
                <a:rPr lang="zh-CN" altLang="en-US" sz="1800" b="1" dirty="0">
                  <a:solidFill>
                    <a:schemeClr val="tx2"/>
                  </a:solidFill>
                </a:rPr>
                <a:t>欧姆挡</a:t>
              </a:r>
              <a:r>
                <a:rPr lang="en-US" altLang="zh-CN" sz="1800" dirty="0"/>
                <a:t>——“</a:t>
              </a:r>
              <a:r>
                <a:rPr lang="en-US" sz="1800" dirty="0"/>
                <a:t>Ω</a:t>
              </a:r>
              <a:r>
                <a:rPr lang="zh-CN" altLang="en-US" sz="1800" dirty="0"/>
                <a:t>”</a:t>
              </a:r>
              <a:endParaRPr lang="en-US" altLang="zh-CN" sz="1800" dirty="0"/>
            </a:p>
            <a:p>
              <a:r>
                <a:rPr lang="zh-CN" altLang="en-US" sz="1800" dirty="0"/>
                <a:t>（</a:t>
              </a:r>
              <a:r>
                <a:rPr lang="en-US" sz="1800" dirty="0"/>
                <a:t>2</a:t>
              </a:r>
              <a:r>
                <a:rPr lang="zh-CN" altLang="en-US" sz="1800" dirty="0"/>
                <a:t>）</a:t>
              </a:r>
              <a:r>
                <a:rPr lang="zh-CN" altLang="en-US" sz="1800" b="1" dirty="0">
                  <a:solidFill>
                    <a:schemeClr val="tx2"/>
                  </a:solidFill>
                </a:rPr>
                <a:t>交流电压挡</a:t>
              </a:r>
              <a:r>
                <a:rPr lang="en-US" altLang="zh-CN" sz="1800" dirty="0"/>
                <a:t>——“</a:t>
              </a:r>
              <a:r>
                <a:rPr lang="en-US" sz="1800" dirty="0"/>
                <a:t>ACV</a:t>
              </a:r>
              <a:r>
                <a:rPr lang="zh-CN" altLang="en-US" sz="1800" dirty="0"/>
                <a:t>”</a:t>
              </a:r>
              <a:endParaRPr lang="en-US" sz="1800" dirty="0"/>
            </a:p>
            <a:p>
              <a:r>
                <a:rPr lang="zh-CN" altLang="en-US" sz="1800" dirty="0"/>
                <a:t>有</a:t>
              </a:r>
              <a:r>
                <a:rPr lang="en-US" sz="1800" dirty="0"/>
                <a:t>10 V</a:t>
              </a:r>
              <a:r>
                <a:rPr lang="zh-CN" altLang="en-US" sz="1800" dirty="0"/>
                <a:t>、</a:t>
              </a:r>
              <a:r>
                <a:rPr lang="en-US" sz="1800" dirty="0"/>
                <a:t>50 V</a:t>
              </a:r>
              <a:r>
                <a:rPr lang="zh-CN" altLang="en-US" sz="1800" dirty="0"/>
                <a:t>、</a:t>
              </a:r>
              <a:r>
                <a:rPr lang="en-US" sz="1800" dirty="0"/>
                <a:t>250 V</a:t>
              </a:r>
              <a:r>
                <a:rPr lang="zh-CN" altLang="en-US" sz="1800" dirty="0"/>
                <a:t>、</a:t>
              </a:r>
              <a:r>
                <a:rPr lang="en-US" sz="1800" dirty="0"/>
                <a:t>500 V</a:t>
              </a:r>
              <a:r>
                <a:rPr lang="zh-CN" altLang="en-US" sz="1800" dirty="0"/>
                <a:t>、</a:t>
              </a:r>
              <a:r>
                <a:rPr lang="en-US" sz="1800" dirty="0"/>
                <a:t>1000 V</a:t>
              </a:r>
              <a:r>
                <a:rPr lang="zh-CN" altLang="en-US" sz="1800" dirty="0"/>
                <a:t>、</a:t>
              </a:r>
              <a:r>
                <a:rPr lang="en-US" sz="1800" dirty="0"/>
                <a:t>2500 V</a:t>
              </a:r>
              <a:r>
                <a:rPr lang="zh-CN" altLang="en-US" sz="1800" dirty="0"/>
                <a:t>六个挡位。</a:t>
              </a:r>
              <a:endParaRPr lang="en-US" sz="1800" dirty="0"/>
            </a:p>
            <a:p>
              <a:r>
                <a:rPr lang="zh-CN" altLang="en-US" sz="1800" dirty="0"/>
                <a:t>（</a:t>
              </a:r>
              <a:r>
                <a:rPr lang="en-US" sz="1800" dirty="0"/>
                <a:t>3</a:t>
              </a:r>
              <a:r>
                <a:rPr lang="zh-CN" altLang="en-US" sz="1800" dirty="0"/>
                <a:t>）</a:t>
              </a:r>
              <a:r>
                <a:rPr lang="zh-CN" altLang="en-US" sz="1800" b="1" dirty="0">
                  <a:solidFill>
                    <a:schemeClr val="tx2"/>
                  </a:solidFill>
                </a:rPr>
                <a:t>直流电压挡</a:t>
              </a:r>
              <a:r>
                <a:rPr lang="en-US" altLang="zh-CN" sz="1800" dirty="0"/>
                <a:t>——“</a:t>
              </a:r>
              <a:r>
                <a:rPr lang="en-US" sz="1800" dirty="0"/>
                <a:t>DCV</a:t>
              </a:r>
              <a:r>
                <a:rPr lang="zh-CN" altLang="en-US" sz="1800" dirty="0"/>
                <a:t>”</a:t>
              </a:r>
              <a:endParaRPr lang="en-US" sz="1800" dirty="0"/>
            </a:p>
            <a:p>
              <a:r>
                <a:rPr lang="zh-CN" altLang="en-US" sz="1800" dirty="0"/>
                <a:t>有</a:t>
              </a:r>
              <a:r>
                <a:rPr lang="en-US" sz="1800" dirty="0"/>
                <a:t>0.25 V</a:t>
              </a:r>
              <a:r>
                <a:rPr lang="zh-CN" altLang="en-US" sz="1800" dirty="0"/>
                <a:t>、</a:t>
              </a:r>
              <a:r>
                <a:rPr lang="en-US" sz="1800" dirty="0"/>
                <a:t>1 V</a:t>
              </a:r>
              <a:r>
                <a:rPr lang="zh-CN" altLang="en-US" sz="1800" dirty="0"/>
                <a:t>、</a:t>
              </a:r>
              <a:r>
                <a:rPr lang="en-US" sz="1800" dirty="0"/>
                <a:t>2.5 V</a:t>
              </a:r>
              <a:r>
                <a:rPr lang="zh-CN" altLang="en-US" sz="1800" dirty="0"/>
                <a:t>、</a:t>
              </a:r>
              <a:r>
                <a:rPr lang="en-US" sz="1800" dirty="0"/>
                <a:t>10 V</a:t>
              </a:r>
              <a:r>
                <a:rPr lang="zh-CN" altLang="en-US" sz="1800" dirty="0"/>
                <a:t>、</a:t>
              </a:r>
              <a:r>
                <a:rPr lang="en-US" sz="1800" dirty="0"/>
                <a:t>50 V</a:t>
              </a:r>
              <a:r>
                <a:rPr lang="zh-CN" altLang="en-US" sz="1800" dirty="0"/>
                <a:t>、</a:t>
              </a:r>
              <a:r>
                <a:rPr lang="en-US" sz="1800" dirty="0"/>
                <a:t>250 V</a:t>
              </a:r>
              <a:r>
                <a:rPr lang="zh-CN" altLang="en-US" sz="1800" dirty="0"/>
                <a:t>、</a:t>
              </a:r>
              <a:r>
                <a:rPr lang="en-US" sz="1800" dirty="0"/>
                <a:t>500 V</a:t>
              </a:r>
              <a:r>
                <a:rPr lang="zh-CN" altLang="en-US" sz="1800" dirty="0"/>
                <a:t>、</a:t>
              </a:r>
              <a:r>
                <a:rPr lang="en-US" sz="1800" dirty="0"/>
                <a:t>1000 V</a:t>
              </a:r>
              <a:r>
                <a:rPr lang="zh-CN" altLang="en-US" sz="1800" dirty="0"/>
                <a:t>、</a:t>
              </a:r>
              <a:r>
                <a:rPr lang="en-US" sz="1800" dirty="0"/>
                <a:t>2500 V</a:t>
              </a:r>
              <a:r>
                <a:rPr lang="zh-CN" altLang="en-US" sz="1800" dirty="0"/>
                <a:t>九个挡位。</a:t>
              </a:r>
              <a:endParaRPr lang="en-US" sz="1800" dirty="0"/>
            </a:p>
            <a:p>
              <a:r>
                <a:rPr lang="zh-CN" altLang="en-US" sz="1800" dirty="0"/>
                <a:t>（</a:t>
              </a:r>
              <a:r>
                <a:rPr lang="en-US" sz="1800" dirty="0"/>
                <a:t>4</a:t>
              </a:r>
              <a:r>
                <a:rPr lang="zh-CN" altLang="en-US" sz="1800" dirty="0"/>
                <a:t>）</a:t>
              </a:r>
              <a:r>
                <a:rPr lang="zh-CN" altLang="en-US" sz="1800" b="1" dirty="0">
                  <a:solidFill>
                    <a:schemeClr val="tx2"/>
                  </a:solidFill>
                </a:rPr>
                <a:t>直流电流挡</a:t>
              </a:r>
              <a:r>
                <a:rPr lang="en-US" altLang="zh-CN" sz="1800" dirty="0"/>
                <a:t>——“</a:t>
              </a:r>
              <a:r>
                <a:rPr lang="en-US" sz="1800" dirty="0" err="1"/>
                <a:t>DCmA</a:t>
              </a:r>
              <a:r>
                <a:rPr lang="zh-CN" altLang="en-US" sz="1800" dirty="0"/>
                <a:t>”</a:t>
              </a:r>
              <a:endParaRPr lang="en-US" altLang="zh-CN" sz="1800" dirty="0"/>
            </a:p>
            <a:p>
              <a:r>
                <a:rPr lang="zh-CN" altLang="en-US" sz="1800" dirty="0"/>
                <a:t>有</a:t>
              </a:r>
              <a:r>
                <a:rPr lang="en-US" altLang="zh-CN" sz="1800" dirty="0"/>
                <a:t>50</a:t>
              </a:r>
              <a:r>
                <a:rPr lang="zh-CN" altLang="en-US" sz="1800" dirty="0"/>
                <a:t>       、</a:t>
              </a:r>
              <a:r>
                <a:rPr lang="en-US" sz="1800" dirty="0"/>
                <a:t>0.5 mA</a:t>
              </a:r>
              <a:r>
                <a:rPr lang="zh-CN" altLang="en-US" sz="1800" dirty="0"/>
                <a:t>、</a:t>
              </a:r>
              <a:r>
                <a:rPr lang="en-US" sz="1800" dirty="0"/>
                <a:t>5 mA</a:t>
              </a:r>
              <a:r>
                <a:rPr lang="zh-CN" altLang="en-US" sz="1800" dirty="0"/>
                <a:t>、</a:t>
              </a:r>
              <a:r>
                <a:rPr lang="en-US" sz="1800" dirty="0"/>
                <a:t>50 mA</a:t>
              </a:r>
              <a:r>
                <a:rPr lang="zh-CN" altLang="en-US" sz="1800" dirty="0"/>
                <a:t>、</a:t>
              </a:r>
              <a:r>
                <a:rPr lang="en-US" sz="1800" dirty="0"/>
                <a:t>500 mA</a:t>
              </a:r>
              <a:r>
                <a:rPr lang="zh-CN" altLang="en-US" sz="1800" dirty="0"/>
                <a:t>、</a:t>
              </a:r>
              <a:r>
                <a:rPr lang="en-US" sz="1800" dirty="0"/>
                <a:t>10 A</a:t>
              </a:r>
              <a:r>
                <a:rPr lang="zh-CN" altLang="en-US" sz="1800" dirty="0"/>
                <a:t>六个挡位。</a:t>
              </a:r>
              <a:endParaRPr lang="en-US" sz="1800" dirty="0"/>
            </a:p>
            <a:p>
              <a:endParaRPr lang="zh-CN" altLang="en-US" sz="1800" dirty="0"/>
            </a:p>
            <a:p>
              <a:r>
                <a:rPr lang="zh-CN" altLang="en-US" sz="1800" dirty="0"/>
                <a:t>（</a:t>
              </a:r>
              <a:r>
                <a:rPr lang="en-US" sz="1800" dirty="0"/>
                <a:t>5</a:t>
              </a:r>
              <a:r>
                <a:rPr lang="zh-CN" altLang="en-US" sz="1800" dirty="0"/>
                <a:t>）三极管放大倍数挡</a:t>
              </a:r>
              <a:r>
                <a:rPr lang="en-US" altLang="zh-CN" sz="1800" dirty="0"/>
                <a:t>——“</a:t>
              </a:r>
              <a:r>
                <a:rPr lang="en-US" sz="1800" dirty="0" err="1"/>
                <a:t>hFE</a:t>
              </a:r>
              <a:r>
                <a:rPr lang="zh-CN" altLang="en-US" sz="1800" dirty="0"/>
                <a:t>”</a:t>
              </a:r>
              <a:endParaRPr lang="en-US" altLang="zh-CN" sz="1800" dirty="0"/>
            </a:p>
            <a:p>
              <a:r>
                <a:rPr lang="zh-CN" altLang="en-US" sz="1800" dirty="0"/>
                <a:t>三极管放大倍数挡与</a:t>
              </a:r>
              <a:r>
                <a:rPr lang="en-US" altLang="zh-CN" sz="1800" dirty="0"/>
                <a:t>   </a:t>
              </a:r>
              <a:r>
                <a:rPr lang="en-US" sz="1800" dirty="0"/>
                <a:t>10Ω</a:t>
              </a:r>
              <a:r>
                <a:rPr lang="zh-CN" altLang="en-US" sz="1800" dirty="0"/>
                <a:t>挡（欧姆挡）共用一个挡位</a:t>
              </a:r>
              <a:endParaRPr lang="en-US" sz="1800" dirty="0"/>
            </a:p>
            <a:p>
              <a:endParaRPr lang="en-US" sz="1800" dirty="0"/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3380552" y="3001164"/>
              <a:ext cx="873508" cy="721908"/>
              <a:chOff x="5068633" y="2299927"/>
              <a:chExt cx="554400" cy="458182"/>
            </a:xfrm>
          </p:grpSpPr>
          <p:sp>
            <p:nvSpPr>
              <p:cNvPr id="51" name="六边形 50"/>
              <p:cNvSpPr/>
              <p:nvPr/>
            </p:nvSpPr>
            <p:spPr>
              <a:xfrm>
                <a:off x="5068633" y="2299927"/>
                <a:ext cx="554400" cy="458182"/>
              </a:xfrm>
              <a:prstGeom prst="hexagon">
                <a:avLst/>
              </a:prstGeom>
              <a:solidFill>
                <a:srgbClr val="A0BF0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Freeform 72"/>
              <p:cNvSpPr>
                <a:spLocks noEditPoints="1"/>
              </p:cNvSpPr>
              <p:nvPr/>
            </p:nvSpPr>
            <p:spPr bwMode="auto">
              <a:xfrm>
                <a:off x="5180447" y="2343925"/>
                <a:ext cx="369521" cy="370187"/>
              </a:xfrm>
              <a:custGeom>
                <a:avLst/>
                <a:gdLst>
                  <a:gd name="T0" fmla="*/ 337 w 411"/>
                  <a:gd name="T1" fmla="*/ 198 h 412"/>
                  <a:gd name="T2" fmla="*/ 284 w 411"/>
                  <a:gd name="T3" fmla="*/ 220 h 412"/>
                  <a:gd name="T4" fmla="*/ 249 w 411"/>
                  <a:gd name="T5" fmla="*/ 185 h 412"/>
                  <a:gd name="T6" fmla="*/ 283 w 411"/>
                  <a:gd name="T7" fmla="*/ 107 h 412"/>
                  <a:gd name="T8" fmla="*/ 176 w 411"/>
                  <a:gd name="T9" fmla="*/ 0 h 412"/>
                  <a:gd name="T10" fmla="*/ 68 w 411"/>
                  <a:gd name="T11" fmla="*/ 107 h 412"/>
                  <a:gd name="T12" fmla="*/ 116 w 411"/>
                  <a:gd name="T13" fmla="*/ 196 h 412"/>
                  <a:gd name="T14" fmla="*/ 96 w 411"/>
                  <a:gd name="T15" fmla="*/ 266 h 412"/>
                  <a:gd name="T16" fmla="*/ 74 w 411"/>
                  <a:gd name="T17" fmla="*/ 263 h 412"/>
                  <a:gd name="T18" fmla="*/ 0 w 411"/>
                  <a:gd name="T19" fmla="*/ 337 h 412"/>
                  <a:gd name="T20" fmla="*/ 74 w 411"/>
                  <a:gd name="T21" fmla="*/ 412 h 412"/>
                  <a:gd name="T22" fmla="*/ 149 w 411"/>
                  <a:gd name="T23" fmla="*/ 337 h 412"/>
                  <a:gd name="T24" fmla="*/ 110 w 411"/>
                  <a:gd name="T25" fmla="*/ 272 h 412"/>
                  <a:gd name="T26" fmla="*/ 130 w 411"/>
                  <a:gd name="T27" fmla="*/ 204 h 412"/>
                  <a:gd name="T28" fmla="*/ 176 w 411"/>
                  <a:gd name="T29" fmla="*/ 214 h 412"/>
                  <a:gd name="T30" fmla="*/ 238 w 411"/>
                  <a:gd name="T31" fmla="*/ 195 h 412"/>
                  <a:gd name="T32" fmla="*/ 275 w 411"/>
                  <a:gd name="T33" fmla="*/ 232 h 412"/>
                  <a:gd name="T34" fmla="*/ 262 w 411"/>
                  <a:gd name="T35" fmla="*/ 273 h 412"/>
                  <a:gd name="T36" fmla="*/ 337 w 411"/>
                  <a:gd name="T37" fmla="*/ 347 h 412"/>
                  <a:gd name="T38" fmla="*/ 411 w 411"/>
                  <a:gd name="T39" fmla="*/ 273 h 412"/>
                  <a:gd name="T40" fmla="*/ 337 w 411"/>
                  <a:gd name="T41" fmla="*/ 198 h 412"/>
                  <a:gd name="T42" fmla="*/ 134 w 411"/>
                  <a:gd name="T43" fmla="*/ 337 h 412"/>
                  <a:gd name="T44" fmla="*/ 74 w 411"/>
                  <a:gd name="T45" fmla="*/ 397 h 412"/>
                  <a:gd name="T46" fmla="*/ 14 w 411"/>
                  <a:gd name="T47" fmla="*/ 337 h 412"/>
                  <a:gd name="T48" fmla="*/ 74 w 411"/>
                  <a:gd name="T49" fmla="*/ 278 h 412"/>
                  <a:gd name="T50" fmla="*/ 134 w 411"/>
                  <a:gd name="T51" fmla="*/ 337 h 412"/>
                  <a:gd name="T52" fmla="*/ 83 w 411"/>
                  <a:gd name="T53" fmla="*/ 107 h 412"/>
                  <a:gd name="T54" fmla="*/ 176 w 411"/>
                  <a:gd name="T55" fmla="*/ 14 h 412"/>
                  <a:gd name="T56" fmla="*/ 268 w 411"/>
                  <a:gd name="T57" fmla="*/ 107 h 412"/>
                  <a:gd name="T58" fmla="*/ 176 w 411"/>
                  <a:gd name="T59" fmla="*/ 200 h 412"/>
                  <a:gd name="T60" fmla="*/ 83 w 411"/>
                  <a:gd name="T61" fmla="*/ 107 h 412"/>
                  <a:gd name="T62" fmla="*/ 337 w 411"/>
                  <a:gd name="T63" fmla="*/ 332 h 412"/>
                  <a:gd name="T64" fmla="*/ 277 w 411"/>
                  <a:gd name="T65" fmla="*/ 273 h 412"/>
                  <a:gd name="T66" fmla="*/ 337 w 411"/>
                  <a:gd name="T67" fmla="*/ 213 h 412"/>
                  <a:gd name="T68" fmla="*/ 397 w 411"/>
                  <a:gd name="T69" fmla="*/ 273 h 412"/>
                  <a:gd name="T70" fmla="*/ 337 w 411"/>
                  <a:gd name="T71" fmla="*/ 332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11" h="412">
                    <a:moveTo>
                      <a:pt x="337" y="198"/>
                    </a:moveTo>
                    <a:cubicBezTo>
                      <a:pt x="316" y="198"/>
                      <a:pt x="298" y="206"/>
                      <a:pt x="284" y="220"/>
                    </a:cubicBezTo>
                    <a:cubicBezTo>
                      <a:pt x="249" y="185"/>
                      <a:pt x="249" y="185"/>
                      <a:pt x="249" y="185"/>
                    </a:cubicBezTo>
                    <a:cubicBezTo>
                      <a:pt x="270" y="166"/>
                      <a:pt x="283" y="138"/>
                      <a:pt x="283" y="107"/>
                    </a:cubicBezTo>
                    <a:cubicBezTo>
                      <a:pt x="283" y="48"/>
                      <a:pt x="235" y="0"/>
                      <a:pt x="176" y="0"/>
                    </a:cubicBezTo>
                    <a:cubicBezTo>
                      <a:pt x="117" y="0"/>
                      <a:pt x="68" y="48"/>
                      <a:pt x="68" y="107"/>
                    </a:cubicBezTo>
                    <a:cubicBezTo>
                      <a:pt x="68" y="144"/>
                      <a:pt x="88" y="177"/>
                      <a:pt x="116" y="196"/>
                    </a:cubicBezTo>
                    <a:cubicBezTo>
                      <a:pt x="96" y="266"/>
                      <a:pt x="96" y="266"/>
                      <a:pt x="96" y="266"/>
                    </a:cubicBezTo>
                    <a:cubicBezTo>
                      <a:pt x="89" y="264"/>
                      <a:pt x="82" y="263"/>
                      <a:pt x="74" y="263"/>
                    </a:cubicBezTo>
                    <a:cubicBezTo>
                      <a:pt x="33" y="263"/>
                      <a:pt x="0" y="296"/>
                      <a:pt x="0" y="337"/>
                    </a:cubicBezTo>
                    <a:cubicBezTo>
                      <a:pt x="0" y="378"/>
                      <a:pt x="33" y="412"/>
                      <a:pt x="74" y="412"/>
                    </a:cubicBezTo>
                    <a:cubicBezTo>
                      <a:pt x="115" y="412"/>
                      <a:pt x="149" y="378"/>
                      <a:pt x="149" y="337"/>
                    </a:cubicBezTo>
                    <a:cubicBezTo>
                      <a:pt x="149" y="309"/>
                      <a:pt x="133" y="284"/>
                      <a:pt x="110" y="272"/>
                    </a:cubicBezTo>
                    <a:cubicBezTo>
                      <a:pt x="130" y="204"/>
                      <a:pt x="130" y="204"/>
                      <a:pt x="130" y="204"/>
                    </a:cubicBezTo>
                    <a:cubicBezTo>
                      <a:pt x="144" y="210"/>
                      <a:pt x="159" y="214"/>
                      <a:pt x="176" y="214"/>
                    </a:cubicBezTo>
                    <a:cubicBezTo>
                      <a:pt x="199" y="214"/>
                      <a:pt x="220" y="207"/>
                      <a:pt x="238" y="195"/>
                    </a:cubicBezTo>
                    <a:cubicBezTo>
                      <a:pt x="275" y="232"/>
                      <a:pt x="275" y="232"/>
                      <a:pt x="275" y="232"/>
                    </a:cubicBezTo>
                    <a:cubicBezTo>
                      <a:pt x="267" y="243"/>
                      <a:pt x="262" y="257"/>
                      <a:pt x="262" y="273"/>
                    </a:cubicBezTo>
                    <a:cubicBezTo>
                      <a:pt x="262" y="314"/>
                      <a:pt x="296" y="347"/>
                      <a:pt x="337" y="347"/>
                    </a:cubicBezTo>
                    <a:cubicBezTo>
                      <a:pt x="378" y="347"/>
                      <a:pt x="411" y="314"/>
                      <a:pt x="411" y="273"/>
                    </a:cubicBezTo>
                    <a:cubicBezTo>
                      <a:pt x="411" y="231"/>
                      <a:pt x="378" y="198"/>
                      <a:pt x="337" y="198"/>
                    </a:cubicBezTo>
                    <a:close/>
                    <a:moveTo>
                      <a:pt x="134" y="337"/>
                    </a:moveTo>
                    <a:cubicBezTo>
                      <a:pt x="134" y="370"/>
                      <a:pt x="107" y="397"/>
                      <a:pt x="74" y="397"/>
                    </a:cubicBezTo>
                    <a:cubicBezTo>
                      <a:pt x="41" y="397"/>
                      <a:pt x="14" y="370"/>
                      <a:pt x="14" y="337"/>
                    </a:cubicBezTo>
                    <a:cubicBezTo>
                      <a:pt x="14" y="304"/>
                      <a:pt x="41" y="278"/>
                      <a:pt x="74" y="278"/>
                    </a:cubicBezTo>
                    <a:cubicBezTo>
                      <a:pt x="107" y="278"/>
                      <a:pt x="134" y="304"/>
                      <a:pt x="134" y="337"/>
                    </a:cubicBezTo>
                    <a:close/>
                    <a:moveTo>
                      <a:pt x="83" y="107"/>
                    </a:moveTo>
                    <a:cubicBezTo>
                      <a:pt x="83" y="56"/>
                      <a:pt x="125" y="14"/>
                      <a:pt x="176" y="14"/>
                    </a:cubicBezTo>
                    <a:cubicBezTo>
                      <a:pt x="227" y="14"/>
                      <a:pt x="268" y="56"/>
                      <a:pt x="268" y="107"/>
                    </a:cubicBezTo>
                    <a:cubicBezTo>
                      <a:pt x="268" y="158"/>
                      <a:pt x="227" y="200"/>
                      <a:pt x="176" y="200"/>
                    </a:cubicBezTo>
                    <a:cubicBezTo>
                      <a:pt x="125" y="200"/>
                      <a:pt x="83" y="158"/>
                      <a:pt x="83" y="107"/>
                    </a:cubicBezTo>
                    <a:close/>
                    <a:moveTo>
                      <a:pt x="337" y="332"/>
                    </a:moveTo>
                    <a:cubicBezTo>
                      <a:pt x="304" y="332"/>
                      <a:pt x="277" y="306"/>
                      <a:pt x="277" y="273"/>
                    </a:cubicBezTo>
                    <a:cubicBezTo>
                      <a:pt x="277" y="240"/>
                      <a:pt x="304" y="213"/>
                      <a:pt x="337" y="213"/>
                    </a:cubicBezTo>
                    <a:cubicBezTo>
                      <a:pt x="370" y="213"/>
                      <a:pt x="397" y="240"/>
                      <a:pt x="397" y="273"/>
                    </a:cubicBezTo>
                    <a:cubicBezTo>
                      <a:pt x="397" y="306"/>
                      <a:pt x="370" y="332"/>
                      <a:pt x="337" y="3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68571" tIns="34286" rIns="68571" bIns="34286" numCol="1" anchor="t" anchorCtr="0" compatLnSpc="1"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6" name="TextBox 7"/>
          <p:cNvSpPr txBox="1"/>
          <p:nvPr/>
        </p:nvSpPr>
        <p:spPr>
          <a:xfrm>
            <a:off x="190500" y="180975"/>
            <a:ext cx="1402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任务一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3" name="TextBox 43"/>
          <p:cNvSpPr txBox="1"/>
          <p:nvPr/>
        </p:nvSpPr>
        <p:spPr>
          <a:xfrm>
            <a:off x="2590800" y="189230"/>
            <a:ext cx="8472958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面板的认识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27"/>
          <p:cNvSpPr>
            <a:spLocks noChangeArrowheads="1"/>
          </p:cNvSpPr>
          <p:nvPr/>
        </p:nvSpPr>
        <p:spPr bwMode="auto">
          <a:xfrm>
            <a:off x="3862958" y="5375112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430740" y="4870011"/>
          <a:ext cx="389691" cy="336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215900" imgH="190500" progId="Equation.DSMT4">
                  <p:embed/>
                </p:oleObj>
              </mc:Choice>
              <mc:Fallback>
                <p:oleObj name="" r:id="rId1" imgW="215900" imgH="1905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3339"/>
                      <a:stretch>
                        <a:fillRect/>
                      </a:stretch>
                    </p:blipFill>
                    <p:spPr bwMode="auto">
                      <a:xfrm>
                        <a:off x="3430740" y="4870011"/>
                        <a:ext cx="389691" cy="3364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02" name="Rectangle 33"/>
          <p:cNvSpPr>
            <a:spLocks noChangeArrowheads="1"/>
          </p:cNvSpPr>
          <p:nvPr/>
        </p:nvSpPr>
        <p:spPr bwMode="auto">
          <a:xfrm>
            <a:off x="5519142" y="5584314"/>
            <a:ext cx="2183347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aphicFrame>
        <p:nvGraphicFramePr>
          <p:cNvPr id="19503" name="对象 19502"/>
          <p:cNvGraphicFramePr>
            <a:graphicFrameLocks noChangeAspect="1"/>
          </p:cNvGraphicFramePr>
          <p:nvPr/>
        </p:nvGraphicFramePr>
        <p:xfrm>
          <a:off x="5014317" y="5734175"/>
          <a:ext cx="190500" cy="233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" imgW="127000" imgH="127000" progId="Equation.DSMT4">
                  <p:embed/>
                </p:oleObj>
              </mc:Choice>
              <mc:Fallback>
                <p:oleObj name="" r:id="rId3" imgW="127000" imgH="1270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5076"/>
                      <a:stretch>
                        <a:fillRect/>
                      </a:stretch>
                    </p:blipFill>
                    <p:spPr bwMode="auto">
                      <a:xfrm>
                        <a:off x="5014317" y="5734175"/>
                        <a:ext cx="190500" cy="2331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545" y="261620"/>
            <a:ext cx="4598035" cy="305689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6"/>
          <p:cNvGrpSpPr/>
          <p:nvPr/>
        </p:nvGrpSpPr>
        <p:grpSpPr>
          <a:xfrm>
            <a:off x="137957" y="1504481"/>
            <a:ext cx="1865312" cy="4575175"/>
            <a:chOff x="10256838" y="1484313"/>
            <a:chExt cx="1163638" cy="2852737"/>
          </a:xfrm>
        </p:grpSpPr>
        <p:sp>
          <p:nvSpPr>
            <p:cNvPr id="19473" name="Freeform 33"/>
            <p:cNvSpPr/>
            <p:nvPr/>
          </p:nvSpPr>
          <p:spPr>
            <a:xfrm>
              <a:off x="10591801" y="1736725"/>
              <a:ext cx="188913" cy="273050"/>
            </a:xfrm>
            <a:custGeom>
              <a:avLst/>
              <a:gdLst/>
              <a:ahLst/>
              <a:cxnLst>
                <a:cxn ang="0">
                  <a:pos x="0" y="119279"/>
                </a:cxn>
                <a:cxn ang="0">
                  <a:pos x="7155" y="10059"/>
                </a:cxn>
                <a:cxn ang="0">
                  <a:pos x="128804" y="63232"/>
                </a:cxn>
                <a:cxn ang="0">
                  <a:pos x="177463" y="188260"/>
                </a:cxn>
                <a:cxn ang="0">
                  <a:pos x="88731" y="273050"/>
                </a:cxn>
                <a:cxn ang="0">
                  <a:pos x="0" y="119279"/>
                </a:cxn>
              </a:cxnLst>
              <a:rect l="0" t="0" r="0" b="0"/>
              <a:pathLst>
                <a:path w="132" h="190">
                  <a:moveTo>
                    <a:pt x="0" y="83"/>
                  </a:moveTo>
                  <a:cubicBezTo>
                    <a:pt x="0" y="83"/>
                    <a:pt x="5" y="15"/>
                    <a:pt x="5" y="7"/>
                  </a:cubicBezTo>
                  <a:cubicBezTo>
                    <a:pt x="5" y="0"/>
                    <a:pt x="90" y="44"/>
                    <a:pt x="90" y="44"/>
                  </a:cubicBezTo>
                  <a:cubicBezTo>
                    <a:pt x="90" y="44"/>
                    <a:pt x="116" y="103"/>
                    <a:pt x="124" y="131"/>
                  </a:cubicBezTo>
                  <a:cubicBezTo>
                    <a:pt x="132" y="159"/>
                    <a:pt x="62" y="190"/>
                    <a:pt x="62" y="190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rgbClr val="C68C5E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4" name="Freeform 34"/>
            <p:cNvSpPr/>
            <p:nvPr/>
          </p:nvSpPr>
          <p:spPr>
            <a:xfrm>
              <a:off x="10456863" y="4075113"/>
              <a:ext cx="282575" cy="261937"/>
            </a:xfrm>
            <a:custGeom>
              <a:avLst/>
              <a:gdLst/>
              <a:ahLst/>
              <a:cxnLst>
                <a:cxn ang="0">
                  <a:pos x="38926" y="23027"/>
                </a:cxn>
                <a:cxn ang="0">
                  <a:pos x="23067" y="146799"/>
                </a:cxn>
                <a:cxn ang="0">
                  <a:pos x="15858" y="181341"/>
                </a:cxn>
                <a:cxn ang="0">
                  <a:pos x="54784" y="181341"/>
                </a:cxn>
                <a:cxn ang="0">
                  <a:pos x="185980" y="250423"/>
                </a:cxn>
                <a:cxn ang="0">
                  <a:pos x="282575" y="220199"/>
                </a:cxn>
                <a:cxn ang="0">
                  <a:pos x="232115" y="138164"/>
                </a:cxn>
                <a:cxn ang="0">
                  <a:pos x="174446" y="23027"/>
                </a:cxn>
                <a:cxn ang="0">
                  <a:pos x="38926" y="23027"/>
                </a:cxn>
              </a:cxnLst>
              <a:rect l="0" t="0" r="0" b="0"/>
              <a:pathLst>
                <a:path w="196" h="182">
                  <a:moveTo>
                    <a:pt x="27" y="16"/>
                  </a:moveTo>
                  <a:cubicBezTo>
                    <a:pt x="27" y="16"/>
                    <a:pt x="0" y="81"/>
                    <a:pt x="16" y="102"/>
                  </a:cubicBezTo>
                  <a:lnTo>
                    <a:pt x="11" y="126"/>
                  </a:lnTo>
                  <a:lnTo>
                    <a:pt x="38" y="126"/>
                  </a:lnTo>
                  <a:cubicBezTo>
                    <a:pt x="38" y="126"/>
                    <a:pt x="46" y="182"/>
                    <a:pt x="129" y="174"/>
                  </a:cubicBezTo>
                  <a:lnTo>
                    <a:pt x="196" y="153"/>
                  </a:lnTo>
                  <a:cubicBezTo>
                    <a:pt x="196" y="153"/>
                    <a:pt x="166" y="103"/>
                    <a:pt x="161" y="96"/>
                  </a:cubicBezTo>
                  <a:cubicBezTo>
                    <a:pt x="156" y="89"/>
                    <a:pt x="124" y="33"/>
                    <a:pt x="121" y="16"/>
                  </a:cubicBezTo>
                  <a:cubicBezTo>
                    <a:pt x="118" y="0"/>
                    <a:pt x="27" y="16"/>
                    <a:pt x="27" y="16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5" name="Freeform 35"/>
            <p:cNvSpPr/>
            <p:nvPr/>
          </p:nvSpPr>
          <p:spPr>
            <a:xfrm>
              <a:off x="11185526" y="2214563"/>
              <a:ext cx="234950" cy="152400"/>
            </a:xfrm>
            <a:custGeom>
              <a:avLst/>
              <a:gdLst/>
              <a:ahLst/>
              <a:cxnLst>
                <a:cxn ang="0">
                  <a:pos x="41800" y="145211"/>
                </a:cxn>
                <a:cxn ang="0">
                  <a:pos x="131168" y="145211"/>
                </a:cxn>
                <a:cxn ang="0">
                  <a:pos x="234950" y="87701"/>
                </a:cxn>
                <a:cxn ang="0">
                  <a:pos x="234950" y="57509"/>
                </a:cxn>
                <a:cxn ang="0">
                  <a:pos x="172969" y="57509"/>
                </a:cxn>
                <a:cxn ang="0">
                  <a:pos x="89367" y="69011"/>
                </a:cxn>
                <a:cxn ang="0">
                  <a:pos x="69187" y="50320"/>
                </a:cxn>
                <a:cxn ang="0">
                  <a:pos x="80719" y="10064"/>
                </a:cxn>
                <a:cxn ang="0">
                  <a:pos x="41800" y="60384"/>
                </a:cxn>
                <a:cxn ang="0">
                  <a:pos x="0" y="99203"/>
                </a:cxn>
                <a:cxn ang="0">
                  <a:pos x="41800" y="145211"/>
                </a:cxn>
              </a:cxnLst>
              <a:rect l="0" t="0" r="0" b="0"/>
              <a:pathLst>
                <a:path w="163" h="106">
                  <a:moveTo>
                    <a:pt x="29" y="101"/>
                  </a:moveTo>
                  <a:cubicBezTo>
                    <a:pt x="29" y="101"/>
                    <a:pt x="80" y="106"/>
                    <a:pt x="91" y="101"/>
                  </a:cubicBezTo>
                  <a:cubicBezTo>
                    <a:pt x="102" y="96"/>
                    <a:pt x="163" y="61"/>
                    <a:pt x="163" y="61"/>
                  </a:cubicBezTo>
                  <a:lnTo>
                    <a:pt x="163" y="40"/>
                  </a:lnTo>
                  <a:cubicBezTo>
                    <a:pt x="163" y="40"/>
                    <a:pt x="131" y="29"/>
                    <a:pt x="120" y="40"/>
                  </a:cubicBezTo>
                  <a:cubicBezTo>
                    <a:pt x="120" y="40"/>
                    <a:pt x="72" y="48"/>
                    <a:pt x="62" y="48"/>
                  </a:cubicBezTo>
                  <a:lnTo>
                    <a:pt x="48" y="35"/>
                  </a:lnTo>
                  <a:cubicBezTo>
                    <a:pt x="48" y="35"/>
                    <a:pt x="64" y="16"/>
                    <a:pt x="56" y="7"/>
                  </a:cubicBezTo>
                  <a:cubicBezTo>
                    <a:pt x="48" y="0"/>
                    <a:pt x="29" y="42"/>
                    <a:pt x="29" y="42"/>
                  </a:cubicBezTo>
                  <a:lnTo>
                    <a:pt x="0" y="69"/>
                  </a:lnTo>
                  <a:lnTo>
                    <a:pt x="29" y="101"/>
                  </a:ln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6" name="Freeform 36"/>
            <p:cNvSpPr/>
            <p:nvPr/>
          </p:nvSpPr>
          <p:spPr>
            <a:xfrm>
              <a:off x="10599738" y="4027488"/>
              <a:ext cx="347663" cy="182562"/>
            </a:xfrm>
            <a:custGeom>
              <a:avLst/>
              <a:gdLst/>
              <a:ahLst/>
              <a:cxnLst>
                <a:cxn ang="0">
                  <a:pos x="31736" y="142312"/>
                </a:cxn>
                <a:cxn ang="0">
                  <a:pos x="170225" y="181124"/>
                </a:cxn>
                <a:cxn ang="0">
                  <a:pos x="328909" y="181124"/>
                </a:cxn>
                <a:cxn ang="0">
                  <a:pos x="289959" y="142312"/>
                </a:cxn>
                <a:cxn ang="0">
                  <a:pos x="181765" y="103499"/>
                </a:cxn>
                <a:cxn ang="0">
                  <a:pos x="82227" y="0"/>
                </a:cxn>
                <a:cxn ang="0">
                  <a:pos x="7212" y="14374"/>
                </a:cxn>
                <a:cxn ang="0">
                  <a:pos x="31736" y="142312"/>
                </a:cxn>
              </a:cxnLst>
              <a:rect l="0" t="0" r="0" b="0"/>
              <a:pathLst>
                <a:path w="241" h="127">
                  <a:moveTo>
                    <a:pt x="22" y="99"/>
                  </a:moveTo>
                  <a:cubicBezTo>
                    <a:pt x="22" y="99"/>
                    <a:pt x="75" y="127"/>
                    <a:pt x="118" y="126"/>
                  </a:cubicBezTo>
                  <a:lnTo>
                    <a:pt x="228" y="126"/>
                  </a:lnTo>
                  <a:cubicBezTo>
                    <a:pt x="228" y="126"/>
                    <a:pt x="241" y="99"/>
                    <a:pt x="201" y="99"/>
                  </a:cubicBezTo>
                  <a:cubicBezTo>
                    <a:pt x="201" y="99"/>
                    <a:pt x="168" y="99"/>
                    <a:pt x="126" y="72"/>
                  </a:cubicBezTo>
                  <a:cubicBezTo>
                    <a:pt x="83" y="45"/>
                    <a:pt x="57" y="0"/>
                    <a:pt x="57" y="0"/>
                  </a:cubicBezTo>
                  <a:lnTo>
                    <a:pt x="5" y="10"/>
                  </a:lnTo>
                  <a:cubicBezTo>
                    <a:pt x="5" y="10"/>
                    <a:pt x="0" y="69"/>
                    <a:pt x="22" y="99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7" name="Freeform 37"/>
            <p:cNvSpPr/>
            <p:nvPr/>
          </p:nvSpPr>
          <p:spPr>
            <a:xfrm>
              <a:off x="10563226" y="2703513"/>
              <a:ext cx="322263" cy="1371600"/>
            </a:xfrm>
            <a:custGeom>
              <a:avLst/>
              <a:gdLst/>
              <a:ahLst/>
              <a:cxnLst>
                <a:cxn ang="0">
                  <a:pos x="28773" y="1371600"/>
                </a:cxn>
                <a:cxn ang="0">
                  <a:pos x="130919" y="1341407"/>
                </a:cxn>
                <a:cxn ang="0">
                  <a:pos x="130919" y="1295400"/>
                </a:cxn>
                <a:cxn ang="0">
                  <a:pos x="107900" y="1255143"/>
                </a:cxn>
                <a:cxn ang="0">
                  <a:pos x="120848" y="1210573"/>
                </a:cxn>
                <a:cxn ang="0">
                  <a:pos x="100707" y="1173192"/>
                </a:cxn>
                <a:cxn ang="0">
                  <a:pos x="135235" y="1144437"/>
                </a:cxn>
                <a:cxn ang="0">
                  <a:pos x="116532" y="1078301"/>
                </a:cxn>
                <a:cxn ang="0">
                  <a:pos x="135235" y="960407"/>
                </a:cxn>
                <a:cxn ang="0">
                  <a:pos x="148183" y="881332"/>
                </a:cxn>
                <a:cxn ang="0">
                  <a:pos x="145306" y="869830"/>
                </a:cxn>
                <a:cxn ang="0">
                  <a:pos x="189904" y="833886"/>
                </a:cxn>
                <a:cxn ang="0">
                  <a:pos x="176956" y="783566"/>
                </a:cxn>
                <a:cxn ang="0">
                  <a:pos x="205730" y="723181"/>
                </a:cxn>
                <a:cxn ang="0">
                  <a:pos x="306437" y="224286"/>
                </a:cxn>
                <a:cxn ang="0">
                  <a:pos x="307876" y="0"/>
                </a:cxn>
                <a:cxn ang="0">
                  <a:pos x="205730" y="25879"/>
                </a:cxn>
                <a:cxn ang="0">
                  <a:pos x="145306" y="94890"/>
                </a:cxn>
                <a:cxn ang="0">
                  <a:pos x="44598" y="401128"/>
                </a:cxn>
                <a:cxn ang="0">
                  <a:pos x="57546" y="685800"/>
                </a:cxn>
                <a:cxn ang="0">
                  <a:pos x="10070" y="920150"/>
                </a:cxn>
                <a:cxn ang="0">
                  <a:pos x="10070" y="1263769"/>
                </a:cxn>
                <a:cxn ang="0">
                  <a:pos x="28773" y="1371600"/>
                </a:cxn>
              </a:cxnLst>
              <a:rect l="0" t="0" r="0" b="0"/>
              <a:pathLst>
                <a:path w="224" h="954">
                  <a:moveTo>
                    <a:pt x="20" y="954"/>
                  </a:moveTo>
                  <a:lnTo>
                    <a:pt x="91" y="933"/>
                  </a:lnTo>
                  <a:cubicBezTo>
                    <a:pt x="91" y="933"/>
                    <a:pt x="97" y="908"/>
                    <a:pt x="91" y="901"/>
                  </a:cubicBezTo>
                  <a:cubicBezTo>
                    <a:pt x="86" y="895"/>
                    <a:pt x="75" y="873"/>
                    <a:pt x="75" y="873"/>
                  </a:cubicBezTo>
                  <a:cubicBezTo>
                    <a:pt x="75" y="873"/>
                    <a:pt x="90" y="855"/>
                    <a:pt x="84" y="842"/>
                  </a:cubicBezTo>
                  <a:cubicBezTo>
                    <a:pt x="77" y="829"/>
                    <a:pt x="70" y="816"/>
                    <a:pt x="70" y="816"/>
                  </a:cubicBezTo>
                  <a:lnTo>
                    <a:pt x="94" y="796"/>
                  </a:lnTo>
                  <a:cubicBezTo>
                    <a:pt x="94" y="796"/>
                    <a:pt x="79" y="761"/>
                    <a:pt x="81" y="750"/>
                  </a:cubicBezTo>
                  <a:cubicBezTo>
                    <a:pt x="84" y="739"/>
                    <a:pt x="94" y="668"/>
                    <a:pt x="94" y="668"/>
                  </a:cubicBezTo>
                  <a:cubicBezTo>
                    <a:pt x="94" y="668"/>
                    <a:pt x="106" y="622"/>
                    <a:pt x="103" y="613"/>
                  </a:cubicBezTo>
                  <a:lnTo>
                    <a:pt x="101" y="605"/>
                  </a:lnTo>
                  <a:lnTo>
                    <a:pt x="132" y="580"/>
                  </a:lnTo>
                  <a:lnTo>
                    <a:pt x="123" y="545"/>
                  </a:lnTo>
                  <a:lnTo>
                    <a:pt x="143" y="503"/>
                  </a:lnTo>
                  <a:cubicBezTo>
                    <a:pt x="143" y="503"/>
                    <a:pt x="224" y="174"/>
                    <a:pt x="213" y="156"/>
                  </a:cubicBezTo>
                  <a:cubicBezTo>
                    <a:pt x="202" y="139"/>
                    <a:pt x="214" y="0"/>
                    <a:pt x="214" y="0"/>
                  </a:cubicBezTo>
                  <a:lnTo>
                    <a:pt x="143" y="18"/>
                  </a:lnTo>
                  <a:cubicBezTo>
                    <a:pt x="143" y="18"/>
                    <a:pt x="103" y="53"/>
                    <a:pt x="101" y="66"/>
                  </a:cubicBezTo>
                  <a:cubicBezTo>
                    <a:pt x="99" y="79"/>
                    <a:pt x="31" y="279"/>
                    <a:pt x="31" y="279"/>
                  </a:cubicBezTo>
                  <a:lnTo>
                    <a:pt x="40" y="477"/>
                  </a:lnTo>
                  <a:lnTo>
                    <a:pt x="7" y="640"/>
                  </a:lnTo>
                  <a:cubicBezTo>
                    <a:pt x="7" y="640"/>
                    <a:pt x="13" y="873"/>
                    <a:pt x="7" y="879"/>
                  </a:cubicBezTo>
                  <a:cubicBezTo>
                    <a:pt x="0" y="886"/>
                    <a:pt x="20" y="954"/>
                    <a:pt x="20" y="954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8" name="Freeform 38"/>
            <p:cNvSpPr/>
            <p:nvPr/>
          </p:nvSpPr>
          <p:spPr>
            <a:xfrm>
              <a:off x="10563226" y="2703513"/>
              <a:ext cx="307975" cy="1371600"/>
            </a:xfrm>
            <a:custGeom>
              <a:avLst/>
              <a:gdLst/>
              <a:ahLst/>
              <a:cxnLst>
                <a:cxn ang="0">
                  <a:pos x="307975" y="0"/>
                </a:cxn>
                <a:cxn ang="0">
                  <a:pos x="205796" y="25879"/>
                </a:cxn>
                <a:cxn ang="0">
                  <a:pos x="145352" y="94890"/>
                </a:cxn>
                <a:cxn ang="0">
                  <a:pos x="44613" y="401128"/>
                </a:cxn>
                <a:cxn ang="0">
                  <a:pos x="57565" y="685800"/>
                </a:cxn>
                <a:cxn ang="0">
                  <a:pos x="10073" y="920150"/>
                </a:cxn>
                <a:cxn ang="0">
                  <a:pos x="10073" y="1263769"/>
                </a:cxn>
                <a:cxn ang="0">
                  <a:pos x="28782" y="1371600"/>
                </a:cxn>
                <a:cxn ang="0">
                  <a:pos x="130961" y="1341407"/>
                </a:cxn>
                <a:cxn ang="0">
                  <a:pos x="133839" y="1321279"/>
                </a:cxn>
                <a:cxn ang="0">
                  <a:pos x="89226" y="1275271"/>
                </a:cxn>
                <a:cxn ang="0">
                  <a:pos x="109374" y="1258018"/>
                </a:cxn>
                <a:cxn ang="0">
                  <a:pos x="107935" y="1255143"/>
                </a:cxn>
                <a:cxn ang="0">
                  <a:pos x="122326" y="1227826"/>
                </a:cxn>
                <a:cxn ang="0">
                  <a:pos x="79152" y="1164566"/>
                </a:cxn>
                <a:cxn ang="0">
                  <a:pos x="105056" y="1170316"/>
                </a:cxn>
                <a:cxn ang="0">
                  <a:pos x="135278" y="1144437"/>
                </a:cxn>
                <a:cxn ang="0">
                  <a:pos x="133839" y="1141562"/>
                </a:cxn>
                <a:cxn ang="0">
                  <a:pos x="79152" y="1111369"/>
                </a:cxn>
                <a:cxn ang="0">
                  <a:pos x="57565" y="1029418"/>
                </a:cxn>
                <a:cxn ang="0">
                  <a:pos x="118009" y="1088366"/>
                </a:cxn>
                <a:cxn ang="0">
                  <a:pos x="94982" y="970471"/>
                </a:cxn>
                <a:cxn ang="0">
                  <a:pos x="125204" y="1026543"/>
                </a:cxn>
                <a:cxn ang="0">
                  <a:pos x="133839" y="964720"/>
                </a:cxn>
                <a:cxn ang="0">
                  <a:pos x="94982" y="874143"/>
                </a:cxn>
                <a:cxn ang="0">
                  <a:pos x="112252" y="802256"/>
                </a:cxn>
                <a:cxn ang="0">
                  <a:pos x="152548" y="862641"/>
                </a:cxn>
                <a:cxn ang="0">
                  <a:pos x="189965" y="833886"/>
                </a:cxn>
                <a:cxn ang="0">
                  <a:pos x="112252" y="746184"/>
                </a:cxn>
                <a:cxn ang="0">
                  <a:pos x="133839" y="705928"/>
                </a:cxn>
                <a:cxn ang="0">
                  <a:pos x="201478" y="733245"/>
                </a:cxn>
                <a:cxn ang="0">
                  <a:pos x="205796" y="724618"/>
                </a:cxn>
                <a:cxn ang="0">
                  <a:pos x="135278" y="644105"/>
                </a:cxn>
                <a:cxn ang="0">
                  <a:pos x="205796" y="424132"/>
                </a:cxn>
                <a:cxn ang="0">
                  <a:pos x="305096" y="219973"/>
                </a:cxn>
                <a:cxn ang="0">
                  <a:pos x="307975" y="0"/>
                </a:cxn>
              </a:cxnLst>
              <a:rect l="0" t="0" r="0" b="0"/>
              <a:pathLst>
                <a:path w="214" h="954">
                  <a:moveTo>
                    <a:pt x="214" y="0"/>
                  </a:moveTo>
                  <a:lnTo>
                    <a:pt x="143" y="18"/>
                  </a:lnTo>
                  <a:cubicBezTo>
                    <a:pt x="143" y="18"/>
                    <a:pt x="103" y="53"/>
                    <a:pt x="101" y="66"/>
                  </a:cubicBezTo>
                  <a:cubicBezTo>
                    <a:pt x="99" y="79"/>
                    <a:pt x="31" y="279"/>
                    <a:pt x="31" y="279"/>
                  </a:cubicBezTo>
                  <a:lnTo>
                    <a:pt x="40" y="477"/>
                  </a:lnTo>
                  <a:lnTo>
                    <a:pt x="7" y="640"/>
                  </a:lnTo>
                  <a:cubicBezTo>
                    <a:pt x="7" y="640"/>
                    <a:pt x="13" y="873"/>
                    <a:pt x="7" y="879"/>
                  </a:cubicBezTo>
                  <a:cubicBezTo>
                    <a:pt x="0" y="886"/>
                    <a:pt x="20" y="954"/>
                    <a:pt x="20" y="954"/>
                  </a:cubicBezTo>
                  <a:lnTo>
                    <a:pt x="91" y="933"/>
                  </a:lnTo>
                  <a:cubicBezTo>
                    <a:pt x="91" y="933"/>
                    <a:pt x="93" y="926"/>
                    <a:pt x="93" y="919"/>
                  </a:cubicBezTo>
                  <a:cubicBezTo>
                    <a:pt x="72" y="906"/>
                    <a:pt x="54" y="893"/>
                    <a:pt x="62" y="887"/>
                  </a:cubicBezTo>
                  <a:cubicBezTo>
                    <a:pt x="66" y="884"/>
                    <a:pt x="71" y="880"/>
                    <a:pt x="76" y="875"/>
                  </a:cubicBezTo>
                  <a:cubicBezTo>
                    <a:pt x="75" y="874"/>
                    <a:pt x="75" y="873"/>
                    <a:pt x="75" y="873"/>
                  </a:cubicBezTo>
                  <a:cubicBezTo>
                    <a:pt x="75" y="873"/>
                    <a:pt x="83" y="864"/>
                    <a:pt x="85" y="854"/>
                  </a:cubicBezTo>
                  <a:cubicBezTo>
                    <a:pt x="29" y="866"/>
                    <a:pt x="55" y="810"/>
                    <a:pt x="55" y="810"/>
                  </a:cubicBezTo>
                  <a:cubicBezTo>
                    <a:pt x="58" y="811"/>
                    <a:pt x="65" y="813"/>
                    <a:pt x="73" y="814"/>
                  </a:cubicBezTo>
                  <a:lnTo>
                    <a:pt x="94" y="796"/>
                  </a:lnTo>
                  <a:cubicBezTo>
                    <a:pt x="94" y="796"/>
                    <a:pt x="93" y="795"/>
                    <a:pt x="93" y="794"/>
                  </a:cubicBezTo>
                  <a:cubicBezTo>
                    <a:pt x="78" y="788"/>
                    <a:pt x="62" y="781"/>
                    <a:pt x="55" y="773"/>
                  </a:cubicBezTo>
                  <a:cubicBezTo>
                    <a:pt x="39" y="757"/>
                    <a:pt x="40" y="716"/>
                    <a:pt x="40" y="716"/>
                  </a:cubicBezTo>
                  <a:cubicBezTo>
                    <a:pt x="49" y="739"/>
                    <a:pt x="82" y="757"/>
                    <a:pt x="82" y="757"/>
                  </a:cubicBezTo>
                  <a:lnTo>
                    <a:pt x="66" y="675"/>
                  </a:lnTo>
                  <a:lnTo>
                    <a:pt x="87" y="714"/>
                  </a:lnTo>
                  <a:cubicBezTo>
                    <a:pt x="90" y="696"/>
                    <a:pt x="92" y="677"/>
                    <a:pt x="93" y="671"/>
                  </a:cubicBezTo>
                  <a:cubicBezTo>
                    <a:pt x="81" y="645"/>
                    <a:pt x="69" y="618"/>
                    <a:pt x="66" y="608"/>
                  </a:cubicBezTo>
                  <a:cubicBezTo>
                    <a:pt x="62" y="588"/>
                    <a:pt x="78" y="558"/>
                    <a:pt x="78" y="558"/>
                  </a:cubicBezTo>
                  <a:cubicBezTo>
                    <a:pt x="85" y="576"/>
                    <a:pt x="96" y="590"/>
                    <a:pt x="106" y="600"/>
                  </a:cubicBezTo>
                  <a:lnTo>
                    <a:pt x="132" y="580"/>
                  </a:lnTo>
                  <a:lnTo>
                    <a:pt x="78" y="519"/>
                  </a:lnTo>
                  <a:lnTo>
                    <a:pt x="93" y="491"/>
                  </a:lnTo>
                  <a:cubicBezTo>
                    <a:pt x="102" y="488"/>
                    <a:pt x="125" y="500"/>
                    <a:pt x="140" y="510"/>
                  </a:cubicBezTo>
                  <a:lnTo>
                    <a:pt x="143" y="504"/>
                  </a:lnTo>
                  <a:lnTo>
                    <a:pt x="94" y="448"/>
                  </a:lnTo>
                  <a:cubicBezTo>
                    <a:pt x="85" y="416"/>
                    <a:pt x="133" y="318"/>
                    <a:pt x="143" y="295"/>
                  </a:cubicBezTo>
                  <a:cubicBezTo>
                    <a:pt x="149" y="282"/>
                    <a:pt x="183" y="213"/>
                    <a:pt x="212" y="153"/>
                  </a:cubicBezTo>
                  <a:cubicBezTo>
                    <a:pt x="203" y="125"/>
                    <a:pt x="214" y="0"/>
                    <a:pt x="214" y="0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9" name="Freeform 39"/>
            <p:cNvSpPr/>
            <p:nvPr/>
          </p:nvSpPr>
          <p:spPr>
            <a:xfrm>
              <a:off x="10394951" y="2676525"/>
              <a:ext cx="438150" cy="1462087"/>
            </a:xfrm>
            <a:custGeom>
              <a:avLst/>
              <a:gdLst/>
              <a:ahLst/>
              <a:cxnLst>
                <a:cxn ang="0">
                  <a:pos x="50444" y="1244788"/>
                </a:cxn>
                <a:cxn ang="0">
                  <a:pos x="87918" y="1462087"/>
                </a:cxn>
                <a:cxn ang="0">
                  <a:pos x="174395" y="1462087"/>
                </a:cxn>
                <a:cxn ang="0">
                  <a:pos x="236370" y="1421793"/>
                </a:cxn>
                <a:cxn ang="0">
                  <a:pos x="236370" y="1316741"/>
                </a:cxn>
                <a:cxn ang="0">
                  <a:pos x="211868" y="1231837"/>
                </a:cxn>
                <a:cxn ang="0">
                  <a:pos x="211868" y="1086491"/>
                </a:cxn>
                <a:cxn ang="0">
                  <a:pos x="230605" y="844729"/>
                </a:cxn>
                <a:cxn ang="0">
                  <a:pos x="265196" y="712335"/>
                </a:cxn>
                <a:cxn ang="0">
                  <a:pos x="265196" y="554038"/>
                </a:cxn>
                <a:cxn ang="0">
                  <a:pos x="325729" y="418767"/>
                </a:cxn>
                <a:cxn ang="0">
                  <a:pos x="407883" y="155418"/>
                </a:cxn>
                <a:cxn ang="0">
                  <a:pos x="438150" y="35976"/>
                </a:cxn>
                <a:cxn ang="0">
                  <a:pos x="255107" y="7195"/>
                </a:cxn>
                <a:cxn ang="0">
                  <a:pos x="72064" y="7195"/>
                </a:cxn>
                <a:cxn ang="0">
                  <a:pos x="18736" y="233128"/>
                </a:cxn>
                <a:cxn ang="0">
                  <a:pos x="37473" y="405815"/>
                </a:cxn>
                <a:cxn ang="0">
                  <a:pos x="43238" y="497915"/>
                </a:cxn>
                <a:cxn ang="0">
                  <a:pos x="56210" y="646138"/>
                </a:cxn>
                <a:cxn ang="0">
                  <a:pos x="17295" y="749751"/>
                </a:cxn>
                <a:cxn ang="0">
                  <a:pos x="14412" y="1060588"/>
                </a:cxn>
                <a:cxn ang="0">
                  <a:pos x="50444" y="1244788"/>
                </a:cxn>
              </a:cxnLst>
              <a:rect l="0" t="0" r="0" b="0"/>
              <a:pathLst>
                <a:path w="304" h="1016">
                  <a:moveTo>
                    <a:pt x="35" y="865"/>
                  </a:moveTo>
                  <a:cubicBezTo>
                    <a:pt x="35" y="865"/>
                    <a:pt x="17" y="989"/>
                    <a:pt x="61" y="1016"/>
                  </a:cubicBezTo>
                  <a:lnTo>
                    <a:pt x="121" y="1016"/>
                  </a:lnTo>
                  <a:lnTo>
                    <a:pt x="164" y="988"/>
                  </a:lnTo>
                  <a:cubicBezTo>
                    <a:pt x="164" y="988"/>
                    <a:pt x="183" y="937"/>
                    <a:pt x="164" y="915"/>
                  </a:cubicBezTo>
                  <a:cubicBezTo>
                    <a:pt x="145" y="893"/>
                    <a:pt x="147" y="856"/>
                    <a:pt x="147" y="856"/>
                  </a:cubicBezTo>
                  <a:lnTo>
                    <a:pt x="147" y="755"/>
                  </a:lnTo>
                  <a:cubicBezTo>
                    <a:pt x="147" y="755"/>
                    <a:pt x="145" y="645"/>
                    <a:pt x="160" y="587"/>
                  </a:cubicBezTo>
                  <a:cubicBezTo>
                    <a:pt x="175" y="530"/>
                    <a:pt x="184" y="495"/>
                    <a:pt x="184" y="495"/>
                  </a:cubicBezTo>
                  <a:cubicBezTo>
                    <a:pt x="184" y="495"/>
                    <a:pt x="180" y="398"/>
                    <a:pt x="184" y="385"/>
                  </a:cubicBezTo>
                  <a:cubicBezTo>
                    <a:pt x="189" y="372"/>
                    <a:pt x="226" y="302"/>
                    <a:pt x="226" y="291"/>
                  </a:cubicBezTo>
                  <a:cubicBezTo>
                    <a:pt x="226" y="280"/>
                    <a:pt x="274" y="119"/>
                    <a:pt x="283" y="108"/>
                  </a:cubicBezTo>
                  <a:cubicBezTo>
                    <a:pt x="292" y="97"/>
                    <a:pt x="304" y="25"/>
                    <a:pt x="304" y="25"/>
                  </a:cubicBezTo>
                  <a:cubicBezTo>
                    <a:pt x="304" y="25"/>
                    <a:pt x="185" y="9"/>
                    <a:pt x="177" y="5"/>
                  </a:cubicBezTo>
                  <a:cubicBezTo>
                    <a:pt x="169" y="0"/>
                    <a:pt x="50" y="5"/>
                    <a:pt x="50" y="5"/>
                  </a:cubicBezTo>
                  <a:cubicBezTo>
                    <a:pt x="50" y="5"/>
                    <a:pt x="6" y="135"/>
                    <a:pt x="13" y="162"/>
                  </a:cubicBezTo>
                  <a:cubicBezTo>
                    <a:pt x="19" y="189"/>
                    <a:pt x="33" y="264"/>
                    <a:pt x="26" y="282"/>
                  </a:cubicBezTo>
                  <a:cubicBezTo>
                    <a:pt x="19" y="299"/>
                    <a:pt x="30" y="346"/>
                    <a:pt x="30" y="346"/>
                  </a:cubicBezTo>
                  <a:cubicBezTo>
                    <a:pt x="30" y="346"/>
                    <a:pt x="37" y="436"/>
                    <a:pt x="39" y="449"/>
                  </a:cubicBezTo>
                  <a:cubicBezTo>
                    <a:pt x="41" y="462"/>
                    <a:pt x="0" y="497"/>
                    <a:pt x="12" y="521"/>
                  </a:cubicBezTo>
                  <a:cubicBezTo>
                    <a:pt x="24" y="546"/>
                    <a:pt x="3" y="719"/>
                    <a:pt x="10" y="737"/>
                  </a:cubicBezTo>
                  <a:cubicBezTo>
                    <a:pt x="17" y="755"/>
                    <a:pt x="35" y="865"/>
                    <a:pt x="35" y="865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0" name="Freeform 40"/>
            <p:cNvSpPr/>
            <p:nvPr/>
          </p:nvSpPr>
          <p:spPr>
            <a:xfrm>
              <a:off x="10396538" y="3327400"/>
              <a:ext cx="238125" cy="811212"/>
            </a:xfrm>
            <a:custGeom>
              <a:avLst/>
              <a:gdLst/>
              <a:ahLst/>
              <a:cxnLst>
                <a:cxn ang="0">
                  <a:pos x="238125" y="81984"/>
                </a:cxn>
                <a:cxn ang="0">
                  <a:pos x="54840" y="0"/>
                </a:cxn>
                <a:cxn ang="0">
                  <a:pos x="15875" y="99244"/>
                </a:cxn>
                <a:cxn ang="0">
                  <a:pos x="11545" y="401291"/>
                </a:cxn>
                <a:cxn ang="0">
                  <a:pos x="11545" y="404167"/>
                </a:cxn>
                <a:cxn ang="0">
                  <a:pos x="11545" y="405606"/>
                </a:cxn>
                <a:cxn ang="0">
                  <a:pos x="11545" y="407044"/>
                </a:cxn>
                <a:cxn ang="0">
                  <a:pos x="12988" y="409920"/>
                </a:cxn>
                <a:cxn ang="0">
                  <a:pos x="49068" y="594025"/>
                </a:cxn>
                <a:cxn ang="0">
                  <a:pos x="80818" y="806897"/>
                </a:cxn>
                <a:cxn ang="0">
                  <a:pos x="82261" y="805458"/>
                </a:cxn>
                <a:cxn ang="0">
                  <a:pos x="86590" y="811212"/>
                </a:cxn>
                <a:cxn ang="0">
                  <a:pos x="173181" y="811212"/>
                </a:cxn>
                <a:cxn ang="0">
                  <a:pos x="229465" y="775254"/>
                </a:cxn>
                <a:cxn ang="0">
                  <a:pos x="199159" y="724912"/>
                </a:cxn>
                <a:cxn ang="0">
                  <a:pos x="106795" y="724912"/>
                </a:cxn>
                <a:cxn ang="0">
                  <a:pos x="235238" y="665941"/>
                </a:cxn>
                <a:cxn ang="0">
                  <a:pos x="72159" y="688954"/>
                </a:cxn>
                <a:cxn ang="0">
                  <a:pos x="73602" y="595464"/>
                </a:cxn>
                <a:cxn ang="0">
                  <a:pos x="134215" y="632860"/>
                </a:cxn>
                <a:cxn ang="0">
                  <a:pos x="76488" y="533616"/>
                </a:cxn>
                <a:cxn ang="0">
                  <a:pos x="134215" y="546561"/>
                </a:cxn>
                <a:cxn ang="0">
                  <a:pos x="73602" y="487590"/>
                </a:cxn>
                <a:cxn ang="0">
                  <a:pos x="134215" y="425742"/>
                </a:cxn>
                <a:cxn ang="0">
                  <a:pos x="114011" y="349511"/>
                </a:cxn>
                <a:cxn ang="0">
                  <a:pos x="57727" y="336566"/>
                </a:cxn>
                <a:cxn ang="0">
                  <a:pos x="60613" y="323621"/>
                </a:cxn>
                <a:cxn ang="0">
                  <a:pos x="134215" y="221501"/>
                </a:cxn>
                <a:cxn ang="0">
                  <a:pos x="53397" y="221501"/>
                </a:cxn>
                <a:cxn ang="0">
                  <a:pos x="155863" y="158215"/>
                </a:cxn>
                <a:cxn ang="0">
                  <a:pos x="129886" y="142393"/>
                </a:cxn>
                <a:cxn ang="0">
                  <a:pos x="53397" y="129448"/>
                </a:cxn>
                <a:cxn ang="0">
                  <a:pos x="106795" y="116503"/>
                </a:cxn>
                <a:cxn ang="0">
                  <a:pos x="57727" y="81984"/>
                </a:cxn>
                <a:cxn ang="0">
                  <a:pos x="238125" y="81984"/>
                </a:cxn>
              </a:cxnLst>
              <a:rect l="0" t="0" r="0" b="0"/>
              <a:pathLst>
                <a:path w="165" h="564">
                  <a:moveTo>
                    <a:pt x="165" y="57"/>
                  </a:moveTo>
                  <a:cubicBezTo>
                    <a:pt x="148" y="40"/>
                    <a:pt x="82" y="15"/>
                    <a:pt x="38" y="0"/>
                  </a:cubicBezTo>
                  <a:cubicBezTo>
                    <a:pt x="34" y="15"/>
                    <a:pt x="0" y="47"/>
                    <a:pt x="11" y="69"/>
                  </a:cubicBezTo>
                  <a:cubicBezTo>
                    <a:pt x="22" y="92"/>
                    <a:pt x="5" y="243"/>
                    <a:pt x="8" y="279"/>
                  </a:cubicBezTo>
                  <a:cubicBezTo>
                    <a:pt x="8" y="279"/>
                    <a:pt x="8" y="280"/>
                    <a:pt x="8" y="281"/>
                  </a:cubicBezTo>
                  <a:cubicBezTo>
                    <a:pt x="8" y="281"/>
                    <a:pt x="8" y="282"/>
                    <a:pt x="8" y="282"/>
                  </a:cubicBezTo>
                  <a:cubicBezTo>
                    <a:pt x="8" y="283"/>
                    <a:pt x="8" y="283"/>
                    <a:pt x="8" y="283"/>
                  </a:cubicBezTo>
                  <a:cubicBezTo>
                    <a:pt x="9" y="284"/>
                    <a:pt x="9" y="284"/>
                    <a:pt x="9" y="285"/>
                  </a:cubicBezTo>
                  <a:cubicBezTo>
                    <a:pt x="16" y="303"/>
                    <a:pt x="34" y="413"/>
                    <a:pt x="34" y="413"/>
                  </a:cubicBezTo>
                  <a:cubicBezTo>
                    <a:pt x="34" y="413"/>
                    <a:pt x="17" y="530"/>
                    <a:pt x="56" y="561"/>
                  </a:cubicBezTo>
                  <a:lnTo>
                    <a:pt x="57" y="560"/>
                  </a:lnTo>
                  <a:cubicBezTo>
                    <a:pt x="58" y="561"/>
                    <a:pt x="59" y="563"/>
                    <a:pt x="60" y="564"/>
                  </a:cubicBezTo>
                  <a:lnTo>
                    <a:pt x="120" y="564"/>
                  </a:lnTo>
                  <a:lnTo>
                    <a:pt x="159" y="539"/>
                  </a:lnTo>
                  <a:cubicBezTo>
                    <a:pt x="148" y="521"/>
                    <a:pt x="138" y="504"/>
                    <a:pt x="138" y="504"/>
                  </a:cubicBezTo>
                  <a:lnTo>
                    <a:pt x="74" y="504"/>
                  </a:lnTo>
                  <a:cubicBezTo>
                    <a:pt x="79" y="471"/>
                    <a:pt x="163" y="463"/>
                    <a:pt x="163" y="463"/>
                  </a:cubicBezTo>
                  <a:cubicBezTo>
                    <a:pt x="150" y="443"/>
                    <a:pt x="81" y="467"/>
                    <a:pt x="50" y="479"/>
                  </a:cubicBezTo>
                  <a:cubicBezTo>
                    <a:pt x="41" y="463"/>
                    <a:pt x="48" y="429"/>
                    <a:pt x="51" y="414"/>
                  </a:cubicBezTo>
                  <a:cubicBezTo>
                    <a:pt x="71" y="417"/>
                    <a:pt x="93" y="440"/>
                    <a:pt x="93" y="440"/>
                  </a:cubicBezTo>
                  <a:lnTo>
                    <a:pt x="53" y="371"/>
                  </a:lnTo>
                  <a:cubicBezTo>
                    <a:pt x="49" y="357"/>
                    <a:pt x="93" y="380"/>
                    <a:pt x="93" y="380"/>
                  </a:cubicBezTo>
                  <a:lnTo>
                    <a:pt x="51" y="339"/>
                  </a:lnTo>
                  <a:cubicBezTo>
                    <a:pt x="51" y="339"/>
                    <a:pt x="76" y="325"/>
                    <a:pt x="93" y="296"/>
                  </a:cubicBezTo>
                  <a:cubicBezTo>
                    <a:pt x="110" y="266"/>
                    <a:pt x="79" y="243"/>
                    <a:pt x="79" y="243"/>
                  </a:cubicBezTo>
                  <a:cubicBezTo>
                    <a:pt x="79" y="243"/>
                    <a:pt x="30" y="277"/>
                    <a:pt x="40" y="234"/>
                  </a:cubicBezTo>
                  <a:cubicBezTo>
                    <a:pt x="40" y="231"/>
                    <a:pt x="41" y="228"/>
                    <a:pt x="42" y="225"/>
                  </a:cubicBezTo>
                  <a:cubicBezTo>
                    <a:pt x="54" y="186"/>
                    <a:pt x="93" y="154"/>
                    <a:pt x="93" y="154"/>
                  </a:cubicBezTo>
                  <a:lnTo>
                    <a:pt x="37" y="154"/>
                  </a:lnTo>
                  <a:cubicBezTo>
                    <a:pt x="49" y="122"/>
                    <a:pt x="124" y="129"/>
                    <a:pt x="108" y="110"/>
                  </a:cubicBezTo>
                  <a:cubicBezTo>
                    <a:pt x="104" y="106"/>
                    <a:pt x="98" y="102"/>
                    <a:pt x="90" y="99"/>
                  </a:cubicBezTo>
                  <a:cubicBezTo>
                    <a:pt x="68" y="91"/>
                    <a:pt x="37" y="90"/>
                    <a:pt x="37" y="90"/>
                  </a:cubicBezTo>
                  <a:lnTo>
                    <a:pt x="74" y="81"/>
                  </a:lnTo>
                  <a:lnTo>
                    <a:pt x="40" y="57"/>
                  </a:lnTo>
                  <a:cubicBezTo>
                    <a:pt x="68" y="45"/>
                    <a:pt x="165" y="57"/>
                    <a:pt x="165" y="57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1" name="Freeform 41"/>
            <p:cNvSpPr/>
            <p:nvPr/>
          </p:nvSpPr>
          <p:spPr>
            <a:xfrm>
              <a:off x="10380663" y="2678113"/>
              <a:ext cx="452438" cy="608012"/>
            </a:xfrm>
            <a:custGeom>
              <a:avLst/>
              <a:gdLst/>
              <a:ahLst/>
              <a:cxnLst>
                <a:cxn ang="0">
                  <a:pos x="269445" y="5763"/>
                </a:cxn>
                <a:cxn ang="0">
                  <a:pos x="86453" y="5763"/>
                </a:cxn>
                <a:cxn ang="0">
                  <a:pos x="10086" y="210354"/>
                </a:cxn>
                <a:cxn ang="0">
                  <a:pos x="12967" y="384690"/>
                </a:cxn>
                <a:cxn ang="0">
                  <a:pos x="25935" y="502834"/>
                </a:cxn>
                <a:cxn ang="0">
                  <a:pos x="66280" y="608012"/>
                </a:cxn>
                <a:cxn ang="0">
                  <a:pos x="149852" y="485545"/>
                </a:cxn>
                <a:cxn ang="0">
                  <a:pos x="89334" y="508597"/>
                </a:cxn>
                <a:cxn ang="0">
                  <a:pos x="128238" y="301124"/>
                </a:cxn>
                <a:cxn ang="0">
                  <a:pos x="149852" y="142637"/>
                </a:cxn>
                <a:cxn ang="0">
                  <a:pos x="340048" y="142637"/>
                </a:cxn>
                <a:cxn ang="0">
                  <a:pos x="414974" y="171453"/>
                </a:cxn>
                <a:cxn ang="0">
                  <a:pos x="422179" y="154164"/>
                </a:cxn>
                <a:cxn ang="0">
                  <a:pos x="452438" y="34578"/>
                </a:cxn>
                <a:cxn ang="0">
                  <a:pos x="269445" y="5763"/>
                </a:cxn>
              </a:cxnLst>
              <a:rect l="0" t="0" r="0" b="0"/>
              <a:pathLst>
                <a:path w="314" h="422">
                  <a:moveTo>
                    <a:pt x="187" y="4"/>
                  </a:moveTo>
                  <a:cubicBezTo>
                    <a:pt x="179" y="0"/>
                    <a:pt x="60" y="4"/>
                    <a:pt x="60" y="4"/>
                  </a:cubicBezTo>
                  <a:cubicBezTo>
                    <a:pt x="60" y="4"/>
                    <a:pt x="0" y="119"/>
                    <a:pt x="7" y="146"/>
                  </a:cubicBezTo>
                  <a:cubicBezTo>
                    <a:pt x="13" y="173"/>
                    <a:pt x="15" y="250"/>
                    <a:pt x="9" y="267"/>
                  </a:cubicBezTo>
                  <a:cubicBezTo>
                    <a:pt x="2" y="285"/>
                    <a:pt x="18" y="349"/>
                    <a:pt x="18" y="349"/>
                  </a:cubicBezTo>
                  <a:cubicBezTo>
                    <a:pt x="18" y="349"/>
                    <a:pt x="44" y="391"/>
                    <a:pt x="46" y="422"/>
                  </a:cubicBezTo>
                  <a:cubicBezTo>
                    <a:pt x="79" y="388"/>
                    <a:pt x="104" y="337"/>
                    <a:pt x="104" y="337"/>
                  </a:cubicBezTo>
                  <a:cubicBezTo>
                    <a:pt x="91" y="346"/>
                    <a:pt x="62" y="353"/>
                    <a:pt x="62" y="353"/>
                  </a:cubicBezTo>
                  <a:cubicBezTo>
                    <a:pt x="65" y="321"/>
                    <a:pt x="89" y="209"/>
                    <a:pt x="89" y="209"/>
                  </a:cubicBezTo>
                  <a:cubicBezTo>
                    <a:pt x="89" y="209"/>
                    <a:pt x="202" y="129"/>
                    <a:pt x="104" y="99"/>
                  </a:cubicBezTo>
                  <a:cubicBezTo>
                    <a:pt x="114" y="60"/>
                    <a:pt x="236" y="99"/>
                    <a:pt x="236" y="99"/>
                  </a:cubicBezTo>
                  <a:lnTo>
                    <a:pt x="288" y="119"/>
                  </a:lnTo>
                  <a:cubicBezTo>
                    <a:pt x="290" y="113"/>
                    <a:pt x="292" y="109"/>
                    <a:pt x="293" y="107"/>
                  </a:cubicBezTo>
                  <a:cubicBezTo>
                    <a:pt x="302" y="96"/>
                    <a:pt x="314" y="24"/>
                    <a:pt x="314" y="24"/>
                  </a:cubicBezTo>
                  <a:cubicBezTo>
                    <a:pt x="314" y="24"/>
                    <a:pt x="195" y="8"/>
                    <a:pt x="187" y="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2" name="Freeform 42"/>
            <p:cNvSpPr/>
            <p:nvPr/>
          </p:nvSpPr>
          <p:spPr>
            <a:xfrm>
              <a:off x="10531476" y="2614613"/>
              <a:ext cx="339725" cy="120650"/>
            </a:xfrm>
            <a:custGeom>
              <a:avLst/>
              <a:gdLst/>
              <a:ahLst/>
              <a:cxnLst>
                <a:cxn ang="0">
                  <a:pos x="0" y="56690"/>
                </a:cxn>
                <a:cxn ang="0">
                  <a:pos x="274946" y="117742"/>
                </a:cxn>
                <a:cxn ang="0">
                  <a:pos x="339725" y="88670"/>
                </a:cxn>
                <a:cxn ang="0">
                  <a:pos x="331087" y="24711"/>
                </a:cxn>
                <a:cxn ang="0">
                  <a:pos x="12955" y="0"/>
                </a:cxn>
                <a:cxn ang="0">
                  <a:pos x="0" y="56690"/>
                </a:cxn>
              </a:cxnLst>
              <a:rect l="0" t="0" r="0" b="0"/>
              <a:pathLst>
                <a:path w="236" h="83">
                  <a:moveTo>
                    <a:pt x="0" y="39"/>
                  </a:moveTo>
                  <a:cubicBezTo>
                    <a:pt x="0" y="39"/>
                    <a:pt x="136" y="83"/>
                    <a:pt x="191" y="81"/>
                  </a:cubicBezTo>
                  <a:lnTo>
                    <a:pt x="236" y="61"/>
                  </a:lnTo>
                  <a:lnTo>
                    <a:pt x="230" y="17"/>
                  </a:lnTo>
                  <a:lnTo>
                    <a:pt x="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3" name="Freeform 43"/>
            <p:cNvSpPr/>
            <p:nvPr/>
          </p:nvSpPr>
          <p:spPr>
            <a:xfrm>
              <a:off x="10555288" y="1828800"/>
              <a:ext cx="309563" cy="857250"/>
            </a:xfrm>
            <a:custGeom>
              <a:avLst/>
              <a:gdLst/>
              <a:ahLst/>
              <a:cxnLst>
                <a:cxn ang="0">
                  <a:pos x="2879" y="768072"/>
                </a:cxn>
                <a:cxn ang="0">
                  <a:pos x="102227" y="842866"/>
                </a:cxn>
                <a:cxn ang="0">
                  <a:pos x="309563" y="828483"/>
                </a:cxn>
                <a:cxn ang="0">
                  <a:pos x="277886" y="558075"/>
                </a:cxn>
                <a:cxn ang="0">
                  <a:pos x="293724" y="384036"/>
                </a:cxn>
                <a:cxn ang="0">
                  <a:pos x="214534" y="159655"/>
                </a:cxn>
                <a:cxn ang="0">
                  <a:pos x="203015" y="46026"/>
                </a:cxn>
                <a:cxn ang="0">
                  <a:pos x="177098" y="113628"/>
                </a:cxn>
                <a:cxn ang="0">
                  <a:pos x="35995" y="0"/>
                </a:cxn>
                <a:cxn ang="0">
                  <a:pos x="2879" y="40273"/>
                </a:cxn>
                <a:cxn ang="0">
                  <a:pos x="2879" y="768072"/>
                </a:cxn>
              </a:cxnLst>
              <a:rect l="0" t="0" r="0" b="0"/>
              <a:pathLst>
                <a:path w="215" h="596">
                  <a:moveTo>
                    <a:pt x="2" y="534"/>
                  </a:moveTo>
                  <a:cubicBezTo>
                    <a:pt x="2" y="534"/>
                    <a:pt x="0" y="576"/>
                    <a:pt x="71" y="586"/>
                  </a:cubicBezTo>
                  <a:cubicBezTo>
                    <a:pt x="141" y="596"/>
                    <a:pt x="200" y="596"/>
                    <a:pt x="215" y="576"/>
                  </a:cubicBezTo>
                  <a:lnTo>
                    <a:pt x="193" y="388"/>
                  </a:lnTo>
                  <a:cubicBezTo>
                    <a:pt x="193" y="388"/>
                    <a:pt x="208" y="305"/>
                    <a:pt x="204" y="267"/>
                  </a:cubicBezTo>
                  <a:cubicBezTo>
                    <a:pt x="200" y="228"/>
                    <a:pt x="149" y="111"/>
                    <a:pt x="149" y="111"/>
                  </a:cubicBezTo>
                  <a:cubicBezTo>
                    <a:pt x="149" y="111"/>
                    <a:pt x="161" y="54"/>
                    <a:pt x="141" y="32"/>
                  </a:cubicBezTo>
                  <a:lnTo>
                    <a:pt x="123" y="79"/>
                  </a:lnTo>
                  <a:cubicBezTo>
                    <a:pt x="123" y="79"/>
                    <a:pt x="103" y="79"/>
                    <a:pt x="25" y="0"/>
                  </a:cubicBezTo>
                  <a:cubicBezTo>
                    <a:pt x="25" y="0"/>
                    <a:pt x="9" y="18"/>
                    <a:pt x="2" y="28"/>
                  </a:cubicBezTo>
                  <a:lnTo>
                    <a:pt x="2" y="534"/>
                  </a:lnTo>
                  <a:close/>
                </a:path>
              </a:pathLst>
            </a:custGeom>
            <a:solidFill>
              <a:srgbClr val="D8DCE8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4" name="Freeform 44"/>
            <p:cNvSpPr/>
            <p:nvPr/>
          </p:nvSpPr>
          <p:spPr>
            <a:xfrm>
              <a:off x="10555288" y="1828800"/>
              <a:ext cx="309563" cy="857250"/>
            </a:xfrm>
            <a:custGeom>
              <a:avLst/>
              <a:gdLst/>
              <a:ahLst/>
              <a:cxnLst>
                <a:cxn ang="0">
                  <a:pos x="214534" y="831359"/>
                </a:cxn>
                <a:cxn ang="0">
                  <a:pos x="56153" y="732114"/>
                </a:cxn>
                <a:cxn ang="0">
                  <a:pos x="64792" y="676019"/>
                </a:cxn>
                <a:cxn ang="0">
                  <a:pos x="214534" y="762319"/>
                </a:cxn>
                <a:cxn ang="0">
                  <a:pos x="67671" y="535062"/>
                </a:cxn>
                <a:cxn ang="0">
                  <a:pos x="46074" y="113628"/>
                </a:cxn>
                <a:cxn ang="0">
                  <a:pos x="112306" y="174039"/>
                </a:cxn>
                <a:cxn ang="0">
                  <a:pos x="67671" y="99245"/>
                </a:cxn>
                <a:cxn ang="0">
                  <a:pos x="138223" y="90615"/>
                </a:cxn>
                <a:cxn ang="0">
                  <a:pos x="35995" y="0"/>
                </a:cxn>
                <a:cxn ang="0">
                  <a:pos x="2879" y="40273"/>
                </a:cxn>
                <a:cxn ang="0">
                  <a:pos x="2879" y="768072"/>
                </a:cxn>
                <a:cxn ang="0">
                  <a:pos x="102227" y="842866"/>
                </a:cxn>
                <a:cxn ang="0">
                  <a:pos x="309563" y="828483"/>
                </a:cxn>
                <a:cxn ang="0">
                  <a:pos x="309563" y="827044"/>
                </a:cxn>
                <a:cxn ang="0">
                  <a:pos x="214534" y="831359"/>
                </a:cxn>
              </a:cxnLst>
              <a:rect l="0" t="0" r="0" b="0"/>
              <a:pathLst>
                <a:path w="215" h="596">
                  <a:moveTo>
                    <a:pt x="149" y="578"/>
                  </a:moveTo>
                  <a:cubicBezTo>
                    <a:pt x="66" y="574"/>
                    <a:pt x="39" y="509"/>
                    <a:pt x="39" y="509"/>
                  </a:cubicBezTo>
                  <a:cubicBezTo>
                    <a:pt x="39" y="509"/>
                    <a:pt x="17" y="470"/>
                    <a:pt x="45" y="470"/>
                  </a:cubicBezTo>
                  <a:cubicBezTo>
                    <a:pt x="73" y="471"/>
                    <a:pt x="149" y="530"/>
                    <a:pt x="149" y="530"/>
                  </a:cubicBezTo>
                  <a:cubicBezTo>
                    <a:pt x="130" y="485"/>
                    <a:pt x="83" y="428"/>
                    <a:pt x="47" y="372"/>
                  </a:cubicBezTo>
                  <a:cubicBezTo>
                    <a:pt x="11" y="315"/>
                    <a:pt x="32" y="79"/>
                    <a:pt x="32" y="79"/>
                  </a:cubicBezTo>
                  <a:lnTo>
                    <a:pt x="78" y="121"/>
                  </a:lnTo>
                  <a:lnTo>
                    <a:pt x="47" y="69"/>
                  </a:lnTo>
                  <a:cubicBezTo>
                    <a:pt x="72" y="84"/>
                    <a:pt x="87" y="77"/>
                    <a:pt x="96" y="63"/>
                  </a:cubicBezTo>
                  <a:cubicBezTo>
                    <a:pt x="80" y="52"/>
                    <a:pt x="58" y="33"/>
                    <a:pt x="25" y="0"/>
                  </a:cubicBezTo>
                  <a:cubicBezTo>
                    <a:pt x="25" y="0"/>
                    <a:pt x="9" y="18"/>
                    <a:pt x="2" y="28"/>
                  </a:cubicBezTo>
                  <a:lnTo>
                    <a:pt x="2" y="534"/>
                  </a:lnTo>
                  <a:cubicBezTo>
                    <a:pt x="2" y="534"/>
                    <a:pt x="0" y="576"/>
                    <a:pt x="71" y="586"/>
                  </a:cubicBezTo>
                  <a:cubicBezTo>
                    <a:pt x="141" y="596"/>
                    <a:pt x="200" y="596"/>
                    <a:pt x="215" y="576"/>
                  </a:cubicBezTo>
                  <a:lnTo>
                    <a:pt x="215" y="575"/>
                  </a:lnTo>
                  <a:cubicBezTo>
                    <a:pt x="192" y="577"/>
                    <a:pt x="169" y="578"/>
                    <a:pt x="149" y="578"/>
                  </a:cubicBezTo>
                  <a:close/>
                </a:path>
              </a:pathLst>
            </a:custGeom>
            <a:solidFill>
              <a:srgbClr val="AFB0B2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5" name="Freeform 45"/>
            <p:cNvSpPr/>
            <p:nvPr/>
          </p:nvSpPr>
          <p:spPr>
            <a:xfrm>
              <a:off x="10256838" y="1855788"/>
              <a:ext cx="457200" cy="1096962"/>
            </a:xfrm>
            <a:custGeom>
              <a:avLst/>
              <a:gdLst/>
              <a:ahLst/>
              <a:cxnLst>
                <a:cxn ang="0">
                  <a:pos x="0" y="1049518"/>
                </a:cxn>
                <a:cxn ang="0">
                  <a:pos x="166777" y="1096962"/>
                </a:cxn>
                <a:cxn ang="0">
                  <a:pos x="378124" y="704471"/>
                </a:cxn>
                <a:cxn ang="0">
                  <a:pos x="444260" y="520445"/>
                </a:cxn>
                <a:cxn ang="0">
                  <a:pos x="291860" y="0"/>
                </a:cxn>
                <a:cxn ang="0">
                  <a:pos x="166777" y="69009"/>
                </a:cxn>
                <a:cxn ang="0">
                  <a:pos x="169652" y="342171"/>
                </a:cxn>
                <a:cxn ang="0">
                  <a:pos x="0" y="1049518"/>
                </a:cxn>
              </a:cxnLst>
              <a:rect l="0" t="0" r="0" b="0"/>
              <a:pathLst>
                <a:path w="318" h="763">
                  <a:moveTo>
                    <a:pt x="0" y="730"/>
                  </a:moveTo>
                  <a:lnTo>
                    <a:pt x="116" y="763"/>
                  </a:lnTo>
                  <a:cubicBezTo>
                    <a:pt x="116" y="763"/>
                    <a:pt x="251" y="503"/>
                    <a:pt x="263" y="490"/>
                  </a:cubicBezTo>
                  <a:cubicBezTo>
                    <a:pt x="275" y="476"/>
                    <a:pt x="318" y="439"/>
                    <a:pt x="309" y="362"/>
                  </a:cubicBezTo>
                  <a:cubicBezTo>
                    <a:pt x="301" y="285"/>
                    <a:pt x="292" y="104"/>
                    <a:pt x="203" y="0"/>
                  </a:cubicBezTo>
                  <a:cubicBezTo>
                    <a:pt x="203" y="0"/>
                    <a:pt x="166" y="51"/>
                    <a:pt x="116" y="48"/>
                  </a:cubicBezTo>
                  <a:lnTo>
                    <a:pt x="118" y="238"/>
                  </a:lnTo>
                  <a:cubicBezTo>
                    <a:pt x="118" y="238"/>
                    <a:pt x="92" y="554"/>
                    <a:pt x="0" y="730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6" name="Freeform 46"/>
            <p:cNvSpPr/>
            <p:nvPr/>
          </p:nvSpPr>
          <p:spPr>
            <a:xfrm>
              <a:off x="10687051" y="1941513"/>
              <a:ext cx="184150" cy="730250"/>
            </a:xfrm>
            <a:custGeom>
              <a:avLst/>
              <a:gdLst/>
              <a:ahLst/>
              <a:cxnLst>
                <a:cxn ang="0">
                  <a:pos x="98600" y="679838"/>
                </a:cxn>
                <a:cxn ang="0">
                  <a:pos x="146450" y="730250"/>
                </a:cxn>
                <a:cxn ang="0">
                  <a:pos x="184150" y="688480"/>
                </a:cxn>
                <a:cxn ang="0">
                  <a:pos x="142100" y="313993"/>
                </a:cxn>
                <a:cxn ang="0">
                  <a:pos x="62350" y="76337"/>
                </a:cxn>
                <a:cxn ang="0">
                  <a:pos x="44950" y="0"/>
                </a:cxn>
                <a:cxn ang="0">
                  <a:pos x="0" y="46090"/>
                </a:cxn>
                <a:cxn ang="0">
                  <a:pos x="20300" y="84979"/>
                </a:cxn>
                <a:cxn ang="0">
                  <a:pos x="59450" y="265021"/>
                </a:cxn>
                <a:cxn ang="0">
                  <a:pos x="98600" y="679838"/>
                </a:cxn>
              </a:cxnLst>
              <a:rect l="0" t="0" r="0" b="0"/>
              <a:pathLst>
                <a:path w="127" h="507">
                  <a:moveTo>
                    <a:pt x="68" y="472"/>
                  </a:moveTo>
                  <a:lnTo>
                    <a:pt x="101" y="507"/>
                  </a:lnTo>
                  <a:lnTo>
                    <a:pt x="127" y="478"/>
                  </a:lnTo>
                  <a:cubicBezTo>
                    <a:pt x="127" y="478"/>
                    <a:pt x="107" y="272"/>
                    <a:pt x="98" y="218"/>
                  </a:cubicBezTo>
                  <a:cubicBezTo>
                    <a:pt x="88" y="164"/>
                    <a:pt x="43" y="53"/>
                    <a:pt x="43" y="53"/>
                  </a:cubicBezTo>
                  <a:cubicBezTo>
                    <a:pt x="43" y="53"/>
                    <a:pt x="61" y="22"/>
                    <a:pt x="31" y="0"/>
                  </a:cubicBezTo>
                  <a:cubicBezTo>
                    <a:pt x="31" y="0"/>
                    <a:pt x="6" y="5"/>
                    <a:pt x="0" y="32"/>
                  </a:cubicBezTo>
                  <a:lnTo>
                    <a:pt x="14" y="59"/>
                  </a:lnTo>
                  <a:cubicBezTo>
                    <a:pt x="14" y="59"/>
                    <a:pt x="36" y="146"/>
                    <a:pt x="41" y="184"/>
                  </a:cubicBezTo>
                  <a:cubicBezTo>
                    <a:pt x="46" y="223"/>
                    <a:pt x="48" y="451"/>
                    <a:pt x="68" y="472"/>
                  </a:cubicBezTo>
                  <a:close/>
                </a:path>
              </a:pathLst>
            </a:custGeom>
            <a:solidFill>
              <a:srgbClr val="9D3D25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7" name="Freeform 47"/>
            <p:cNvSpPr/>
            <p:nvPr/>
          </p:nvSpPr>
          <p:spPr>
            <a:xfrm>
              <a:off x="10871201" y="2209800"/>
              <a:ext cx="412750" cy="296862"/>
            </a:xfrm>
            <a:custGeom>
              <a:avLst/>
              <a:gdLst/>
              <a:ahLst/>
              <a:cxnLst>
                <a:cxn ang="0">
                  <a:pos x="398368" y="217602"/>
                </a:cxn>
                <a:cxn ang="0">
                  <a:pos x="343718" y="77818"/>
                </a:cxn>
                <a:cxn ang="0">
                  <a:pos x="221475" y="109521"/>
                </a:cxn>
                <a:cxn ang="0">
                  <a:pos x="182645" y="129696"/>
                </a:cxn>
                <a:cxn ang="0">
                  <a:pos x="125119" y="129696"/>
                </a:cxn>
                <a:cxn ang="0">
                  <a:pos x="71907" y="129696"/>
                </a:cxn>
                <a:cxn ang="0">
                  <a:pos x="53211" y="110962"/>
                </a:cxn>
                <a:cxn ang="0">
                  <a:pos x="17257" y="0"/>
                </a:cxn>
                <a:cxn ang="0">
                  <a:pos x="0" y="252188"/>
                </a:cxn>
                <a:cxn ang="0">
                  <a:pos x="8628" y="295420"/>
                </a:cxn>
                <a:cxn ang="0">
                  <a:pos x="175454" y="276686"/>
                </a:cxn>
                <a:cxn ang="0">
                  <a:pos x="398368" y="217602"/>
                </a:cxn>
              </a:cxnLst>
              <a:rect l="0" t="0" r="0" b="0"/>
              <a:pathLst>
                <a:path w="287" h="206">
                  <a:moveTo>
                    <a:pt x="277" y="151"/>
                  </a:moveTo>
                  <a:cubicBezTo>
                    <a:pt x="277" y="151"/>
                    <a:pt x="287" y="89"/>
                    <a:pt x="239" y="54"/>
                  </a:cubicBezTo>
                  <a:cubicBezTo>
                    <a:pt x="239" y="54"/>
                    <a:pt x="158" y="69"/>
                    <a:pt x="154" y="76"/>
                  </a:cubicBezTo>
                  <a:cubicBezTo>
                    <a:pt x="151" y="82"/>
                    <a:pt x="127" y="90"/>
                    <a:pt x="127" y="90"/>
                  </a:cubicBezTo>
                  <a:cubicBezTo>
                    <a:pt x="127" y="90"/>
                    <a:pt x="92" y="88"/>
                    <a:pt x="87" y="90"/>
                  </a:cubicBezTo>
                  <a:cubicBezTo>
                    <a:pt x="82" y="92"/>
                    <a:pt x="58" y="76"/>
                    <a:pt x="50" y="90"/>
                  </a:cubicBezTo>
                  <a:lnTo>
                    <a:pt x="37" y="77"/>
                  </a:lnTo>
                  <a:cubicBezTo>
                    <a:pt x="37" y="77"/>
                    <a:pt x="42" y="34"/>
                    <a:pt x="12" y="0"/>
                  </a:cubicBezTo>
                  <a:lnTo>
                    <a:pt x="0" y="175"/>
                  </a:lnTo>
                  <a:lnTo>
                    <a:pt x="6" y="205"/>
                  </a:lnTo>
                  <a:cubicBezTo>
                    <a:pt x="6" y="205"/>
                    <a:pt x="95" y="206"/>
                    <a:pt x="122" y="192"/>
                  </a:cubicBezTo>
                  <a:cubicBezTo>
                    <a:pt x="149" y="178"/>
                    <a:pt x="260" y="165"/>
                    <a:pt x="277" y="151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8" name="Freeform 48"/>
            <p:cNvSpPr/>
            <p:nvPr/>
          </p:nvSpPr>
          <p:spPr>
            <a:xfrm>
              <a:off x="10910888" y="2284413"/>
              <a:ext cx="357188" cy="190500"/>
            </a:xfrm>
            <a:custGeom>
              <a:avLst/>
              <a:gdLst/>
              <a:ahLst/>
              <a:cxnLst>
                <a:cxn ang="0">
                  <a:pos x="303897" y="2864"/>
                </a:cxn>
                <a:cxn ang="0">
                  <a:pos x="181474" y="34375"/>
                </a:cxn>
                <a:cxn ang="0">
                  <a:pos x="142587" y="54428"/>
                </a:cxn>
                <a:cxn ang="0">
                  <a:pos x="84976" y="54428"/>
                </a:cxn>
                <a:cxn ang="0">
                  <a:pos x="44648" y="47266"/>
                </a:cxn>
                <a:cxn ang="0">
                  <a:pos x="20163" y="98830"/>
                </a:cxn>
                <a:cxn ang="0">
                  <a:pos x="53290" y="91669"/>
                </a:cxn>
                <a:cxn ang="0">
                  <a:pos x="0" y="190500"/>
                </a:cxn>
                <a:cxn ang="0">
                  <a:pos x="84976" y="95966"/>
                </a:cxn>
                <a:cxn ang="0">
                  <a:pos x="159870" y="73048"/>
                </a:cxn>
                <a:cxn ang="0">
                  <a:pos x="119542" y="163285"/>
                </a:cxn>
                <a:cxn ang="0">
                  <a:pos x="233324" y="54428"/>
                </a:cxn>
                <a:cxn ang="0">
                  <a:pos x="286614" y="73048"/>
                </a:cxn>
                <a:cxn ang="0">
                  <a:pos x="348546" y="95966"/>
                </a:cxn>
                <a:cxn ang="0">
                  <a:pos x="357188" y="94533"/>
                </a:cxn>
                <a:cxn ang="0">
                  <a:pos x="303897" y="2864"/>
                </a:cxn>
              </a:cxnLst>
              <a:rect l="0" t="0" r="0" b="0"/>
              <a:pathLst>
                <a:path w="248" h="133">
                  <a:moveTo>
                    <a:pt x="211" y="2"/>
                  </a:moveTo>
                  <a:cubicBezTo>
                    <a:pt x="211" y="2"/>
                    <a:pt x="130" y="17"/>
                    <a:pt x="126" y="24"/>
                  </a:cubicBezTo>
                  <a:cubicBezTo>
                    <a:pt x="123" y="30"/>
                    <a:pt x="99" y="38"/>
                    <a:pt x="99" y="38"/>
                  </a:cubicBezTo>
                  <a:cubicBezTo>
                    <a:pt x="99" y="38"/>
                    <a:pt x="64" y="36"/>
                    <a:pt x="59" y="38"/>
                  </a:cubicBezTo>
                  <a:cubicBezTo>
                    <a:pt x="55" y="40"/>
                    <a:pt x="42" y="31"/>
                    <a:pt x="31" y="33"/>
                  </a:cubicBezTo>
                  <a:cubicBezTo>
                    <a:pt x="27" y="47"/>
                    <a:pt x="22" y="63"/>
                    <a:pt x="14" y="69"/>
                  </a:cubicBezTo>
                  <a:lnTo>
                    <a:pt x="37" y="64"/>
                  </a:lnTo>
                  <a:cubicBezTo>
                    <a:pt x="37" y="64"/>
                    <a:pt x="11" y="123"/>
                    <a:pt x="0" y="133"/>
                  </a:cubicBezTo>
                  <a:cubicBezTo>
                    <a:pt x="0" y="133"/>
                    <a:pt x="59" y="96"/>
                    <a:pt x="59" y="67"/>
                  </a:cubicBezTo>
                  <a:cubicBezTo>
                    <a:pt x="59" y="38"/>
                    <a:pt x="111" y="51"/>
                    <a:pt x="111" y="51"/>
                  </a:cubicBezTo>
                  <a:cubicBezTo>
                    <a:pt x="111" y="51"/>
                    <a:pt x="142" y="77"/>
                    <a:pt x="83" y="114"/>
                  </a:cubicBezTo>
                  <a:cubicBezTo>
                    <a:pt x="83" y="114"/>
                    <a:pt x="146" y="76"/>
                    <a:pt x="162" y="38"/>
                  </a:cubicBezTo>
                  <a:cubicBezTo>
                    <a:pt x="177" y="0"/>
                    <a:pt x="199" y="51"/>
                    <a:pt x="199" y="51"/>
                  </a:cubicBezTo>
                  <a:cubicBezTo>
                    <a:pt x="199" y="51"/>
                    <a:pt x="242" y="67"/>
                    <a:pt x="242" y="67"/>
                  </a:cubicBezTo>
                  <a:lnTo>
                    <a:pt x="248" y="66"/>
                  </a:lnTo>
                  <a:cubicBezTo>
                    <a:pt x="245" y="46"/>
                    <a:pt x="236" y="20"/>
                    <a:pt x="211" y="2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9" name="Freeform 49"/>
            <p:cNvSpPr/>
            <p:nvPr/>
          </p:nvSpPr>
          <p:spPr>
            <a:xfrm>
              <a:off x="10520363" y="1876425"/>
              <a:ext cx="173038" cy="774700"/>
            </a:xfrm>
            <a:custGeom>
              <a:avLst/>
              <a:gdLst/>
              <a:ahLst/>
              <a:cxnLst>
                <a:cxn ang="0">
                  <a:pos x="62005" y="774700"/>
                </a:cxn>
                <a:cxn ang="0">
                  <a:pos x="113916" y="683982"/>
                </a:cxn>
                <a:cxn ang="0">
                  <a:pos x="164386" y="614864"/>
                </a:cxn>
                <a:cxn ang="0">
                  <a:pos x="167270" y="480947"/>
                </a:cxn>
                <a:cxn ang="0">
                  <a:pos x="23071" y="110877"/>
                </a:cxn>
                <a:cxn ang="0">
                  <a:pos x="37491" y="86397"/>
                </a:cxn>
                <a:cxn ang="0">
                  <a:pos x="8651" y="0"/>
                </a:cxn>
                <a:cxn ang="0">
                  <a:pos x="0" y="7199"/>
                </a:cxn>
                <a:cxn ang="0">
                  <a:pos x="10093" y="79197"/>
                </a:cxn>
                <a:cxn ang="0">
                  <a:pos x="10093" y="110877"/>
                </a:cxn>
                <a:cxn ang="0">
                  <a:pos x="148524" y="486707"/>
                </a:cxn>
                <a:cxn ang="0">
                  <a:pos x="90844" y="663822"/>
                </a:cxn>
                <a:cxn ang="0">
                  <a:pos x="62005" y="774700"/>
                </a:cxn>
              </a:cxnLst>
              <a:rect l="0" t="0" r="0" b="0"/>
              <a:pathLst>
                <a:path w="120" h="538">
                  <a:moveTo>
                    <a:pt x="43" y="538"/>
                  </a:moveTo>
                  <a:cubicBezTo>
                    <a:pt x="61" y="504"/>
                    <a:pt x="76" y="479"/>
                    <a:pt x="79" y="475"/>
                  </a:cubicBezTo>
                  <a:cubicBezTo>
                    <a:pt x="86" y="467"/>
                    <a:pt x="102" y="452"/>
                    <a:pt x="114" y="427"/>
                  </a:cubicBezTo>
                  <a:cubicBezTo>
                    <a:pt x="118" y="389"/>
                    <a:pt x="120" y="350"/>
                    <a:pt x="116" y="334"/>
                  </a:cubicBezTo>
                  <a:cubicBezTo>
                    <a:pt x="106" y="297"/>
                    <a:pt x="16" y="77"/>
                    <a:pt x="16" y="77"/>
                  </a:cubicBezTo>
                  <a:lnTo>
                    <a:pt x="26" y="60"/>
                  </a:lnTo>
                  <a:lnTo>
                    <a:pt x="6" y="0"/>
                  </a:lnTo>
                  <a:cubicBezTo>
                    <a:pt x="4" y="2"/>
                    <a:pt x="2" y="3"/>
                    <a:pt x="0" y="5"/>
                  </a:cubicBezTo>
                  <a:lnTo>
                    <a:pt x="7" y="55"/>
                  </a:lnTo>
                  <a:lnTo>
                    <a:pt x="7" y="77"/>
                  </a:lnTo>
                  <a:cubicBezTo>
                    <a:pt x="7" y="77"/>
                    <a:pt x="95" y="313"/>
                    <a:pt x="103" y="338"/>
                  </a:cubicBezTo>
                  <a:cubicBezTo>
                    <a:pt x="112" y="362"/>
                    <a:pt x="76" y="437"/>
                    <a:pt x="63" y="461"/>
                  </a:cubicBezTo>
                  <a:cubicBezTo>
                    <a:pt x="56" y="474"/>
                    <a:pt x="49" y="509"/>
                    <a:pt x="43" y="538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0" name="Freeform 50"/>
            <p:cNvSpPr/>
            <p:nvPr/>
          </p:nvSpPr>
          <p:spPr>
            <a:xfrm>
              <a:off x="10379076" y="1941513"/>
              <a:ext cx="198438" cy="841375"/>
            </a:xfrm>
            <a:custGeom>
              <a:avLst/>
              <a:gdLst/>
              <a:ahLst/>
              <a:cxnLst>
                <a:cxn ang="0">
                  <a:pos x="142357" y="175466"/>
                </a:cxn>
                <a:cxn ang="0">
                  <a:pos x="198438" y="221490"/>
                </a:cxn>
                <a:cxn ang="0">
                  <a:pos x="83401" y="60406"/>
                </a:cxn>
                <a:cxn ang="0">
                  <a:pos x="44576" y="0"/>
                </a:cxn>
                <a:cxn ang="0">
                  <a:pos x="46014" y="256008"/>
                </a:cxn>
                <a:cxn ang="0">
                  <a:pos x="0" y="578175"/>
                </a:cxn>
                <a:cxn ang="0">
                  <a:pos x="41700" y="664470"/>
                </a:cxn>
                <a:cxn ang="0">
                  <a:pos x="133729" y="841375"/>
                </a:cxn>
                <a:cxn ang="0">
                  <a:pos x="182620" y="750765"/>
                </a:cxn>
                <a:cxn ang="0">
                  <a:pos x="122226" y="562354"/>
                </a:cxn>
                <a:cxn ang="0">
                  <a:pos x="169678" y="562354"/>
                </a:cxn>
                <a:cxn ang="0">
                  <a:pos x="122226" y="533589"/>
                </a:cxn>
                <a:cxn ang="0">
                  <a:pos x="112160" y="415653"/>
                </a:cxn>
                <a:cxn ang="0">
                  <a:pos x="126540" y="345179"/>
                </a:cxn>
                <a:cxn ang="0">
                  <a:pos x="142357" y="267514"/>
                </a:cxn>
                <a:cxn ang="0">
                  <a:pos x="142357" y="175466"/>
                </a:cxn>
              </a:cxnLst>
              <a:rect l="0" t="0" r="0" b="0"/>
              <a:pathLst>
                <a:path w="138" h="585">
                  <a:moveTo>
                    <a:pt x="99" y="122"/>
                  </a:moveTo>
                  <a:lnTo>
                    <a:pt x="138" y="154"/>
                  </a:lnTo>
                  <a:cubicBezTo>
                    <a:pt x="138" y="154"/>
                    <a:pt x="67" y="65"/>
                    <a:pt x="58" y="42"/>
                  </a:cubicBezTo>
                  <a:cubicBezTo>
                    <a:pt x="53" y="30"/>
                    <a:pt x="42" y="14"/>
                    <a:pt x="31" y="0"/>
                  </a:cubicBezTo>
                  <a:lnTo>
                    <a:pt x="32" y="178"/>
                  </a:lnTo>
                  <a:cubicBezTo>
                    <a:pt x="32" y="178"/>
                    <a:pt x="24" y="281"/>
                    <a:pt x="0" y="402"/>
                  </a:cubicBezTo>
                  <a:lnTo>
                    <a:pt x="29" y="462"/>
                  </a:lnTo>
                  <a:lnTo>
                    <a:pt x="93" y="585"/>
                  </a:lnTo>
                  <a:cubicBezTo>
                    <a:pt x="104" y="564"/>
                    <a:pt x="116" y="542"/>
                    <a:pt x="127" y="522"/>
                  </a:cubicBezTo>
                  <a:cubicBezTo>
                    <a:pt x="111" y="475"/>
                    <a:pt x="85" y="398"/>
                    <a:pt x="85" y="391"/>
                  </a:cubicBezTo>
                  <a:cubicBezTo>
                    <a:pt x="85" y="383"/>
                    <a:pt x="105" y="383"/>
                    <a:pt x="118" y="391"/>
                  </a:cubicBezTo>
                  <a:lnTo>
                    <a:pt x="85" y="371"/>
                  </a:lnTo>
                  <a:lnTo>
                    <a:pt x="78" y="289"/>
                  </a:lnTo>
                  <a:cubicBezTo>
                    <a:pt x="78" y="289"/>
                    <a:pt x="90" y="261"/>
                    <a:pt x="88" y="240"/>
                  </a:cubicBezTo>
                  <a:cubicBezTo>
                    <a:pt x="86" y="218"/>
                    <a:pt x="99" y="186"/>
                    <a:pt x="99" y="186"/>
                  </a:cubicBezTo>
                  <a:lnTo>
                    <a:pt x="99" y="122"/>
                  </a:ln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1" name="Freeform 51"/>
            <p:cNvSpPr/>
            <p:nvPr/>
          </p:nvSpPr>
          <p:spPr>
            <a:xfrm>
              <a:off x="10453688" y="1912938"/>
              <a:ext cx="77788" cy="134937"/>
            </a:xfrm>
            <a:custGeom>
              <a:avLst/>
              <a:gdLst/>
              <a:ahLst/>
              <a:cxnLst>
                <a:cxn ang="0">
                  <a:pos x="77788" y="134937"/>
                </a:cxn>
                <a:cxn ang="0">
                  <a:pos x="25929" y="0"/>
                </a:cxn>
                <a:cxn ang="0">
                  <a:pos x="0" y="8613"/>
                </a:cxn>
                <a:cxn ang="0">
                  <a:pos x="77788" y="134937"/>
                </a:cxn>
              </a:cxnLst>
              <a:rect l="0" t="0" r="0" b="0"/>
              <a:pathLst>
                <a:path w="54" h="94">
                  <a:moveTo>
                    <a:pt x="54" y="94"/>
                  </a:moveTo>
                  <a:lnTo>
                    <a:pt x="18" y="0"/>
                  </a:lnTo>
                  <a:cubicBezTo>
                    <a:pt x="12" y="3"/>
                    <a:pt x="6" y="5"/>
                    <a:pt x="0" y="6"/>
                  </a:cubicBezTo>
                  <a:cubicBezTo>
                    <a:pt x="14" y="21"/>
                    <a:pt x="32" y="48"/>
                    <a:pt x="54" y="9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2" name="Freeform 52"/>
            <p:cNvSpPr/>
            <p:nvPr/>
          </p:nvSpPr>
          <p:spPr>
            <a:xfrm>
              <a:off x="10467976" y="2744788"/>
              <a:ext cx="123825" cy="214312"/>
            </a:xfrm>
            <a:custGeom>
              <a:avLst/>
              <a:gdLst/>
              <a:ahLst/>
              <a:cxnLst>
                <a:cxn ang="0">
                  <a:pos x="5759" y="66163"/>
                </a:cxn>
                <a:cxn ang="0">
                  <a:pos x="21597" y="165408"/>
                </a:cxn>
                <a:cxn ang="0">
                  <a:pos x="21597" y="214312"/>
                </a:cxn>
                <a:cxn ang="0">
                  <a:pos x="123825" y="126573"/>
                </a:cxn>
                <a:cxn ang="0">
                  <a:pos x="84949" y="34520"/>
                </a:cxn>
                <a:cxn ang="0">
                  <a:pos x="5759" y="66163"/>
                </a:cxn>
              </a:cxnLst>
              <a:rect l="0" t="0" r="0" b="0"/>
              <a:pathLst>
                <a:path w="86" h="149">
                  <a:moveTo>
                    <a:pt x="4" y="46"/>
                  </a:moveTo>
                  <a:cubicBezTo>
                    <a:pt x="0" y="52"/>
                    <a:pt x="2" y="110"/>
                    <a:pt x="15" y="115"/>
                  </a:cubicBezTo>
                  <a:lnTo>
                    <a:pt x="15" y="149"/>
                  </a:lnTo>
                  <a:lnTo>
                    <a:pt x="86" y="88"/>
                  </a:lnTo>
                  <a:cubicBezTo>
                    <a:pt x="86" y="88"/>
                    <a:pt x="77" y="48"/>
                    <a:pt x="59" y="24"/>
                  </a:cubicBezTo>
                  <a:cubicBezTo>
                    <a:pt x="42" y="0"/>
                    <a:pt x="4" y="46"/>
                    <a:pt x="4" y="46"/>
                  </a:cubicBez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3" name="Freeform 53"/>
            <p:cNvSpPr/>
            <p:nvPr/>
          </p:nvSpPr>
          <p:spPr>
            <a:xfrm>
              <a:off x="10277476" y="1924050"/>
              <a:ext cx="280988" cy="928687"/>
            </a:xfrm>
            <a:custGeom>
              <a:avLst/>
              <a:gdLst/>
              <a:ahLst/>
              <a:cxnLst>
                <a:cxn ang="0">
                  <a:pos x="157065" y="928687"/>
                </a:cxn>
                <a:cxn ang="0">
                  <a:pos x="280988" y="845177"/>
                </a:cxn>
                <a:cxn ang="0">
                  <a:pos x="193089" y="551452"/>
                </a:cxn>
                <a:cxn ang="0">
                  <a:pos x="201734" y="349877"/>
                </a:cxn>
                <a:cxn ang="0">
                  <a:pos x="243522" y="192936"/>
                </a:cxn>
                <a:cxn ang="0">
                  <a:pos x="145537" y="0"/>
                </a:cxn>
                <a:cxn ang="0">
                  <a:pos x="72048" y="35995"/>
                </a:cxn>
                <a:cxn ang="0">
                  <a:pos x="57638" y="56153"/>
                </a:cxn>
                <a:cxn ang="0">
                  <a:pos x="27378" y="132463"/>
                </a:cxn>
                <a:cxn ang="0">
                  <a:pos x="27378" y="226052"/>
                </a:cxn>
                <a:cxn ang="0">
                  <a:pos x="7204" y="249089"/>
                </a:cxn>
                <a:cxn ang="0">
                  <a:pos x="7204" y="306682"/>
                </a:cxn>
                <a:cxn ang="0">
                  <a:pos x="31701" y="329719"/>
                </a:cxn>
                <a:cxn ang="0">
                  <a:pos x="17291" y="414669"/>
                </a:cxn>
                <a:cxn ang="0">
                  <a:pos x="14409" y="519776"/>
                </a:cxn>
                <a:cxn ang="0">
                  <a:pos x="38906" y="619124"/>
                </a:cxn>
                <a:cxn ang="0">
                  <a:pos x="157065" y="928687"/>
                </a:cxn>
              </a:cxnLst>
              <a:rect l="0" t="0" r="0" b="0"/>
              <a:pathLst>
                <a:path w="195" h="645">
                  <a:moveTo>
                    <a:pt x="109" y="645"/>
                  </a:moveTo>
                  <a:cubicBezTo>
                    <a:pt x="109" y="645"/>
                    <a:pt x="170" y="592"/>
                    <a:pt x="195" y="587"/>
                  </a:cubicBezTo>
                  <a:cubicBezTo>
                    <a:pt x="195" y="587"/>
                    <a:pt x="144" y="410"/>
                    <a:pt x="134" y="383"/>
                  </a:cubicBezTo>
                  <a:lnTo>
                    <a:pt x="140" y="243"/>
                  </a:lnTo>
                  <a:cubicBezTo>
                    <a:pt x="140" y="243"/>
                    <a:pt x="171" y="159"/>
                    <a:pt x="169" y="134"/>
                  </a:cubicBezTo>
                  <a:cubicBezTo>
                    <a:pt x="168" y="109"/>
                    <a:pt x="101" y="0"/>
                    <a:pt x="101" y="0"/>
                  </a:cubicBezTo>
                  <a:cubicBezTo>
                    <a:pt x="101" y="0"/>
                    <a:pt x="64" y="13"/>
                    <a:pt x="50" y="25"/>
                  </a:cubicBezTo>
                  <a:cubicBezTo>
                    <a:pt x="37" y="37"/>
                    <a:pt x="40" y="39"/>
                    <a:pt x="40" y="39"/>
                  </a:cubicBezTo>
                  <a:cubicBezTo>
                    <a:pt x="40" y="39"/>
                    <a:pt x="22" y="87"/>
                    <a:pt x="19" y="92"/>
                  </a:cubicBezTo>
                  <a:cubicBezTo>
                    <a:pt x="15" y="97"/>
                    <a:pt x="19" y="157"/>
                    <a:pt x="19" y="157"/>
                  </a:cubicBezTo>
                  <a:cubicBezTo>
                    <a:pt x="19" y="157"/>
                    <a:pt x="3" y="161"/>
                    <a:pt x="5" y="173"/>
                  </a:cubicBezTo>
                  <a:cubicBezTo>
                    <a:pt x="7" y="185"/>
                    <a:pt x="0" y="205"/>
                    <a:pt x="5" y="213"/>
                  </a:cubicBezTo>
                  <a:cubicBezTo>
                    <a:pt x="10" y="222"/>
                    <a:pt x="22" y="229"/>
                    <a:pt x="22" y="229"/>
                  </a:cubicBezTo>
                  <a:cubicBezTo>
                    <a:pt x="22" y="229"/>
                    <a:pt x="13" y="279"/>
                    <a:pt x="12" y="288"/>
                  </a:cubicBezTo>
                  <a:cubicBezTo>
                    <a:pt x="10" y="297"/>
                    <a:pt x="7" y="349"/>
                    <a:pt x="10" y="361"/>
                  </a:cubicBezTo>
                  <a:cubicBezTo>
                    <a:pt x="13" y="373"/>
                    <a:pt x="27" y="430"/>
                    <a:pt x="27" y="430"/>
                  </a:cubicBezTo>
                  <a:cubicBezTo>
                    <a:pt x="27" y="430"/>
                    <a:pt x="88" y="632"/>
                    <a:pt x="109" y="645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4" name="Freeform 54"/>
            <p:cNvSpPr>
              <a:spLocks noEditPoints="1"/>
            </p:cNvSpPr>
            <p:nvPr/>
          </p:nvSpPr>
          <p:spPr>
            <a:xfrm>
              <a:off x="10277476" y="1955800"/>
              <a:ext cx="214313" cy="896937"/>
            </a:xfrm>
            <a:custGeom>
              <a:avLst/>
              <a:gdLst/>
              <a:ahLst/>
              <a:cxnLst>
                <a:cxn ang="0">
                  <a:pos x="44588" y="156927"/>
                </a:cxn>
                <a:cxn ang="0">
                  <a:pos x="43150" y="155488"/>
                </a:cxn>
                <a:cxn ang="0">
                  <a:pos x="44588" y="156927"/>
                </a:cxn>
                <a:cxn ang="0">
                  <a:pos x="100683" y="695378"/>
                </a:cxn>
                <a:cxn ang="0">
                  <a:pos x="37396" y="479422"/>
                </a:cxn>
                <a:cxn ang="0">
                  <a:pos x="63287" y="477982"/>
                </a:cxn>
                <a:cxn ang="0">
                  <a:pos x="159655" y="424713"/>
                </a:cxn>
                <a:cxn ang="0">
                  <a:pos x="81985" y="459266"/>
                </a:cxn>
                <a:cxn ang="0">
                  <a:pos x="38835" y="424713"/>
                </a:cxn>
                <a:cxn ang="0">
                  <a:pos x="67602" y="348408"/>
                </a:cxn>
                <a:cxn ang="0">
                  <a:pos x="77670" y="283622"/>
                </a:cxn>
                <a:cxn ang="0">
                  <a:pos x="192737" y="336891"/>
                </a:cxn>
                <a:cxn ang="0">
                  <a:pos x="143834" y="274983"/>
                </a:cxn>
                <a:cxn ang="0">
                  <a:pos x="87738" y="243310"/>
                </a:cxn>
                <a:cxn ang="0">
                  <a:pos x="179792" y="244750"/>
                </a:cxn>
                <a:cxn ang="0">
                  <a:pos x="100683" y="200119"/>
                </a:cxn>
                <a:cxn ang="0">
                  <a:pos x="146710" y="185722"/>
                </a:cxn>
                <a:cxn ang="0">
                  <a:pos x="38835" y="185722"/>
                </a:cxn>
                <a:cxn ang="0">
                  <a:pos x="81985" y="128133"/>
                </a:cxn>
                <a:cxn ang="0">
                  <a:pos x="41711" y="143970"/>
                </a:cxn>
                <a:cxn ang="0">
                  <a:pos x="43150" y="119495"/>
                </a:cxn>
                <a:cxn ang="0">
                  <a:pos x="81985" y="46070"/>
                </a:cxn>
                <a:cxn ang="0">
                  <a:pos x="81985" y="0"/>
                </a:cxn>
                <a:cxn ang="0">
                  <a:pos x="71917" y="4319"/>
                </a:cxn>
                <a:cxn ang="0">
                  <a:pos x="61848" y="8638"/>
                </a:cxn>
                <a:cxn ang="0">
                  <a:pos x="27328" y="100779"/>
                </a:cxn>
                <a:cxn ang="0">
                  <a:pos x="27328" y="194360"/>
                </a:cxn>
                <a:cxn ang="0">
                  <a:pos x="7191" y="217395"/>
                </a:cxn>
                <a:cxn ang="0">
                  <a:pos x="7191" y="274983"/>
                </a:cxn>
                <a:cxn ang="0">
                  <a:pos x="31643" y="298019"/>
                </a:cxn>
                <a:cxn ang="0">
                  <a:pos x="17260" y="382961"/>
                </a:cxn>
                <a:cxn ang="0">
                  <a:pos x="14383" y="488060"/>
                </a:cxn>
                <a:cxn ang="0">
                  <a:pos x="38835" y="587400"/>
                </a:cxn>
                <a:cxn ang="0">
                  <a:pos x="156779" y="896937"/>
                </a:cxn>
                <a:cxn ang="0">
                  <a:pos x="214313" y="850866"/>
                </a:cxn>
                <a:cxn ang="0">
                  <a:pos x="159655" y="827831"/>
                </a:cxn>
                <a:cxn ang="0">
                  <a:pos x="100683" y="695378"/>
                </a:cxn>
              </a:cxnLst>
              <a:rect l="0" t="0" r="0" b="0"/>
              <a:pathLst>
                <a:path w="149" h="623">
                  <a:moveTo>
                    <a:pt x="31" y="109"/>
                  </a:moveTo>
                  <a:cubicBezTo>
                    <a:pt x="31" y="108"/>
                    <a:pt x="31" y="108"/>
                    <a:pt x="30" y="108"/>
                  </a:cubicBezTo>
                  <a:cubicBezTo>
                    <a:pt x="31" y="108"/>
                    <a:pt x="31" y="108"/>
                    <a:pt x="31" y="109"/>
                  </a:cubicBezTo>
                  <a:close/>
                  <a:moveTo>
                    <a:pt x="70" y="483"/>
                  </a:moveTo>
                  <a:cubicBezTo>
                    <a:pt x="58" y="475"/>
                    <a:pt x="26" y="333"/>
                    <a:pt x="26" y="333"/>
                  </a:cubicBezTo>
                  <a:cubicBezTo>
                    <a:pt x="26" y="333"/>
                    <a:pt x="9" y="326"/>
                    <a:pt x="44" y="332"/>
                  </a:cubicBezTo>
                  <a:cubicBezTo>
                    <a:pt x="79" y="339"/>
                    <a:pt x="111" y="295"/>
                    <a:pt x="111" y="295"/>
                  </a:cubicBezTo>
                  <a:cubicBezTo>
                    <a:pt x="111" y="295"/>
                    <a:pt x="67" y="314"/>
                    <a:pt x="57" y="319"/>
                  </a:cubicBezTo>
                  <a:cubicBezTo>
                    <a:pt x="47" y="324"/>
                    <a:pt x="22" y="304"/>
                    <a:pt x="27" y="295"/>
                  </a:cubicBezTo>
                  <a:cubicBezTo>
                    <a:pt x="32" y="287"/>
                    <a:pt x="37" y="253"/>
                    <a:pt x="47" y="242"/>
                  </a:cubicBezTo>
                  <a:cubicBezTo>
                    <a:pt x="54" y="234"/>
                    <a:pt x="55" y="212"/>
                    <a:pt x="54" y="197"/>
                  </a:cubicBezTo>
                  <a:cubicBezTo>
                    <a:pt x="100" y="186"/>
                    <a:pt x="134" y="234"/>
                    <a:pt x="134" y="234"/>
                  </a:cubicBezTo>
                  <a:cubicBezTo>
                    <a:pt x="134" y="234"/>
                    <a:pt x="121" y="206"/>
                    <a:pt x="100" y="191"/>
                  </a:cubicBezTo>
                  <a:cubicBezTo>
                    <a:pt x="80" y="175"/>
                    <a:pt x="61" y="169"/>
                    <a:pt x="61" y="169"/>
                  </a:cubicBezTo>
                  <a:cubicBezTo>
                    <a:pt x="78" y="162"/>
                    <a:pt x="105" y="165"/>
                    <a:pt x="125" y="170"/>
                  </a:cubicBezTo>
                  <a:cubicBezTo>
                    <a:pt x="106" y="160"/>
                    <a:pt x="82" y="146"/>
                    <a:pt x="70" y="139"/>
                  </a:cubicBezTo>
                  <a:cubicBezTo>
                    <a:pt x="74" y="117"/>
                    <a:pt x="102" y="129"/>
                    <a:pt x="102" y="129"/>
                  </a:cubicBezTo>
                  <a:cubicBezTo>
                    <a:pt x="78" y="95"/>
                    <a:pt x="27" y="129"/>
                    <a:pt x="27" y="129"/>
                  </a:cubicBezTo>
                  <a:cubicBezTo>
                    <a:pt x="25" y="119"/>
                    <a:pt x="57" y="89"/>
                    <a:pt x="57" y="89"/>
                  </a:cubicBezTo>
                  <a:lnTo>
                    <a:pt x="29" y="100"/>
                  </a:lnTo>
                  <a:cubicBezTo>
                    <a:pt x="28" y="92"/>
                    <a:pt x="30" y="83"/>
                    <a:pt x="30" y="83"/>
                  </a:cubicBezTo>
                  <a:lnTo>
                    <a:pt x="57" y="32"/>
                  </a:lnTo>
                  <a:lnTo>
                    <a:pt x="57" y="0"/>
                  </a:lnTo>
                  <a:cubicBezTo>
                    <a:pt x="55" y="1"/>
                    <a:pt x="52" y="2"/>
                    <a:pt x="50" y="3"/>
                  </a:cubicBezTo>
                  <a:cubicBezTo>
                    <a:pt x="47" y="5"/>
                    <a:pt x="43" y="6"/>
                    <a:pt x="43" y="6"/>
                  </a:cubicBezTo>
                  <a:cubicBezTo>
                    <a:pt x="43" y="6"/>
                    <a:pt x="22" y="65"/>
                    <a:pt x="19" y="70"/>
                  </a:cubicBezTo>
                  <a:cubicBezTo>
                    <a:pt x="15" y="75"/>
                    <a:pt x="19" y="135"/>
                    <a:pt x="19" y="135"/>
                  </a:cubicBezTo>
                  <a:cubicBezTo>
                    <a:pt x="19" y="135"/>
                    <a:pt x="3" y="139"/>
                    <a:pt x="5" y="151"/>
                  </a:cubicBezTo>
                  <a:cubicBezTo>
                    <a:pt x="7" y="163"/>
                    <a:pt x="0" y="183"/>
                    <a:pt x="5" y="191"/>
                  </a:cubicBezTo>
                  <a:cubicBezTo>
                    <a:pt x="10" y="200"/>
                    <a:pt x="22" y="207"/>
                    <a:pt x="22" y="207"/>
                  </a:cubicBezTo>
                  <a:cubicBezTo>
                    <a:pt x="22" y="207"/>
                    <a:pt x="13" y="257"/>
                    <a:pt x="12" y="266"/>
                  </a:cubicBezTo>
                  <a:cubicBezTo>
                    <a:pt x="10" y="275"/>
                    <a:pt x="7" y="327"/>
                    <a:pt x="10" y="339"/>
                  </a:cubicBezTo>
                  <a:cubicBezTo>
                    <a:pt x="13" y="351"/>
                    <a:pt x="27" y="408"/>
                    <a:pt x="27" y="408"/>
                  </a:cubicBezTo>
                  <a:cubicBezTo>
                    <a:pt x="27" y="408"/>
                    <a:pt x="88" y="610"/>
                    <a:pt x="109" y="623"/>
                  </a:cubicBezTo>
                  <a:cubicBezTo>
                    <a:pt x="109" y="623"/>
                    <a:pt x="128" y="607"/>
                    <a:pt x="149" y="591"/>
                  </a:cubicBezTo>
                  <a:lnTo>
                    <a:pt x="111" y="575"/>
                  </a:lnTo>
                  <a:cubicBezTo>
                    <a:pt x="111" y="575"/>
                    <a:pt x="82" y="492"/>
                    <a:pt x="70" y="483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5" name="Freeform 55"/>
            <p:cNvSpPr/>
            <p:nvPr/>
          </p:nvSpPr>
          <p:spPr>
            <a:xfrm>
              <a:off x="10467976" y="2203450"/>
              <a:ext cx="23813" cy="12700"/>
            </a:xfrm>
            <a:custGeom>
              <a:avLst/>
              <a:gdLst/>
              <a:ahLst/>
              <a:cxnLst>
                <a:cxn ang="0">
                  <a:pos x="23813" y="5644"/>
                </a:cxn>
                <a:cxn ang="0">
                  <a:pos x="0" y="0"/>
                </a:cxn>
                <a:cxn ang="0">
                  <a:pos x="23813" y="5644"/>
                </a:cxn>
              </a:cxnLst>
              <a:rect l="0" t="0" r="0" b="0"/>
              <a:pathLst>
                <a:path w="17" h="9">
                  <a:moveTo>
                    <a:pt x="17" y="4"/>
                  </a:moveTo>
                  <a:cubicBezTo>
                    <a:pt x="17" y="4"/>
                    <a:pt x="14" y="3"/>
                    <a:pt x="0" y="0"/>
                  </a:cubicBezTo>
                  <a:cubicBezTo>
                    <a:pt x="14" y="9"/>
                    <a:pt x="14" y="6"/>
                    <a:pt x="17" y="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6" name="Freeform 56"/>
            <p:cNvSpPr/>
            <p:nvPr/>
          </p:nvSpPr>
          <p:spPr>
            <a:xfrm>
              <a:off x="10560051" y="1558925"/>
              <a:ext cx="280988" cy="354012"/>
            </a:xfrm>
            <a:custGeom>
              <a:avLst/>
              <a:gdLst/>
              <a:ahLst/>
              <a:cxnLst>
                <a:cxn ang="0">
                  <a:pos x="153396" y="351133"/>
                </a:cxn>
                <a:cxn ang="0">
                  <a:pos x="203572" y="315157"/>
                </a:cxn>
                <a:cxn ang="0">
                  <a:pos x="253749" y="223056"/>
                </a:cxn>
                <a:cxn ang="0">
                  <a:pos x="266651" y="223056"/>
                </a:cxn>
                <a:cxn ang="0">
                  <a:pos x="275253" y="174127"/>
                </a:cxn>
                <a:cxn ang="0">
                  <a:pos x="266651" y="130955"/>
                </a:cxn>
                <a:cxn ang="0">
                  <a:pos x="275253" y="20147"/>
                </a:cxn>
                <a:cxn ang="0">
                  <a:pos x="113255" y="0"/>
                </a:cxn>
                <a:cxn ang="0">
                  <a:pos x="43008" y="37415"/>
                </a:cxn>
                <a:cxn ang="0">
                  <a:pos x="43008" y="130955"/>
                </a:cxn>
                <a:cxn ang="0">
                  <a:pos x="12902" y="130955"/>
                </a:cxn>
                <a:cxn ang="0">
                  <a:pos x="43008" y="214421"/>
                </a:cxn>
                <a:cxn ang="0">
                  <a:pos x="70247" y="306522"/>
                </a:cxn>
                <a:cxn ang="0">
                  <a:pos x="153396" y="351133"/>
                </a:cxn>
              </a:cxnLst>
              <a:rect l="0" t="0" r="0" b="0"/>
              <a:pathLst>
                <a:path w="196" h="246">
                  <a:moveTo>
                    <a:pt x="107" y="244"/>
                  </a:moveTo>
                  <a:cubicBezTo>
                    <a:pt x="124" y="246"/>
                    <a:pt x="137" y="225"/>
                    <a:pt x="142" y="219"/>
                  </a:cubicBezTo>
                  <a:cubicBezTo>
                    <a:pt x="147" y="213"/>
                    <a:pt x="173" y="171"/>
                    <a:pt x="177" y="155"/>
                  </a:cubicBezTo>
                  <a:cubicBezTo>
                    <a:pt x="177" y="155"/>
                    <a:pt x="185" y="160"/>
                    <a:pt x="186" y="155"/>
                  </a:cubicBezTo>
                  <a:cubicBezTo>
                    <a:pt x="186" y="155"/>
                    <a:pt x="190" y="127"/>
                    <a:pt x="192" y="121"/>
                  </a:cubicBezTo>
                  <a:cubicBezTo>
                    <a:pt x="194" y="115"/>
                    <a:pt x="196" y="92"/>
                    <a:pt x="186" y="91"/>
                  </a:cubicBezTo>
                  <a:lnTo>
                    <a:pt x="192" y="14"/>
                  </a:lnTo>
                  <a:lnTo>
                    <a:pt x="79" y="0"/>
                  </a:lnTo>
                  <a:lnTo>
                    <a:pt x="30" y="26"/>
                  </a:lnTo>
                  <a:lnTo>
                    <a:pt x="30" y="91"/>
                  </a:lnTo>
                  <a:cubicBezTo>
                    <a:pt x="30" y="91"/>
                    <a:pt x="13" y="83"/>
                    <a:pt x="9" y="91"/>
                  </a:cubicBezTo>
                  <a:cubicBezTo>
                    <a:pt x="9" y="91"/>
                    <a:pt x="0" y="150"/>
                    <a:pt x="30" y="149"/>
                  </a:cubicBezTo>
                  <a:cubicBezTo>
                    <a:pt x="30" y="149"/>
                    <a:pt x="36" y="194"/>
                    <a:pt x="49" y="213"/>
                  </a:cubicBezTo>
                  <a:cubicBezTo>
                    <a:pt x="63" y="232"/>
                    <a:pt x="82" y="242"/>
                    <a:pt x="107" y="244"/>
                  </a:cubicBez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7" name="Freeform 57"/>
            <p:cNvSpPr/>
            <p:nvPr/>
          </p:nvSpPr>
          <p:spPr>
            <a:xfrm>
              <a:off x="10560051" y="1560513"/>
              <a:ext cx="134938" cy="341312"/>
            </a:xfrm>
            <a:custGeom>
              <a:avLst/>
              <a:gdLst/>
              <a:ahLst/>
              <a:cxnLst>
                <a:cxn ang="0">
                  <a:pos x="117711" y="341312"/>
                </a:cxn>
                <a:cxn ang="0">
                  <a:pos x="78953" y="243382"/>
                </a:cxn>
                <a:cxn ang="0">
                  <a:pos x="91872" y="192978"/>
                </a:cxn>
                <a:cxn ang="0">
                  <a:pos x="78953" y="162735"/>
                </a:cxn>
                <a:cxn ang="0">
                  <a:pos x="104792" y="138252"/>
                </a:cxn>
                <a:cxn ang="0">
                  <a:pos x="122018" y="84967"/>
                </a:cxn>
                <a:cxn ang="0">
                  <a:pos x="134938" y="1440"/>
                </a:cxn>
                <a:cxn ang="0">
                  <a:pos x="113405" y="0"/>
                </a:cxn>
                <a:cxn ang="0">
                  <a:pos x="43065" y="36003"/>
                </a:cxn>
                <a:cxn ang="0">
                  <a:pos x="43065" y="129612"/>
                </a:cxn>
                <a:cxn ang="0">
                  <a:pos x="12919" y="129612"/>
                </a:cxn>
                <a:cxn ang="0">
                  <a:pos x="43065" y="213139"/>
                </a:cxn>
                <a:cxn ang="0">
                  <a:pos x="70340" y="305308"/>
                </a:cxn>
                <a:cxn ang="0">
                  <a:pos x="117711" y="341312"/>
                </a:cxn>
              </a:cxnLst>
              <a:rect l="0" t="0" r="0" b="0"/>
              <a:pathLst>
                <a:path w="94" h="237">
                  <a:moveTo>
                    <a:pt x="82" y="237"/>
                  </a:moveTo>
                  <a:cubicBezTo>
                    <a:pt x="68" y="217"/>
                    <a:pt x="55" y="169"/>
                    <a:pt x="55" y="169"/>
                  </a:cubicBezTo>
                  <a:cubicBezTo>
                    <a:pt x="53" y="157"/>
                    <a:pt x="64" y="134"/>
                    <a:pt x="64" y="134"/>
                  </a:cubicBezTo>
                  <a:lnTo>
                    <a:pt x="55" y="113"/>
                  </a:lnTo>
                  <a:cubicBezTo>
                    <a:pt x="55" y="106"/>
                    <a:pt x="73" y="96"/>
                    <a:pt x="73" y="96"/>
                  </a:cubicBezTo>
                  <a:cubicBezTo>
                    <a:pt x="73" y="96"/>
                    <a:pt x="84" y="69"/>
                    <a:pt x="85" y="59"/>
                  </a:cubicBezTo>
                  <a:cubicBezTo>
                    <a:pt x="86" y="53"/>
                    <a:pt x="91" y="26"/>
                    <a:pt x="94" y="1"/>
                  </a:cubicBezTo>
                  <a:lnTo>
                    <a:pt x="79" y="0"/>
                  </a:lnTo>
                  <a:lnTo>
                    <a:pt x="30" y="25"/>
                  </a:lnTo>
                  <a:lnTo>
                    <a:pt x="30" y="90"/>
                  </a:lnTo>
                  <a:cubicBezTo>
                    <a:pt x="30" y="90"/>
                    <a:pt x="13" y="82"/>
                    <a:pt x="9" y="90"/>
                  </a:cubicBezTo>
                  <a:cubicBezTo>
                    <a:pt x="9" y="90"/>
                    <a:pt x="0" y="149"/>
                    <a:pt x="30" y="148"/>
                  </a:cubicBezTo>
                  <a:cubicBezTo>
                    <a:pt x="30" y="148"/>
                    <a:pt x="36" y="193"/>
                    <a:pt x="49" y="212"/>
                  </a:cubicBezTo>
                  <a:cubicBezTo>
                    <a:pt x="58" y="224"/>
                    <a:pt x="69" y="232"/>
                    <a:pt x="82" y="237"/>
                  </a:cubicBezTo>
                  <a:close/>
                </a:path>
              </a:pathLst>
            </a:custGeom>
            <a:solidFill>
              <a:srgbClr val="E2A069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8" name="Freeform 58"/>
            <p:cNvSpPr/>
            <p:nvPr/>
          </p:nvSpPr>
          <p:spPr>
            <a:xfrm>
              <a:off x="10775951" y="1690688"/>
              <a:ext cx="68263" cy="166687"/>
            </a:xfrm>
            <a:custGeom>
              <a:avLst/>
              <a:gdLst/>
              <a:ahLst/>
              <a:cxnLst>
                <a:cxn ang="0">
                  <a:pos x="38397" y="91965"/>
                </a:cxn>
                <a:cxn ang="0">
                  <a:pos x="51197" y="91965"/>
                </a:cxn>
                <a:cxn ang="0">
                  <a:pos x="68263" y="27302"/>
                </a:cxn>
                <a:cxn ang="0">
                  <a:pos x="51197" y="0"/>
                </a:cxn>
                <a:cxn ang="0">
                  <a:pos x="29865" y="80469"/>
                </a:cxn>
                <a:cxn ang="0">
                  <a:pos x="0" y="107771"/>
                </a:cxn>
                <a:cxn ang="0">
                  <a:pos x="0" y="166687"/>
                </a:cxn>
                <a:cxn ang="0">
                  <a:pos x="38397" y="91965"/>
                </a:cxn>
              </a:cxnLst>
              <a:rect l="0" t="0" r="0" b="0"/>
              <a:pathLst>
                <a:path w="48" h="116">
                  <a:moveTo>
                    <a:pt x="27" y="64"/>
                  </a:moveTo>
                  <a:cubicBezTo>
                    <a:pt x="27" y="64"/>
                    <a:pt x="35" y="69"/>
                    <a:pt x="36" y="64"/>
                  </a:cubicBezTo>
                  <a:cubicBezTo>
                    <a:pt x="36" y="64"/>
                    <a:pt x="48" y="35"/>
                    <a:pt x="48" y="19"/>
                  </a:cubicBezTo>
                  <a:cubicBezTo>
                    <a:pt x="47" y="12"/>
                    <a:pt x="46" y="1"/>
                    <a:pt x="36" y="0"/>
                  </a:cubicBezTo>
                  <a:cubicBezTo>
                    <a:pt x="36" y="0"/>
                    <a:pt x="27" y="48"/>
                    <a:pt x="21" y="56"/>
                  </a:cubicBezTo>
                  <a:cubicBezTo>
                    <a:pt x="15" y="65"/>
                    <a:pt x="0" y="75"/>
                    <a:pt x="0" y="75"/>
                  </a:cubicBezTo>
                  <a:cubicBezTo>
                    <a:pt x="3" y="79"/>
                    <a:pt x="4" y="97"/>
                    <a:pt x="0" y="116"/>
                  </a:cubicBezTo>
                  <a:cubicBezTo>
                    <a:pt x="10" y="101"/>
                    <a:pt x="24" y="76"/>
                    <a:pt x="27" y="64"/>
                  </a:cubicBezTo>
                  <a:close/>
                </a:path>
              </a:pathLst>
            </a:custGeom>
            <a:solidFill>
              <a:srgbClr val="E2A069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9" name="Freeform 59"/>
            <p:cNvSpPr/>
            <p:nvPr/>
          </p:nvSpPr>
          <p:spPr>
            <a:xfrm>
              <a:off x="10583863" y="1484313"/>
              <a:ext cx="268288" cy="255587"/>
            </a:xfrm>
            <a:custGeom>
              <a:avLst/>
              <a:gdLst/>
              <a:ahLst/>
              <a:cxnLst>
                <a:cxn ang="0">
                  <a:pos x="266845" y="109127"/>
                </a:cxn>
                <a:cxn ang="0">
                  <a:pos x="183185" y="0"/>
                </a:cxn>
                <a:cxn ang="0">
                  <a:pos x="134144" y="10051"/>
                </a:cxn>
                <a:cxn ang="0">
                  <a:pos x="79332" y="15794"/>
                </a:cxn>
                <a:cxn ang="0">
                  <a:pos x="49041" y="31589"/>
                </a:cxn>
                <a:cxn ang="0">
                  <a:pos x="0" y="101947"/>
                </a:cxn>
                <a:cxn ang="0">
                  <a:pos x="4327" y="201023"/>
                </a:cxn>
                <a:cxn ang="0">
                  <a:pos x="15866" y="203895"/>
                </a:cxn>
                <a:cxn ang="0">
                  <a:pos x="21636" y="242664"/>
                </a:cxn>
                <a:cxn ang="0">
                  <a:pos x="28848" y="236920"/>
                </a:cxn>
                <a:cxn ang="0">
                  <a:pos x="36060" y="180921"/>
                </a:cxn>
                <a:cxn ang="0">
                  <a:pos x="36060" y="137844"/>
                </a:cxn>
                <a:cxn ang="0">
                  <a:pos x="63465" y="113434"/>
                </a:cxn>
                <a:cxn ang="0">
                  <a:pos x="115392" y="130665"/>
                </a:cxn>
                <a:cxn ang="0">
                  <a:pos x="154337" y="150767"/>
                </a:cxn>
                <a:cxn ang="0">
                  <a:pos x="158664" y="150767"/>
                </a:cxn>
                <a:cxn ang="0">
                  <a:pos x="178858" y="149331"/>
                </a:cxn>
                <a:cxn ang="0">
                  <a:pos x="216361" y="166562"/>
                </a:cxn>
                <a:cxn ang="0">
                  <a:pos x="207706" y="139280"/>
                </a:cxn>
                <a:cxn ang="0">
                  <a:pos x="214918" y="137844"/>
                </a:cxn>
                <a:cxn ang="0">
                  <a:pos x="226458" y="155075"/>
                </a:cxn>
                <a:cxn ang="0">
                  <a:pos x="230785" y="205331"/>
                </a:cxn>
                <a:cxn ang="0">
                  <a:pos x="229342" y="249843"/>
                </a:cxn>
                <a:cxn ang="0">
                  <a:pos x="232227" y="255587"/>
                </a:cxn>
                <a:cxn ang="0">
                  <a:pos x="243767" y="205331"/>
                </a:cxn>
                <a:cxn ang="0">
                  <a:pos x="253863" y="211074"/>
                </a:cxn>
                <a:cxn ang="0">
                  <a:pos x="265403" y="165126"/>
                </a:cxn>
                <a:cxn ang="0">
                  <a:pos x="266845" y="109127"/>
                </a:cxn>
              </a:cxnLst>
              <a:rect l="0" t="0" r="0" b="0"/>
              <a:pathLst>
                <a:path w="186" h="178">
                  <a:moveTo>
                    <a:pt x="185" y="76"/>
                  </a:moveTo>
                  <a:cubicBezTo>
                    <a:pt x="185" y="69"/>
                    <a:pt x="181" y="20"/>
                    <a:pt x="127" y="0"/>
                  </a:cubicBezTo>
                  <a:cubicBezTo>
                    <a:pt x="127" y="0"/>
                    <a:pt x="115" y="2"/>
                    <a:pt x="93" y="7"/>
                  </a:cubicBezTo>
                  <a:cubicBezTo>
                    <a:pt x="93" y="7"/>
                    <a:pt x="62" y="6"/>
                    <a:pt x="55" y="11"/>
                  </a:cubicBezTo>
                  <a:cubicBezTo>
                    <a:pt x="49" y="16"/>
                    <a:pt x="34" y="22"/>
                    <a:pt x="34" y="22"/>
                  </a:cubicBezTo>
                  <a:cubicBezTo>
                    <a:pt x="34" y="22"/>
                    <a:pt x="4" y="32"/>
                    <a:pt x="0" y="71"/>
                  </a:cubicBezTo>
                  <a:cubicBezTo>
                    <a:pt x="0" y="71"/>
                    <a:pt x="0" y="121"/>
                    <a:pt x="3" y="140"/>
                  </a:cubicBezTo>
                  <a:cubicBezTo>
                    <a:pt x="3" y="140"/>
                    <a:pt x="7" y="139"/>
                    <a:pt x="11" y="142"/>
                  </a:cubicBezTo>
                  <a:lnTo>
                    <a:pt x="15" y="169"/>
                  </a:lnTo>
                  <a:lnTo>
                    <a:pt x="20" y="165"/>
                  </a:lnTo>
                  <a:cubicBezTo>
                    <a:pt x="20" y="165"/>
                    <a:pt x="17" y="135"/>
                    <a:pt x="25" y="126"/>
                  </a:cubicBezTo>
                  <a:cubicBezTo>
                    <a:pt x="28" y="122"/>
                    <a:pt x="25" y="96"/>
                    <a:pt x="25" y="96"/>
                  </a:cubicBezTo>
                  <a:cubicBezTo>
                    <a:pt x="25" y="96"/>
                    <a:pt x="42" y="80"/>
                    <a:pt x="44" y="79"/>
                  </a:cubicBezTo>
                  <a:cubicBezTo>
                    <a:pt x="44" y="79"/>
                    <a:pt x="68" y="84"/>
                    <a:pt x="80" y="91"/>
                  </a:cubicBezTo>
                  <a:cubicBezTo>
                    <a:pt x="80" y="91"/>
                    <a:pt x="83" y="101"/>
                    <a:pt x="107" y="105"/>
                  </a:cubicBezTo>
                  <a:cubicBezTo>
                    <a:pt x="108" y="105"/>
                    <a:pt x="109" y="105"/>
                    <a:pt x="110" y="105"/>
                  </a:cubicBezTo>
                  <a:cubicBezTo>
                    <a:pt x="114" y="105"/>
                    <a:pt x="119" y="105"/>
                    <a:pt x="124" y="104"/>
                  </a:cubicBezTo>
                  <a:cubicBezTo>
                    <a:pt x="149" y="96"/>
                    <a:pt x="150" y="116"/>
                    <a:pt x="150" y="116"/>
                  </a:cubicBezTo>
                  <a:cubicBezTo>
                    <a:pt x="153" y="107"/>
                    <a:pt x="149" y="101"/>
                    <a:pt x="144" y="97"/>
                  </a:cubicBezTo>
                  <a:lnTo>
                    <a:pt x="149" y="96"/>
                  </a:lnTo>
                  <a:cubicBezTo>
                    <a:pt x="149" y="96"/>
                    <a:pt x="154" y="100"/>
                    <a:pt x="157" y="108"/>
                  </a:cubicBezTo>
                  <a:cubicBezTo>
                    <a:pt x="159" y="119"/>
                    <a:pt x="155" y="132"/>
                    <a:pt x="160" y="143"/>
                  </a:cubicBezTo>
                  <a:cubicBezTo>
                    <a:pt x="164" y="151"/>
                    <a:pt x="159" y="174"/>
                    <a:pt x="159" y="174"/>
                  </a:cubicBezTo>
                  <a:lnTo>
                    <a:pt x="161" y="178"/>
                  </a:lnTo>
                  <a:lnTo>
                    <a:pt x="169" y="143"/>
                  </a:lnTo>
                  <a:cubicBezTo>
                    <a:pt x="169" y="143"/>
                    <a:pt x="175" y="144"/>
                    <a:pt x="176" y="147"/>
                  </a:cubicBezTo>
                  <a:lnTo>
                    <a:pt x="184" y="115"/>
                  </a:lnTo>
                  <a:cubicBezTo>
                    <a:pt x="184" y="115"/>
                    <a:pt x="186" y="82"/>
                    <a:pt x="185" y="76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00" name="Freeform 60"/>
            <p:cNvSpPr/>
            <p:nvPr/>
          </p:nvSpPr>
          <p:spPr>
            <a:xfrm>
              <a:off x="10871201" y="2224088"/>
              <a:ext cx="50800" cy="280987"/>
            </a:xfrm>
            <a:custGeom>
              <a:avLst/>
              <a:gdLst/>
              <a:ahLst/>
              <a:cxnLst>
                <a:cxn ang="0">
                  <a:pos x="39511" y="157064"/>
                </a:cxn>
                <a:cxn ang="0">
                  <a:pos x="15522" y="0"/>
                </a:cxn>
                <a:cxn ang="0">
                  <a:pos x="0" y="237758"/>
                </a:cxn>
                <a:cxn ang="0">
                  <a:pos x="8466" y="280987"/>
                </a:cxn>
                <a:cxn ang="0">
                  <a:pos x="47977" y="280987"/>
                </a:cxn>
                <a:cxn ang="0">
                  <a:pos x="39511" y="157064"/>
                </a:cxn>
              </a:cxnLst>
              <a:rect l="0" t="0" r="0" b="0"/>
              <a:pathLst>
                <a:path w="36" h="195">
                  <a:moveTo>
                    <a:pt x="28" y="109"/>
                  </a:moveTo>
                  <a:cubicBezTo>
                    <a:pt x="36" y="79"/>
                    <a:pt x="20" y="16"/>
                    <a:pt x="11" y="0"/>
                  </a:cubicBezTo>
                  <a:lnTo>
                    <a:pt x="0" y="165"/>
                  </a:lnTo>
                  <a:lnTo>
                    <a:pt x="6" y="195"/>
                  </a:lnTo>
                  <a:cubicBezTo>
                    <a:pt x="6" y="195"/>
                    <a:pt x="18" y="195"/>
                    <a:pt x="34" y="195"/>
                  </a:cubicBezTo>
                  <a:cubicBezTo>
                    <a:pt x="29" y="170"/>
                    <a:pt x="23" y="129"/>
                    <a:pt x="28" y="109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01" name="Freeform 61"/>
            <p:cNvSpPr/>
            <p:nvPr/>
          </p:nvSpPr>
          <p:spPr>
            <a:xfrm>
              <a:off x="10769601" y="1960563"/>
              <a:ext cx="173038" cy="1022350"/>
            </a:xfrm>
            <a:custGeom>
              <a:avLst/>
              <a:gdLst/>
              <a:ahLst/>
              <a:cxnLst>
                <a:cxn ang="0">
                  <a:pos x="79309" y="997905"/>
                </a:cxn>
                <a:cxn ang="0">
                  <a:pos x="155734" y="1022350"/>
                </a:cxn>
                <a:cxn ang="0">
                  <a:pos x="173038" y="1010846"/>
                </a:cxn>
                <a:cxn ang="0">
                  <a:pos x="126894" y="529148"/>
                </a:cxn>
                <a:cxn ang="0">
                  <a:pos x="126894" y="313463"/>
                </a:cxn>
                <a:cxn ang="0">
                  <a:pos x="126894" y="181175"/>
                </a:cxn>
                <a:cxn ang="0">
                  <a:pos x="79309" y="57516"/>
                </a:cxn>
                <a:cxn ang="0">
                  <a:pos x="1441" y="0"/>
                </a:cxn>
                <a:cxn ang="0">
                  <a:pos x="0" y="57516"/>
                </a:cxn>
                <a:cxn ang="0">
                  <a:pos x="79309" y="277515"/>
                </a:cxn>
                <a:cxn ang="0">
                  <a:pos x="63447" y="425619"/>
                </a:cxn>
                <a:cxn ang="0">
                  <a:pos x="95170" y="731893"/>
                </a:cxn>
                <a:cxn ang="0">
                  <a:pos x="79309" y="997905"/>
                </a:cxn>
              </a:cxnLst>
              <a:rect l="0" t="0" r="0" b="0"/>
              <a:pathLst>
                <a:path w="120" h="711">
                  <a:moveTo>
                    <a:pt x="55" y="694"/>
                  </a:moveTo>
                  <a:lnTo>
                    <a:pt x="108" y="711"/>
                  </a:lnTo>
                  <a:lnTo>
                    <a:pt x="120" y="703"/>
                  </a:lnTo>
                  <a:cubicBezTo>
                    <a:pt x="120" y="703"/>
                    <a:pt x="111" y="437"/>
                    <a:pt x="88" y="368"/>
                  </a:cubicBezTo>
                  <a:cubicBezTo>
                    <a:pt x="88" y="368"/>
                    <a:pt x="87" y="244"/>
                    <a:pt x="88" y="218"/>
                  </a:cubicBezTo>
                  <a:cubicBezTo>
                    <a:pt x="88" y="193"/>
                    <a:pt x="89" y="140"/>
                    <a:pt x="88" y="126"/>
                  </a:cubicBezTo>
                  <a:cubicBezTo>
                    <a:pt x="87" y="113"/>
                    <a:pt x="67" y="57"/>
                    <a:pt x="55" y="40"/>
                  </a:cubicBezTo>
                  <a:lnTo>
                    <a:pt x="1" y="0"/>
                  </a:lnTo>
                  <a:lnTo>
                    <a:pt x="0" y="40"/>
                  </a:lnTo>
                  <a:cubicBezTo>
                    <a:pt x="0" y="40"/>
                    <a:pt x="57" y="160"/>
                    <a:pt x="55" y="193"/>
                  </a:cubicBezTo>
                  <a:cubicBezTo>
                    <a:pt x="55" y="193"/>
                    <a:pt x="43" y="288"/>
                    <a:pt x="44" y="296"/>
                  </a:cubicBezTo>
                  <a:cubicBezTo>
                    <a:pt x="45" y="304"/>
                    <a:pt x="66" y="492"/>
                    <a:pt x="66" y="509"/>
                  </a:cubicBezTo>
                  <a:cubicBezTo>
                    <a:pt x="66" y="526"/>
                    <a:pt x="55" y="694"/>
                    <a:pt x="55" y="694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TextBox 7"/>
          <p:cNvSpPr txBox="1"/>
          <p:nvPr/>
        </p:nvSpPr>
        <p:spPr>
          <a:xfrm>
            <a:off x="190500" y="180975"/>
            <a:ext cx="1402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任务一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3" name="TextBox 43"/>
          <p:cNvSpPr txBox="1"/>
          <p:nvPr/>
        </p:nvSpPr>
        <p:spPr>
          <a:xfrm>
            <a:off x="2590800" y="189230"/>
            <a:ext cx="7353300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面板的认识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27"/>
          <p:cNvSpPr>
            <a:spLocks noChangeArrowheads="1"/>
          </p:cNvSpPr>
          <p:nvPr/>
        </p:nvSpPr>
        <p:spPr bwMode="auto">
          <a:xfrm>
            <a:off x="3862958" y="5375112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19502" name="Rectangle 33"/>
          <p:cNvSpPr>
            <a:spLocks noChangeArrowheads="1"/>
          </p:cNvSpPr>
          <p:nvPr/>
        </p:nvSpPr>
        <p:spPr bwMode="auto">
          <a:xfrm>
            <a:off x="5519142" y="5584314"/>
            <a:ext cx="2183347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17" name="图片 4" descr="IMG_1404.JPG"/>
          <p:cNvPicPr>
            <a:picLocks noChangeAspect="1" noChangeArrowheads="1"/>
          </p:cNvPicPr>
          <p:nvPr/>
        </p:nvPicPr>
        <p:blipFill>
          <a:blip r:embed="rId1" cstate="print">
            <a:grayscl/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9" t="52078" r="44159" b="2193"/>
          <a:stretch>
            <a:fillRect/>
          </a:stretch>
        </p:blipFill>
        <p:spPr bwMode="auto">
          <a:xfrm>
            <a:off x="7679382" y="1181221"/>
            <a:ext cx="2881545" cy="192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323" y="1106827"/>
            <a:ext cx="5513368" cy="2270731"/>
          </a:xfrm>
          <a:prstGeom prst="rect">
            <a:avLst/>
          </a:prstGeom>
        </p:spPr>
      </p:pic>
      <p:grpSp>
        <p:nvGrpSpPr>
          <p:cNvPr id="60" name="组合 59"/>
          <p:cNvGrpSpPr/>
          <p:nvPr/>
        </p:nvGrpSpPr>
        <p:grpSpPr>
          <a:xfrm>
            <a:off x="1758971" y="1338641"/>
            <a:ext cx="8323017" cy="2277547"/>
            <a:chOff x="3380562" y="2634809"/>
            <a:chExt cx="7967197" cy="2000631"/>
          </a:xfrm>
        </p:grpSpPr>
        <p:sp>
          <p:nvSpPr>
            <p:cNvPr id="61" name="TextBox 42"/>
            <p:cNvSpPr txBox="1"/>
            <p:nvPr/>
          </p:nvSpPr>
          <p:spPr>
            <a:xfrm>
              <a:off x="4308822" y="2634809"/>
              <a:ext cx="7038937" cy="20006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2"/>
                  </a:solidFill>
                </a:rPr>
                <a:t>认识插孔</a:t>
              </a:r>
              <a:endParaRPr lang="en-US" altLang="zh-CN" sz="2400" b="1" dirty="0">
                <a:solidFill>
                  <a:schemeClr val="tx2"/>
                </a:solidFill>
              </a:endParaRPr>
            </a:p>
            <a:p>
              <a:r>
                <a:rPr lang="en-US" sz="2000" dirty="0"/>
                <a:t>MF-47</a:t>
              </a:r>
              <a:r>
                <a:rPr lang="zh-CN" altLang="en-US" sz="2000" dirty="0"/>
                <a:t>型指针式万用电表面板上</a:t>
              </a:r>
              <a:endParaRPr lang="en-US" altLang="zh-CN" sz="2000" dirty="0"/>
            </a:p>
            <a:p>
              <a:r>
                <a:rPr lang="zh-CN" altLang="en-US" sz="2000" dirty="0"/>
                <a:t>有黑表笔插孔、红表笔插孔、</a:t>
              </a:r>
              <a:endParaRPr lang="en-US" altLang="zh-CN" sz="2000" dirty="0"/>
            </a:p>
            <a:p>
              <a:r>
                <a:rPr lang="zh-CN" altLang="en-US" sz="2000" dirty="0"/>
                <a:t>高电压红表笔插孔、</a:t>
              </a:r>
              <a:endParaRPr lang="en-US" altLang="zh-CN" sz="2000" dirty="0"/>
            </a:p>
            <a:p>
              <a:r>
                <a:rPr lang="zh-CN" altLang="en-US" sz="2000" dirty="0"/>
                <a:t>大电流红表笔插孔、</a:t>
              </a:r>
              <a:r>
                <a:rPr lang="en-US" sz="2000" dirty="0"/>
                <a:t>NPN</a:t>
              </a:r>
              <a:r>
                <a:rPr lang="zh-CN" altLang="en-US" sz="2000" dirty="0"/>
                <a:t>型三极管插孔、</a:t>
              </a:r>
              <a:endParaRPr lang="en-US" altLang="zh-CN" sz="2000" dirty="0"/>
            </a:p>
            <a:p>
              <a:r>
                <a:rPr lang="en-US" sz="2000" dirty="0"/>
                <a:t>PNP</a:t>
              </a:r>
              <a:r>
                <a:rPr lang="zh-CN" altLang="en-US" sz="2000" dirty="0"/>
                <a:t>型三极管插孔等六个插孔</a:t>
              </a:r>
              <a:endParaRPr lang="en-US" altLang="zh-CN" sz="2000" dirty="0"/>
            </a:p>
            <a:p>
              <a:endParaRPr lang="en-US" sz="1800" dirty="0"/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3380562" y="3001166"/>
              <a:ext cx="873509" cy="721908"/>
              <a:chOff x="5068633" y="2299928"/>
              <a:chExt cx="554400" cy="458182"/>
            </a:xfrm>
          </p:grpSpPr>
          <p:sp>
            <p:nvSpPr>
              <p:cNvPr id="63" name="六边形 62"/>
              <p:cNvSpPr/>
              <p:nvPr/>
            </p:nvSpPr>
            <p:spPr>
              <a:xfrm>
                <a:off x="5068633" y="2299928"/>
                <a:ext cx="554400" cy="458182"/>
              </a:xfrm>
              <a:prstGeom prst="hexagon">
                <a:avLst/>
              </a:prstGeom>
              <a:solidFill>
                <a:srgbClr val="A0BF0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Freeform 72"/>
              <p:cNvSpPr>
                <a:spLocks noEditPoints="1"/>
              </p:cNvSpPr>
              <p:nvPr/>
            </p:nvSpPr>
            <p:spPr bwMode="auto">
              <a:xfrm>
                <a:off x="5180447" y="2343925"/>
                <a:ext cx="369521" cy="370187"/>
              </a:xfrm>
              <a:custGeom>
                <a:avLst/>
                <a:gdLst>
                  <a:gd name="T0" fmla="*/ 337 w 411"/>
                  <a:gd name="T1" fmla="*/ 198 h 412"/>
                  <a:gd name="T2" fmla="*/ 284 w 411"/>
                  <a:gd name="T3" fmla="*/ 220 h 412"/>
                  <a:gd name="T4" fmla="*/ 249 w 411"/>
                  <a:gd name="T5" fmla="*/ 185 h 412"/>
                  <a:gd name="T6" fmla="*/ 283 w 411"/>
                  <a:gd name="T7" fmla="*/ 107 h 412"/>
                  <a:gd name="T8" fmla="*/ 176 w 411"/>
                  <a:gd name="T9" fmla="*/ 0 h 412"/>
                  <a:gd name="T10" fmla="*/ 68 w 411"/>
                  <a:gd name="T11" fmla="*/ 107 h 412"/>
                  <a:gd name="T12" fmla="*/ 116 w 411"/>
                  <a:gd name="T13" fmla="*/ 196 h 412"/>
                  <a:gd name="T14" fmla="*/ 96 w 411"/>
                  <a:gd name="T15" fmla="*/ 266 h 412"/>
                  <a:gd name="T16" fmla="*/ 74 w 411"/>
                  <a:gd name="T17" fmla="*/ 263 h 412"/>
                  <a:gd name="T18" fmla="*/ 0 w 411"/>
                  <a:gd name="T19" fmla="*/ 337 h 412"/>
                  <a:gd name="T20" fmla="*/ 74 w 411"/>
                  <a:gd name="T21" fmla="*/ 412 h 412"/>
                  <a:gd name="T22" fmla="*/ 149 w 411"/>
                  <a:gd name="T23" fmla="*/ 337 h 412"/>
                  <a:gd name="T24" fmla="*/ 110 w 411"/>
                  <a:gd name="T25" fmla="*/ 272 h 412"/>
                  <a:gd name="T26" fmla="*/ 130 w 411"/>
                  <a:gd name="T27" fmla="*/ 204 h 412"/>
                  <a:gd name="T28" fmla="*/ 176 w 411"/>
                  <a:gd name="T29" fmla="*/ 214 h 412"/>
                  <a:gd name="T30" fmla="*/ 238 w 411"/>
                  <a:gd name="T31" fmla="*/ 195 h 412"/>
                  <a:gd name="T32" fmla="*/ 275 w 411"/>
                  <a:gd name="T33" fmla="*/ 232 h 412"/>
                  <a:gd name="T34" fmla="*/ 262 w 411"/>
                  <a:gd name="T35" fmla="*/ 273 h 412"/>
                  <a:gd name="T36" fmla="*/ 337 w 411"/>
                  <a:gd name="T37" fmla="*/ 347 h 412"/>
                  <a:gd name="T38" fmla="*/ 411 w 411"/>
                  <a:gd name="T39" fmla="*/ 273 h 412"/>
                  <a:gd name="T40" fmla="*/ 337 w 411"/>
                  <a:gd name="T41" fmla="*/ 198 h 412"/>
                  <a:gd name="T42" fmla="*/ 134 w 411"/>
                  <a:gd name="T43" fmla="*/ 337 h 412"/>
                  <a:gd name="T44" fmla="*/ 74 w 411"/>
                  <a:gd name="T45" fmla="*/ 397 h 412"/>
                  <a:gd name="T46" fmla="*/ 14 w 411"/>
                  <a:gd name="T47" fmla="*/ 337 h 412"/>
                  <a:gd name="T48" fmla="*/ 74 w 411"/>
                  <a:gd name="T49" fmla="*/ 278 h 412"/>
                  <a:gd name="T50" fmla="*/ 134 w 411"/>
                  <a:gd name="T51" fmla="*/ 337 h 412"/>
                  <a:gd name="T52" fmla="*/ 83 w 411"/>
                  <a:gd name="T53" fmla="*/ 107 h 412"/>
                  <a:gd name="T54" fmla="*/ 176 w 411"/>
                  <a:gd name="T55" fmla="*/ 14 h 412"/>
                  <a:gd name="T56" fmla="*/ 268 w 411"/>
                  <a:gd name="T57" fmla="*/ 107 h 412"/>
                  <a:gd name="T58" fmla="*/ 176 w 411"/>
                  <a:gd name="T59" fmla="*/ 200 h 412"/>
                  <a:gd name="T60" fmla="*/ 83 w 411"/>
                  <a:gd name="T61" fmla="*/ 107 h 412"/>
                  <a:gd name="T62" fmla="*/ 337 w 411"/>
                  <a:gd name="T63" fmla="*/ 332 h 412"/>
                  <a:gd name="T64" fmla="*/ 277 w 411"/>
                  <a:gd name="T65" fmla="*/ 273 h 412"/>
                  <a:gd name="T66" fmla="*/ 337 w 411"/>
                  <a:gd name="T67" fmla="*/ 213 h 412"/>
                  <a:gd name="T68" fmla="*/ 397 w 411"/>
                  <a:gd name="T69" fmla="*/ 273 h 412"/>
                  <a:gd name="T70" fmla="*/ 337 w 411"/>
                  <a:gd name="T71" fmla="*/ 332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11" h="412">
                    <a:moveTo>
                      <a:pt x="337" y="198"/>
                    </a:moveTo>
                    <a:cubicBezTo>
                      <a:pt x="316" y="198"/>
                      <a:pt x="298" y="206"/>
                      <a:pt x="284" y="220"/>
                    </a:cubicBezTo>
                    <a:cubicBezTo>
                      <a:pt x="249" y="185"/>
                      <a:pt x="249" y="185"/>
                      <a:pt x="249" y="185"/>
                    </a:cubicBezTo>
                    <a:cubicBezTo>
                      <a:pt x="270" y="166"/>
                      <a:pt x="283" y="138"/>
                      <a:pt x="283" y="107"/>
                    </a:cubicBezTo>
                    <a:cubicBezTo>
                      <a:pt x="283" y="48"/>
                      <a:pt x="235" y="0"/>
                      <a:pt x="176" y="0"/>
                    </a:cubicBezTo>
                    <a:cubicBezTo>
                      <a:pt x="117" y="0"/>
                      <a:pt x="68" y="48"/>
                      <a:pt x="68" y="107"/>
                    </a:cubicBezTo>
                    <a:cubicBezTo>
                      <a:pt x="68" y="144"/>
                      <a:pt x="88" y="177"/>
                      <a:pt x="116" y="196"/>
                    </a:cubicBezTo>
                    <a:cubicBezTo>
                      <a:pt x="96" y="266"/>
                      <a:pt x="96" y="266"/>
                      <a:pt x="96" y="266"/>
                    </a:cubicBezTo>
                    <a:cubicBezTo>
                      <a:pt x="89" y="264"/>
                      <a:pt x="82" y="263"/>
                      <a:pt x="74" y="263"/>
                    </a:cubicBezTo>
                    <a:cubicBezTo>
                      <a:pt x="33" y="263"/>
                      <a:pt x="0" y="296"/>
                      <a:pt x="0" y="337"/>
                    </a:cubicBezTo>
                    <a:cubicBezTo>
                      <a:pt x="0" y="378"/>
                      <a:pt x="33" y="412"/>
                      <a:pt x="74" y="412"/>
                    </a:cubicBezTo>
                    <a:cubicBezTo>
                      <a:pt x="115" y="412"/>
                      <a:pt x="149" y="378"/>
                      <a:pt x="149" y="337"/>
                    </a:cubicBezTo>
                    <a:cubicBezTo>
                      <a:pt x="149" y="309"/>
                      <a:pt x="133" y="284"/>
                      <a:pt x="110" y="272"/>
                    </a:cubicBezTo>
                    <a:cubicBezTo>
                      <a:pt x="130" y="204"/>
                      <a:pt x="130" y="204"/>
                      <a:pt x="130" y="204"/>
                    </a:cubicBezTo>
                    <a:cubicBezTo>
                      <a:pt x="144" y="210"/>
                      <a:pt x="159" y="214"/>
                      <a:pt x="176" y="214"/>
                    </a:cubicBezTo>
                    <a:cubicBezTo>
                      <a:pt x="199" y="214"/>
                      <a:pt x="220" y="207"/>
                      <a:pt x="238" y="195"/>
                    </a:cubicBezTo>
                    <a:cubicBezTo>
                      <a:pt x="275" y="232"/>
                      <a:pt x="275" y="232"/>
                      <a:pt x="275" y="232"/>
                    </a:cubicBezTo>
                    <a:cubicBezTo>
                      <a:pt x="267" y="243"/>
                      <a:pt x="262" y="257"/>
                      <a:pt x="262" y="273"/>
                    </a:cubicBezTo>
                    <a:cubicBezTo>
                      <a:pt x="262" y="314"/>
                      <a:pt x="296" y="347"/>
                      <a:pt x="337" y="347"/>
                    </a:cubicBezTo>
                    <a:cubicBezTo>
                      <a:pt x="378" y="347"/>
                      <a:pt x="411" y="314"/>
                      <a:pt x="411" y="273"/>
                    </a:cubicBezTo>
                    <a:cubicBezTo>
                      <a:pt x="411" y="231"/>
                      <a:pt x="378" y="198"/>
                      <a:pt x="337" y="198"/>
                    </a:cubicBezTo>
                    <a:close/>
                    <a:moveTo>
                      <a:pt x="134" y="337"/>
                    </a:moveTo>
                    <a:cubicBezTo>
                      <a:pt x="134" y="370"/>
                      <a:pt x="107" y="397"/>
                      <a:pt x="74" y="397"/>
                    </a:cubicBezTo>
                    <a:cubicBezTo>
                      <a:pt x="41" y="397"/>
                      <a:pt x="14" y="370"/>
                      <a:pt x="14" y="337"/>
                    </a:cubicBezTo>
                    <a:cubicBezTo>
                      <a:pt x="14" y="304"/>
                      <a:pt x="41" y="278"/>
                      <a:pt x="74" y="278"/>
                    </a:cubicBezTo>
                    <a:cubicBezTo>
                      <a:pt x="107" y="278"/>
                      <a:pt x="134" y="304"/>
                      <a:pt x="134" y="337"/>
                    </a:cubicBezTo>
                    <a:close/>
                    <a:moveTo>
                      <a:pt x="83" y="107"/>
                    </a:moveTo>
                    <a:cubicBezTo>
                      <a:pt x="83" y="56"/>
                      <a:pt x="125" y="14"/>
                      <a:pt x="176" y="14"/>
                    </a:cubicBezTo>
                    <a:cubicBezTo>
                      <a:pt x="227" y="14"/>
                      <a:pt x="268" y="56"/>
                      <a:pt x="268" y="107"/>
                    </a:cubicBezTo>
                    <a:cubicBezTo>
                      <a:pt x="268" y="158"/>
                      <a:pt x="227" y="200"/>
                      <a:pt x="176" y="200"/>
                    </a:cubicBezTo>
                    <a:cubicBezTo>
                      <a:pt x="125" y="200"/>
                      <a:pt x="83" y="158"/>
                      <a:pt x="83" y="107"/>
                    </a:cubicBezTo>
                    <a:close/>
                    <a:moveTo>
                      <a:pt x="337" y="332"/>
                    </a:moveTo>
                    <a:cubicBezTo>
                      <a:pt x="304" y="332"/>
                      <a:pt x="277" y="306"/>
                      <a:pt x="277" y="273"/>
                    </a:cubicBezTo>
                    <a:cubicBezTo>
                      <a:pt x="277" y="240"/>
                      <a:pt x="304" y="213"/>
                      <a:pt x="337" y="213"/>
                    </a:cubicBezTo>
                    <a:cubicBezTo>
                      <a:pt x="370" y="213"/>
                      <a:pt x="397" y="240"/>
                      <a:pt x="397" y="273"/>
                    </a:cubicBezTo>
                    <a:cubicBezTo>
                      <a:pt x="397" y="306"/>
                      <a:pt x="370" y="332"/>
                      <a:pt x="337" y="3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68571" tIns="34286" rIns="68571" bIns="34286" numCol="1" anchor="t" anchorCtr="0" compatLnSpc="1"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2181565" y="3587405"/>
            <a:ext cx="7946406" cy="30469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黑表笔插孔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——“-COM”</a:t>
            </a:r>
            <a:endParaRPr kumimoji="0" lang="en-US" altLang="zh-CN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测量电阻值、电压值、电流值时，将黑表笔插入此孔。</a:t>
            </a:r>
            <a:endParaRPr kumimoji="0" lang="zh-CN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红表笔插孔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——“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+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endParaRPr kumimoji="0" lang="en-US" altLang="zh-CN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测量电阻值、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1000 V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以下的电压值、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500 mA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以下的电流值时，将红表笔插入此孔。</a:t>
            </a:r>
            <a:endParaRPr kumimoji="0" lang="zh-CN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高电压红表笔插孔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——“2500V”</a:t>
            </a:r>
            <a:endParaRPr kumimoji="0" lang="en-US" altLang="zh-CN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测量大于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1000 V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而小于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2500 V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的电压值时，将红表笔插入此孔。</a:t>
            </a:r>
            <a:endParaRPr kumimoji="0" lang="zh-CN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大电流红表笔插孔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——“10A”</a:t>
            </a:r>
            <a:endParaRPr kumimoji="0" lang="en-US" altLang="zh-CN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测量大于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500 mA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而小于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10 A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的直流电流值时，将红表笔插入此孔。</a:t>
            </a:r>
            <a:endParaRPr kumimoji="0" lang="zh-CN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NPN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型三极管插孔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——“NPN”</a:t>
            </a:r>
            <a:endParaRPr kumimoji="0" lang="en-US" altLang="zh-CN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测量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NPN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型三极管的放大倍数时，将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NPN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型三极管的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e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极分别插入相应的插孔。</a:t>
            </a:r>
            <a:endParaRPr kumimoji="0" lang="zh-CN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6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PNP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型三极管插孔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——“PNP”</a:t>
            </a:r>
            <a:endParaRPr kumimoji="0" lang="en-US" altLang="zh-CN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测量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PNP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型三极管的放大倍数时，将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PNP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型三极管的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e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极分别插入相应的插孔。</a:t>
            </a:r>
            <a:endParaRPr kumimoji="0" lang="zh-CN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223218" y="2828924"/>
            <a:ext cx="4034155" cy="3812540"/>
            <a:chOff x="1408" y="2541"/>
            <a:chExt cx="7817" cy="6580"/>
          </a:xfrm>
        </p:grpSpPr>
        <p:sp>
          <p:nvSpPr>
            <p:cNvPr id="58" name="矩形 2"/>
            <p:cNvSpPr/>
            <p:nvPr/>
          </p:nvSpPr>
          <p:spPr>
            <a:xfrm>
              <a:off x="3805" y="2926"/>
              <a:ext cx="1671" cy="1430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2"/>
            <p:cNvSpPr/>
            <p:nvPr/>
          </p:nvSpPr>
          <p:spPr>
            <a:xfrm>
              <a:off x="2818" y="5179"/>
              <a:ext cx="2925" cy="2503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2"/>
            <p:cNvSpPr/>
            <p:nvPr/>
          </p:nvSpPr>
          <p:spPr>
            <a:xfrm>
              <a:off x="5183" y="3884"/>
              <a:ext cx="2848" cy="2437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2"/>
            <p:cNvSpPr/>
            <p:nvPr/>
          </p:nvSpPr>
          <p:spPr>
            <a:xfrm>
              <a:off x="2482" y="7358"/>
              <a:ext cx="926" cy="793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2"/>
            <p:cNvSpPr/>
            <p:nvPr/>
          </p:nvSpPr>
          <p:spPr>
            <a:xfrm>
              <a:off x="3507" y="4215"/>
              <a:ext cx="2763" cy="2364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B050"/>
            </a:soli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2"/>
            <p:cNvSpPr/>
            <p:nvPr/>
          </p:nvSpPr>
          <p:spPr>
            <a:xfrm>
              <a:off x="2667" y="3479"/>
              <a:ext cx="1139" cy="975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70C0"/>
            </a:soli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2"/>
            <p:cNvSpPr/>
            <p:nvPr/>
          </p:nvSpPr>
          <p:spPr>
            <a:xfrm>
              <a:off x="5640" y="2541"/>
              <a:ext cx="898" cy="769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B0F0"/>
            </a:solidFill>
            <a:ln w="12700">
              <a:solidFill>
                <a:srgbClr val="00B0F0"/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2"/>
            <p:cNvSpPr/>
            <p:nvPr/>
          </p:nvSpPr>
          <p:spPr>
            <a:xfrm>
              <a:off x="5538" y="7008"/>
              <a:ext cx="541" cy="463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B050"/>
            </a:soli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2"/>
            <p:cNvSpPr/>
            <p:nvPr/>
          </p:nvSpPr>
          <p:spPr>
            <a:xfrm>
              <a:off x="6168" y="7057"/>
              <a:ext cx="1578" cy="1350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2"/>
            <p:cNvSpPr/>
            <p:nvPr/>
          </p:nvSpPr>
          <p:spPr>
            <a:xfrm>
              <a:off x="7647" y="3209"/>
              <a:ext cx="1578" cy="1350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2"/>
            <p:cNvSpPr/>
            <p:nvPr/>
          </p:nvSpPr>
          <p:spPr>
            <a:xfrm>
              <a:off x="8031" y="8659"/>
              <a:ext cx="541" cy="463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92D050"/>
            </a:soli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2"/>
            <p:cNvSpPr/>
            <p:nvPr/>
          </p:nvSpPr>
          <p:spPr>
            <a:xfrm>
              <a:off x="3237" y="8122"/>
              <a:ext cx="898" cy="769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B0F0"/>
            </a:solidFill>
            <a:ln w="12700">
              <a:solidFill>
                <a:srgbClr val="00B0F0"/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2"/>
            <p:cNvSpPr/>
            <p:nvPr/>
          </p:nvSpPr>
          <p:spPr>
            <a:xfrm>
              <a:off x="1408" y="5102"/>
              <a:ext cx="905" cy="774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7" name="直接连接符 36"/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燕尾形 37"/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560365" y="1037420"/>
            <a:ext cx="5080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algn="ctr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指针式万用电表常用的刻度线</a:t>
            </a:r>
            <a:endParaRPr lang="zh-CN" altLang="en-US" sz="2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2" name="TextBox 7"/>
          <p:cNvSpPr txBox="1"/>
          <p:nvPr/>
        </p:nvSpPr>
        <p:spPr>
          <a:xfrm>
            <a:off x="190500" y="180975"/>
            <a:ext cx="1402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任务一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TextBox 43"/>
          <p:cNvSpPr txBox="1"/>
          <p:nvPr/>
        </p:nvSpPr>
        <p:spPr>
          <a:xfrm>
            <a:off x="2590800" y="189230"/>
            <a:ext cx="724882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面板的认识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24"/>
          <p:cNvSpPr>
            <a:spLocks noChangeArrowheads="1"/>
          </p:cNvSpPr>
          <p:nvPr/>
        </p:nvSpPr>
        <p:spPr bwMode="auto">
          <a:xfrm>
            <a:off x="269393" y="-103188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6677486" y="2277666"/>
            <a:ext cx="5059199" cy="3706183"/>
            <a:chOff x="7012671" y="1667827"/>
            <a:chExt cx="5059199" cy="3706183"/>
          </a:xfrm>
        </p:grpSpPr>
        <p:sp>
          <p:nvSpPr>
            <p:cNvPr id="35" name="矩形 34"/>
            <p:cNvSpPr>
              <a:spLocks noChangeArrowheads="1"/>
            </p:cNvSpPr>
            <p:nvPr/>
          </p:nvSpPr>
          <p:spPr bwMode="auto">
            <a:xfrm>
              <a:off x="7012671" y="1667827"/>
              <a:ext cx="5059199" cy="370618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t"/>
            <a:lstStyle/>
            <a:p>
              <a:pPr>
                <a:lnSpc>
                  <a:spcPct val="150000"/>
                </a:lnSpc>
              </a:pPr>
              <a:r>
                <a:rPr lang="zh-CN" altLang="en-US" sz="2000" dirty="0"/>
                <a:t>（</a:t>
              </a:r>
              <a:r>
                <a:rPr lang="en-US" sz="2000" dirty="0"/>
                <a:t>1</a:t>
              </a:r>
              <a:r>
                <a:rPr lang="zh-CN" altLang="en-US" sz="2000" dirty="0"/>
                <a:t>）欧姆刻度线</a:t>
              </a:r>
              <a:r>
                <a:rPr lang="en-US" altLang="zh-CN" sz="2000" dirty="0"/>
                <a:t>——</a:t>
              </a:r>
              <a:r>
                <a:rPr lang="zh-CN" altLang="en-US" sz="2000" dirty="0"/>
                <a:t>“</a:t>
              </a:r>
              <a:r>
                <a:rPr lang="en-US" sz="2000" dirty="0"/>
                <a:t>Ω</a:t>
              </a:r>
              <a:r>
                <a:rPr lang="zh-CN" altLang="en-US" sz="2000" dirty="0"/>
                <a:t>”</a:t>
              </a:r>
              <a:endParaRPr lang="en-US" altLang="zh-CN" sz="2000" dirty="0"/>
            </a:p>
            <a:p>
              <a:pPr>
                <a:lnSpc>
                  <a:spcPct val="150000"/>
                </a:lnSpc>
              </a:pPr>
              <a:r>
                <a:rPr lang="zh-CN" altLang="en-US" sz="2000" dirty="0"/>
                <a:t>（</a:t>
              </a:r>
              <a:r>
                <a:rPr lang="en-US" sz="2000" dirty="0"/>
                <a:t>2</a:t>
              </a:r>
              <a:r>
                <a:rPr lang="zh-CN" altLang="en-US" sz="2000" dirty="0"/>
                <a:t>）直流电压、交流电压、直流电流刻度线</a:t>
              </a:r>
              <a:endParaRPr lang="en-US" altLang="zh-CN" sz="2000" dirty="0"/>
            </a:p>
            <a:p>
              <a:pPr>
                <a:lnSpc>
                  <a:spcPct val="150000"/>
                </a:lnSpc>
              </a:pPr>
              <a:r>
                <a:rPr lang="zh-CN" altLang="en-US" sz="2000" dirty="0"/>
                <a:t>            </a:t>
              </a:r>
              <a:r>
                <a:rPr lang="en-US" altLang="zh-CN" sz="2000" dirty="0"/>
                <a:t>——</a:t>
              </a:r>
              <a:r>
                <a:rPr lang="zh-CN" altLang="en-US" sz="2000" dirty="0"/>
                <a:t>“    、</a:t>
              </a:r>
              <a:r>
                <a:rPr lang="en-US" altLang="zh-CN" sz="2000" dirty="0"/>
                <a:t>mA</a:t>
              </a:r>
              <a:r>
                <a:rPr lang="zh-CN" altLang="en-US" sz="2000" dirty="0"/>
                <a:t>”</a:t>
              </a:r>
              <a:endParaRPr lang="en-US" altLang="zh-CN" sz="2000" dirty="0"/>
            </a:p>
            <a:p>
              <a:pPr>
                <a:lnSpc>
                  <a:spcPct val="150000"/>
                </a:lnSpc>
              </a:pPr>
              <a:r>
                <a:rPr lang="zh-CN" altLang="en-US" sz="2000" dirty="0"/>
                <a:t>（</a:t>
              </a:r>
              <a:r>
                <a:rPr lang="en-US" sz="2000" dirty="0"/>
                <a:t>3</a:t>
              </a:r>
              <a:r>
                <a:rPr lang="zh-CN" altLang="en-US" sz="2000" dirty="0"/>
                <a:t>）交流</a:t>
              </a:r>
              <a:r>
                <a:rPr lang="en-US" sz="2000" dirty="0"/>
                <a:t>10 V</a:t>
              </a:r>
              <a:r>
                <a:rPr lang="zh-CN" altLang="en-US" sz="2000" dirty="0"/>
                <a:t>挡专用刻度线</a:t>
              </a:r>
              <a:r>
                <a:rPr lang="en-US" altLang="zh-CN" sz="2000" dirty="0"/>
                <a:t>——</a:t>
              </a:r>
              <a:r>
                <a:rPr lang="zh-CN" altLang="en-US" sz="2000" dirty="0"/>
                <a:t>“</a:t>
              </a:r>
              <a:r>
                <a:rPr lang="en-US" sz="2000" dirty="0"/>
                <a:t>AC10V</a:t>
              </a:r>
              <a:r>
                <a:rPr lang="zh-CN" altLang="en-US" sz="2000" dirty="0"/>
                <a:t>”</a:t>
              </a:r>
              <a:endParaRPr lang="en-US" sz="2000" dirty="0"/>
            </a:p>
            <a:p>
              <a:pPr>
                <a:lnSpc>
                  <a:spcPct val="150000"/>
                </a:lnSpc>
              </a:pPr>
              <a:r>
                <a:rPr lang="zh-CN" altLang="en-US" sz="2000" dirty="0"/>
                <a:t>（</a:t>
              </a:r>
              <a:r>
                <a:rPr lang="en-US" sz="2000" dirty="0"/>
                <a:t>4</a:t>
              </a:r>
              <a:r>
                <a:rPr lang="zh-CN" altLang="en-US" sz="2000" dirty="0"/>
                <a:t>）电容容量刻度线</a:t>
              </a:r>
              <a:r>
                <a:rPr lang="en-US" altLang="zh-CN" sz="2000" dirty="0"/>
                <a:t>——</a:t>
              </a:r>
              <a:r>
                <a:rPr lang="zh-CN" altLang="en-US" sz="2000" dirty="0"/>
                <a:t>“</a:t>
              </a:r>
              <a:r>
                <a:rPr lang="en-US" sz="2000" dirty="0"/>
                <a:t>C</a:t>
              </a:r>
              <a:r>
                <a:rPr lang="zh-CN" altLang="en-US" sz="2000" dirty="0"/>
                <a:t>（     ）”</a:t>
              </a:r>
              <a:endParaRPr lang="en-US" altLang="zh-CN" sz="2000" dirty="0"/>
            </a:p>
            <a:p>
              <a:pPr>
                <a:lnSpc>
                  <a:spcPct val="150000"/>
                </a:lnSpc>
              </a:pPr>
              <a:r>
                <a:rPr lang="zh-CN" altLang="en-US" sz="2000" dirty="0"/>
                <a:t>（</a:t>
              </a:r>
              <a:r>
                <a:rPr lang="en-US" sz="2000" dirty="0"/>
                <a:t>5</a:t>
              </a:r>
              <a:r>
                <a:rPr lang="zh-CN" altLang="en-US" sz="2000" dirty="0"/>
                <a:t>）三极管放大倍数刻度线</a:t>
              </a:r>
              <a:r>
                <a:rPr lang="en-US" altLang="zh-CN" sz="2000" dirty="0"/>
                <a:t>——</a:t>
              </a:r>
              <a:r>
                <a:rPr lang="zh-CN" altLang="en-US" sz="2000" dirty="0"/>
                <a:t>“</a:t>
              </a:r>
              <a:r>
                <a:rPr lang="en-US" sz="2000" dirty="0" err="1"/>
                <a:t>hFE</a:t>
              </a:r>
              <a:r>
                <a:rPr lang="zh-CN" altLang="en-US" sz="2000" dirty="0"/>
                <a:t>”</a:t>
              </a:r>
              <a:endParaRPr lang="en-US" sz="2000" dirty="0"/>
            </a:p>
            <a:p>
              <a:pPr>
                <a:lnSpc>
                  <a:spcPct val="150000"/>
                </a:lnSpc>
              </a:pPr>
              <a:r>
                <a:rPr lang="zh-CN" altLang="en-US" sz="2000" dirty="0"/>
                <a:t>（</a:t>
              </a:r>
              <a:r>
                <a:rPr lang="en-US" sz="2000" dirty="0"/>
                <a:t>6</a:t>
              </a:r>
              <a:r>
                <a:rPr lang="zh-CN" altLang="en-US" sz="2000" dirty="0"/>
                <a:t>）电感量刻度线</a:t>
              </a:r>
              <a:r>
                <a:rPr lang="en-US" altLang="zh-CN" sz="2000" dirty="0"/>
                <a:t>——</a:t>
              </a:r>
              <a:r>
                <a:rPr lang="zh-CN" altLang="en-US" sz="2000" dirty="0"/>
                <a:t>“</a:t>
              </a:r>
              <a:r>
                <a:rPr lang="en-US" sz="2000" dirty="0"/>
                <a:t>LV</a:t>
              </a:r>
              <a:r>
                <a:rPr lang="zh-CN" altLang="en-US" sz="2000" dirty="0"/>
                <a:t>（</a:t>
              </a:r>
              <a:r>
                <a:rPr lang="en-US" sz="2000" dirty="0"/>
                <a:t>V</a:t>
              </a:r>
              <a:r>
                <a:rPr lang="zh-CN" altLang="en-US" sz="2000" dirty="0"/>
                <a:t>）”</a:t>
              </a:r>
              <a:endParaRPr lang="en-US" sz="2000" dirty="0"/>
            </a:p>
            <a:p>
              <a:pPr>
                <a:lnSpc>
                  <a:spcPct val="150000"/>
                </a:lnSpc>
              </a:pPr>
              <a:r>
                <a:rPr lang="zh-CN" altLang="en-US" sz="2000" dirty="0"/>
                <a:t>（</a:t>
              </a:r>
              <a:r>
                <a:rPr lang="en-US" sz="2000" dirty="0"/>
                <a:t>7</a:t>
              </a:r>
              <a:r>
                <a:rPr lang="zh-CN" altLang="en-US" sz="2000" dirty="0"/>
                <a:t>）音频电平刻度线</a:t>
              </a:r>
              <a:r>
                <a:rPr lang="en-US" altLang="zh-CN" sz="2000" dirty="0"/>
                <a:t>——</a:t>
              </a:r>
              <a:r>
                <a:rPr lang="zh-CN" altLang="en-US" sz="2000" dirty="0"/>
                <a:t>“</a:t>
              </a:r>
              <a:r>
                <a:rPr lang="en-US" sz="2000" dirty="0"/>
                <a:t>dB</a:t>
              </a:r>
              <a:r>
                <a:rPr lang="zh-CN" altLang="en-US" sz="2000" dirty="0"/>
                <a:t>”</a:t>
              </a:r>
              <a:endParaRPr lang="en-US" sz="2000" dirty="0"/>
            </a:p>
            <a:p>
              <a:pPr>
                <a:lnSpc>
                  <a:spcPct val="150000"/>
                </a:lnSpc>
              </a:pPr>
              <a:endParaRPr lang="en-US" sz="2000" dirty="0"/>
            </a:p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endParaRPr lang="zh-CN" altLang="en-US" sz="2000" cap="all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/>
          </p:nvGraphicFramePr>
          <p:xfrm>
            <a:off x="8399462" y="2725736"/>
            <a:ext cx="288032" cy="3900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52400" imgH="342900" progId="Equation.DSMT4">
                    <p:embed/>
                  </p:oleObj>
                </mc:Choice>
                <mc:Fallback>
                  <p:oleObj name="" r:id="rId1" imgW="152400" imgH="3429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b="40706"/>
                        <a:stretch>
                          <a:fillRect/>
                        </a:stretch>
                      </p:blipFill>
                      <p:spPr bwMode="auto">
                        <a:xfrm>
                          <a:off x="8399462" y="2725736"/>
                          <a:ext cx="288032" cy="39004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0171113" y="4200525"/>
          <a:ext cx="312737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4876800" imgH="4876800" progId="Equation.DSMT4">
                  <p:embed/>
                </p:oleObj>
              </mc:Choice>
              <mc:Fallback>
                <p:oleObj name="Equation" r:id="rId3" imgW="4876800" imgH="4876800" progId="Equation.DSMT4">
                  <p:embed/>
                  <p:pic>
                    <p:nvPicPr>
                      <p:cNvPr id="0" name="图片 2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71113" y="4200525"/>
                        <a:ext cx="312737" cy="312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26" y="2351034"/>
            <a:ext cx="6371064" cy="343057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687494" y="2853730"/>
            <a:ext cx="3379470" cy="3753485"/>
            <a:chOff x="1331640" y="1707656"/>
            <a:chExt cx="2796076" cy="2835508"/>
          </a:xfrm>
        </p:grpSpPr>
        <p:sp>
          <p:nvSpPr>
            <p:cNvPr id="35" name="等腰三角形 5"/>
            <p:cNvSpPr/>
            <p:nvPr/>
          </p:nvSpPr>
          <p:spPr>
            <a:xfrm>
              <a:off x="1608860" y="1707656"/>
              <a:ext cx="1247249" cy="1186340"/>
            </a:xfrm>
            <a:custGeom>
              <a:avLst/>
              <a:gdLst>
                <a:gd name="connsiteX0" fmla="*/ 0 w 936104"/>
                <a:gd name="connsiteY0" fmla="*/ 432048 h 432048"/>
                <a:gd name="connsiteX1" fmla="*/ 468052 w 936104"/>
                <a:gd name="connsiteY1" fmla="*/ 0 h 432048"/>
                <a:gd name="connsiteX2" fmla="*/ 936104 w 936104"/>
                <a:gd name="connsiteY2" fmla="*/ 432048 h 432048"/>
                <a:gd name="connsiteX3" fmla="*/ 0 w 936104"/>
                <a:gd name="connsiteY3" fmla="*/ 432048 h 432048"/>
                <a:gd name="connsiteX0-1" fmla="*/ 0 w 2405548"/>
                <a:gd name="connsiteY0-2" fmla="*/ 553019 h 553019"/>
                <a:gd name="connsiteX1-3" fmla="*/ 1937496 w 2405548"/>
                <a:gd name="connsiteY1-4" fmla="*/ 0 h 553019"/>
                <a:gd name="connsiteX2-5" fmla="*/ 2405548 w 2405548"/>
                <a:gd name="connsiteY2-6" fmla="*/ 432048 h 553019"/>
                <a:gd name="connsiteX3-7" fmla="*/ 0 w 2405548"/>
                <a:gd name="connsiteY3-8" fmla="*/ 553019 h 553019"/>
                <a:gd name="connsiteX0-9" fmla="*/ 0 w 2405548"/>
                <a:gd name="connsiteY0-10" fmla="*/ 1186339 h 1186339"/>
                <a:gd name="connsiteX1-11" fmla="*/ 1247249 w 2405548"/>
                <a:gd name="connsiteY1-12" fmla="*/ 0 h 1186339"/>
                <a:gd name="connsiteX2-13" fmla="*/ 2405548 w 2405548"/>
                <a:gd name="connsiteY2-14" fmla="*/ 1065368 h 1186339"/>
                <a:gd name="connsiteX3-15" fmla="*/ 0 w 2405548"/>
                <a:gd name="connsiteY3-16" fmla="*/ 1186339 h 1186339"/>
                <a:gd name="connsiteX0-17" fmla="*/ 0 w 1247249"/>
                <a:gd name="connsiteY0-18" fmla="*/ 1186339 h 1186339"/>
                <a:gd name="connsiteX1-19" fmla="*/ 1247249 w 1247249"/>
                <a:gd name="connsiteY1-20" fmla="*/ 0 h 1186339"/>
                <a:gd name="connsiteX2-21" fmla="*/ 1227858 w 1247249"/>
                <a:gd name="connsiteY2-22" fmla="*/ 634853 h 1186339"/>
                <a:gd name="connsiteX3-23" fmla="*/ 0 w 1247249"/>
                <a:gd name="connsiteY3-24" fmla="*/ 1186339 h 1186339"/>
                <a:gd name="connsiteX0-25" fmla="*/ 0 w 1247249"/>
                <a:gd name="connsiteY0-26" fmla="*/ 1186339 h 1186339"/>
                <a:gd name="connsiteX1-27" fmla="*/ 1247249 w 1247249"/>
                <a:gd name="connsiteY1-28" fmla="*/ 0 h 1186339"/>
                <a:gd name="connsiteX2-29" fmla="*/ 1227858 w 1247249"/>
                <a:gd name="connsiteY2-30" fmla="*/ 634853 h 1186339"/>
                <a:gd name="connsiteX3-31" fmla="*/ 0 w 1247249"/>
                <a:gd name="connsiteY3-32" fmla="*/ 1186339 h 1186339"/>
                <a:gd name="connsiteX0-33" fmla="*/ 0 w 1247249"/>
                <a:gd name="connsiteY0-34" fmla="*/ 1186339 h 1186339"/>
                <a:gd name="connsiteX1-35" fmla="*/ 1247249 w 1247249"/>
                <a:gd name="connsiteY1-36" fmla="*/ 0 h 1186339"/>
                <a:gd name="connsiteX2-37" fmla="*/ 1227858 w 1247249"/>
                <a:gd name="connsiteY2-38" fmla="*/ 634853 h 1186339"/>
                <a:gd name="connsiteX3-39" fmla="*/ 0 w 1247249"/>
                <a:gd name="connsiteY3-40" fmla="*/ 1186339 h 1186339"/>
                <a:gd name="connsiteX0-41" fmla="*/ 0 w 1247249"/>
                <a:gd name="connsiteY0-42" fmla="*/ 1186339 h 1186339"/>
                <a:gd name="connsiteX1-43" fmla="*/ 1247249 w 1247249"/>
                <a:gd name="connsiteY1-44" fmla="*/ 0 h 1186339"/>
                <a:gd name="connsiteX2-45" fmla="*/ 1227858 w 1247249"/>
                <a:gd name="connsiteY2-46" fmla="*/ 634853 h 1186339"/>
                <a:gd name="connsiteX3-47" fmla="*/ 0 w 1247249"/>
                <a:gd name="connsiteY3-48" fmla="*/ 1186339 h 1186339"/>
                <a:gd name="connsiteX0-49" fmla="*/ 0 w 1247249"/>
                <a:gd name="connsiteY0-50" fmla="*/ 1186339 h 1186339"/>
                <a:gd name="connsiteX1-51" fmla="*/ 1247249 w 1247249"/>
                <a:gd name="connsiteY1-52" fmla="*/ 0 h 1186339"/>
                <a:gd name="connsiteX2-53" fmla="*/ 1227858 w 1247249"/>
                <a:gd name="connsiteY2-54" fmla="*/ 634853 h 1186339"/>
                <a:gd name="connsiteX3-55" fmla="*/ 0 w 1247249"/>
                <a:gd name="connsiteY3-56" fmla="*/ 1186339 h 1186339"/>
                <a:gd name="connsiteX0-57" fmla="*/ 0 w 1247249"/>
                <a:gd name="connsiteY0-58" fmla="*/ 1186339 h 1186339"/>
                <a:gd name="connsiteX1-59" fmla="*/ 1247249 w 1247249"/>
                <a:gd name="connsiteY1-60" fmla="*/ 0 h 1186339"/>
                <a:gd name="connsiteX2-61" fmla="*/ 1227858 w 1247249"/>
                <a:gd name="connsiteY2-62" fmla="*/ 634853 h 1186339"/>
                <a:gd name="connsiteX3-63" fmla="*/ 0 w 1247249"/>
                <a:gd name="connsiteY3-64" fmla="*/ 1186339 h 1186339"/>
                <a:gd name="connsiteX0-65" fmla="*/ 0 w 1247249"/>
                <a:gd name="connsiteY0-66" fmla="*/ 1186339 h 1186339"/>
                <a:gd name="connsiteX1-67" fmla="*/ 1247249 w 1247249"/>
                <a:gd name="connsiteY1-68" fmla="*/ 0 h 1186339"/>
                <a:gd name="connsiteX2-69" fmla="*/ 1227858 w 1247249"/>
                <a:gd name="connsiteY2-70" fmla="*/ 634853 h 1186339"/>
                <a:gd name="connsiteX3-71" fmla="*/ 0 w 1247249"/>
                <a:gd name="connsiteY3-72" fmla="*/ 1186339 h 1186339"/>
                <a:gd name="connsiteX0-73" fmla="*/ 0 w 1247249"/>
                <a:gd name="connsiteY0-74" fmla="*/ 1186339 h 1186339"/>
                <a:gd name="connsiteX1-75" fmla="*/ 1247249 w 1247249"/>
                <a:gd name="connsiteY1-76" fmla="*/ 0 h 1186339"/>
                <a:gd name="connsiteX2-77" fmla="*/ 1227858 w 1247249"/>
                <a:gd name="connsiteY2-78" fmla="*/ 634853 h 1186339"/>
                <a:gd name="connsiteX3-79" fmla="*/ 0 w 1247249"/>
                <a:gd name="connsiteY3-80" fmla="*/ 1186339 h 1186339"/>
                <a:gd name="connsiteX0-81" fmla="*/ 0 w 1247249"/>
                <a:gd name="connsiteY0-82" fmla="*/ 1186339 h 1186339"/>
                <a:gd name="connsiteX1-83" fmla="*/ 1247249 w 1247249"/>
                <a:gd name="connsiteY1-84" fmla="*/ 0 h 1186339"/>
                <a:gd name="connsiteX2-85" fmla="*/ 1227858 w 1247249"/>
                <a:gd name="connsiteY2-86" fmla="*/ 634853 h 1186339"/>
                <a:gd name="connsiteX3-87" fmla="*/ 0 w 1247249"/>
                <a:gd name="connsiteY3-88" fmla="*/ 1186339 h 1186339"/>
                <a:gd name="connsiteX0-89" fmla="*/ 0 w 1247249"/>
                <a:gd name="connsiteY0-90" fmla="*/ 1186339 h 1186339"/>
                <a:gd name="connsiteX1-91" fmla="*/ 1247249 w 1247249"/>
                <a:gd name="connsiteY1-92" fmla="*/ 0 h 1186339"/>
                <a:gd name="connsiteX2-93" fmla="*/ 1227858 w 1247249"/>
                <a:gd name="connsiteY2-94" fmla="*/ 634853 h 1186339"/>
                <a:gd name="connsiteX3-95" fmla="*/ 0 w 1247249"/>
                <a:gd name="connsiteY3-96" fmla="*/ 1186339 h 1186339"/>
                <a:gd name="connsiteX0-97" fmla="*/ 0 w 1247249"/>
                <a:gd name="connsiteY0-98" fmla="*/ 1186339 h 1186339"/>
                <a:gd name="connsiteX1-99" fmla="*/ 1247249 w 1247249"/>
                <a:gd name="connsiteY1-100" fmla="*/ 0 h 1186339"/>
                <a:gd name="connsiteX2-101" fmla="*/ 1231416 w 1247249"/>
                <a:gd name="connsiteY2-102" fmla="*/ 638411 h 1186339"/>
                <a:gd name="connsiteX3-103" fmla="*/ 0 w 1247249"/>
                <a:gd name="connsiteY3-104" fmla="*/ 1186339 h 1186339"/>
                <a:gd name="connsiteX0-105" fmla="*/ 0 w 1247249"/>
                <a:gd name="connsiteY0-106" fmla="*/ 1186339 h 1186339"/>
                <a:gd name="connsiteX1-107" fmla="*/ 1247249 w 1247249"/>
                <a:gd name="connsiteY1-108" fmla="*/ 0 h 1186339"/>
                <a:gd name="connsiteX2-109" fmla="*/ 1231416 w 1247249"/>
                <a:gd name="connsiteY2-110" fmla="*/ 638411 h 1186339"/>
                <a:gd name="connsiteX3-111" fmla="*/ 0 w 1247249"/>
                <a:gd name="connsiteY3-112" fmla="*/ 1186339 h 1186339"/>
                <a:gd name="connsiteX0-113" fmla="*/ 0 w 1247249"/>
                <a:gd name="connsiteY0-114" fmla="*/ 1186339 h 1186339"/>
                <a:gd name="connsiteX1-115" fmla="*/ 1247249 w 1247249"/>
                <a:gd name="connsiteY1-116" fmla="*/ 0 h 1186339"/>
                <a:gd name="connsiteX2-117" fmla="*/ 1231416 w 1247249"/>
                <a:gd name="connsiteY2-118" fmla="*/ 638411 h 1186339"/>
                <a:gd name="connsiteX3-119" fmla="*/ 0 w 1247249"/>
                <a:gd name="connsiteY3-120" fmla="*/ 1186339 h 118633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47249" h="1186339">
                  <a:moveTo>
                    <a:pt x="0" y="1186339"/>
                  </a:moveTo>
                  <a:cubicBezTo>
                    <a:pt x="177366" y="310566"/>
                    <a:pt x="852847" y="57437"/>
                    <a:pt x="1247249" y="0"/>
                  </a:cubicBezTo>
                  <a:cubicBezTo>
                    <a:pt x="1055770" y="225850"/>
                    <a:pt x="1081329" y="426793"/>
                    <a:pt x="1231416" y="638411"/>
                  </a:cubicBezTo>
                  <a:cubicBezTo>
                    <a:pt x="597978" y="633668"/>
                    <a:pt x="270525" y="877981"/>
                    <a:pt x="0" y="1186339"/>
                  </a:cubicBezTo>
                  <a:close/>
                </a:path>
              </a:pathLst>
            </a:custGeom>
            <a:solidFill>
              <a:srgbClr val="5FCA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等腰三角形 5"/>
            <p:cNvSpPr/>
            <p:nvPr/>
          </p:nvSpPr>
          <p:spPr>
            <a:xfrm>
              <a:off x="1619671" y="2445008"/>
              <a:ext cx="1234974" cy="634853"/>
            </a:xfrm>
            <a:custGeom>
              <a:avLst/>
              <a:gdLst>
                <a:gd name="connsiteX0" fmla="*/ 0 w 936104"/>
                <a:gd name="connsiteY0" fmla="*/ 432048 h 432048"/>
                <a:gd name="connsiteX1" fmla="*/ 468052 w 936104"/>
                <a:gd name="connsiteY1" fmla="*/ 0 h 432048"/>
                <a:gd name="connsiteX2" fmla="*/ 936104 w 936104"/>
                <a:gd name="connsiteY2" fmla="*/ 432048 h 432048"/>
                <a:gd name="connsiteX3" fmla="*/ 0 w 936104"/>
                <a:gd name="connsiteY3" fmla="*/ 432048 h 432048"/>
                <a:gd name="connsiteX0-1" fmla="*/ 0 w 2405548"/>
                <a:gd name="connsiteY0-2" fmla="*/ 553019 h 553019"/>
                <a:gd name="connsiteX1-3" fmla="*/ 1937496 w 2405548"/>
                <a:gd name="connsiteY1-4" fmla="*/ 0 h 553019"/>
                <a:gd name="connsiteX2-5" fmla="*/ 2405548 w 2405548"/>
                <a:gd name="connsiteY2-6" fmla="*/ 432048 h 553019"/>
                <a:gd name="connsiteX3-7" fmla="*/ 0 w 2405548"/>
                <a:gd name="connsiteY3-8" fmla="*/ 553019 h 553019"/>
                <a:gd name="connsiteX0-9" fmla="*/ 0 w 2405548"/>
                <a:gd name="connsiteY0-10" fmla="*/ 1186339 h 1186339"/>
                <a:gd name="connsiteX1-11" fmla="*/ 1247249 w 2405548"/>
                <a:gd name="connsiteY1-12" fmla="*/ 0 h 1186339"/>
                <a:gd name="connsiteX2-13" fmla="*/ 2405548 w 2405548"/>
                <a:gd name="connsiteY2-14" fmla="*/ 1065368 h 1186339"/>
                <a:gd name="connsiteX3-15" fmla="*/ 0 w 2405548"/>
                <a:gd name="connsiteY3-16" fmla="*/ 1186339 h 1186339"/>
                <a:gd name="connsiteX0-17" fmla="*/ 0 w 1247249"/>
                <a:gd name="connsiteY0-18" fmla="*/ 1186339 h 1186339"/>
                <a:gd name="connsiteX1-19" fmla="*/ 1247249 w 1247249"/>
                <a:gd name="connsiteY1-20" fmla="*/ 0 h 1186339"/>
                <a:gd name="connsiteX2-21" fmla="*/ 1227858 w 1247249"/>
                <a:gd name="connsiteY2-22" fmla="*/ 634853 h 1186339"/>
                <a:gd name="connsiteX3-23" fmla="*/ 0 w 1247249"/>
                <a:gd name="connsiteY3-24" fmla="*/ 1186339 h 1186339"/>
                <a:gd name="connsiteX0-25" fmla="*/ 0 w 1247249"/>
                <a:gd name="connsiteY0-26" fmla="*/ 1186339 h 1186339"/>
                <a:gd name="connsiteX1-27" fmla="*/ 1247249 w 1247249"/>
                <a:gd name="connsiteY1-28" fmla="*/ 0 h 1186339"/>
                <a:gd name="connsiteX2-29" fmla="*/ 1227858 w 1247249"/>
                <a:gd name="connsiteY2-30" fmla="*/ 634853 h 1186339"/>
                <a:gd name="connsiteX3-31" fmla="*/ 0 w 1247249"/>
                <a:gd name="connsiteY3-32" fmla="*/ 1186339 h 1186339"/>
                <a:gd name="connsiteX0-33" fmla="*/ 0 w 1247249"/>
                <a:gd name="connsiteY0-34" fmla="*/ 1186339 h 1186339"/>
                <a:gd name="connsiteX1-35" fmla="*/ 1247249 w 1247249"/>
                <a:gd name="connsiteY1-36" fmla="*/ 0 h 1186339"/>
                <a:gd name="connsiteX2-37" fmla="*/ 1227858 w 1247249"/>
                <a:gd name="connsiteY2-38" fmla="*/ 634853 h 1186339"/>
                <a:gd name="connsiteX3-39" fmla="*/ 0 w 1247249"/>
                <a:gd name="connsiteY3-40" fmla="*/ 1186339 h 1186339"/>
                <a:gd name="connsiteX0-41" fmla="*/ 0 w 1247249"/>
                <a:gd name="connsiteY0-42" fmla="*/ 1186339 h 1186339"/>
                <a:gd name="connsiteX1-43" fmla="*/ 1247249 w 1247249"/>
                <a:gd name="connsiteY1-44" fmla="*/ 0 h 1186339"/>
                <a:gd name="connsiteX2-45" fmla="*/ 1227858 w 1247249"/>
                <a:gd name="connsiteY2-46" fmla="*/ 634853 h 1186339"/>
                <a:gd name="connsiteX3-47" fmla="*/ 0 w 1247249"/>
                <a:gd name="connsiteY3-48" fmla="*/ 1186339 h 1186339"/>
                <a:gd name="connsiteX0-49" fmla="*/ 0 w 1247249"/>
                <a:gd name="connsiteY0-50" fmla="*/ 1186339 h 1186339"/>
                <a:gd name="connsiteX1-51" fmla="*/ 1247249 w 1247249"/>
                <a:gd name="connsiteY1-52" fmla="*/ 0 h 1186339"/>
                <a:gd name="connsiteX2-53" fmla="*/ 1227858 w 1247249"/>
                <a:gd name="connsiteY2-54" fmla="*/ 634853 h 1186339"/>
                <a:gd name="connsiteX3-55" fmla="*/ 0 w 1247249"/>
                <a:gd name="connsiteY3-56" fmla="*/ 1186339 h 1186339"/>
                <a:gd name="connsiteX0-57" fmla="*/ 0 w 1247249"/>
                <a:gd name="connsiteY0-58" fmla="*/ 1186339 h 1186339"/>
                <a:gd name="connsiteX1-59" fmla="*/ 1247249 w 1247249"/>
                <a:gd name="connsiteY1-60" fmla="*/ 0 h 1186339"/>
                <a:gd name="connsiteX2-61" fmla="*/ 1227858 w 1247249"/>
                <a:gd name="connsiteY2-62" fmla="*/ 634853 h 1186339"/>
                <a:gd name="connsiteX3-63" fmla="*/ 0 w 1247249"/>
                <a:gd name="connsiteY3-64" fmla="*/ 1186339 h 1186339"/>
                <a:gd name="connsiteX0-65" fmla="*/ 0 w 1247249"/>
                <a:gd name="connsiteY0-66" fmla="*/ 1186339 h 1186339"/>
                <a:gd name="connsiteX1-67" fmla="*/ 1247249 w 1247249"/>
                <a:gd name="connsiteY1-68" fmla="*/ 0 h 1186339"/>
                <a:gd name="connsiteX2-69" fmla="*/ 1227858 w 1247249"/>
                <a:gd name="connsiteY2-70" fmla="*/ 634853 h 1186339"/>
                <a:gd name="connsiteX3-71" fmla="*/ 0 w 1247249"/>
                <a:gd name="connsiteY3-72" fmla="*/ 1186339 h 1186339"/>
                <a:gd name="connsiteX0-73" fmla="*/ 0 w 1247249"/>
                <a:gd name="connsiteY0-74" fmla="*/ 1186339 h 1186339"/>
                <a:gd name="connsiteX1-75" fmla="*/ 1247249 w 1247249"/>
                <a:gd name="connsiteY1-76" fmla="*/ 0 h 1186339"/>
                <a:gd name="connsiteX2-77" fmla="*/ 1227858 w 1247249"/>
                <a:gd name="connsiteY2-78" fmla="*/ 634853 h 1186339"/>
                <a:gd name="connsiteX3-79" fmla="*/ 0 w 1247249"/>
                <a:gd name="connsiteY3-80" fmla="*/ 1186339 h 1186339"/>
                <a:gd name="connsiteX0-81" fmla="*/ 0 w 1247249"/>
                <a:gd name="connsiteY0-82" fmla="*/ 1186339 h 1186339"/>
                <a:gd name="connsiteX1-83" fmla="*/ 1247249 w 1247249"/>
                <a:gd name="connsiteY1-84" fmla="*/ 0 h 1186339"/>
                <a:gd name="connsiteX2-85" fmla="*/ 1227858 w 1247249"/>
                <a:gd name="connsiteY2-86" fmla="*/ 634853 h 1186339"/>
                <a:gd name="connsiteX3-87" fmla="*/ 0 w 1247249"/>
                <a:gd name="connsiteY3-88" fmla="*/ 1186339 h 1186339"/>
                <a:gd name="connsiteX0-89" fmla="*/ 0 w 1247249"/>
                <a:gd name="connsiteY0-90" fmla="*/ 1186339 h 1186339"/>
                <a:gd name="connsiteX1-91" fmla="*/ 1247249 w 1247249"/>
                <a:gd name="connsiteY1-92" fmla="*/ 0 h 1186339"/>
                <a:gd name="connsiteX2-93" fmla="*/ 1227858 w 1247249"/>
                <a:gd name="connsiteY2-94" fmla="*/ 634853 h 1186339"/>
                <a:gd name="connsiteX3-95" fmla="*/ 0 w 1247249"/>
                <a:gd name="connsiteY3-96" fmla="*/ 1186339 h 1186339"/>
                <a:gd name="connsiteX0-97" fmla="*/ 0 w 1247249"/>
                <a:gd name="connsiteY0-98" fmla="*/ 1186339 h 1186339"/>
                <a:gd name="connsiteX1-99" fmla="*/ 1247249 w 1247249"/>
                <a:gd name="connsiteY1-100" fmla="*/ 0 h 1186339"/>
                <a:gd name="connsiteX2-101" fmla="*/ 1231416 w 1247249"/>
                <a:gd name="connsiteY2-102" fmla="*/ 638411 h 1186339"/>
                <a:gd name="connsiteX3-103" fmla="*/ 0 w 1247249"/>
                <a:gd name="connsiteY3-104" fmla="*/ 1186339 h 1186339"/>
                <a:gd name="connsiteX0-105" fmla="*/ 0 w 1247249"/>
                <a:gd name="connsiteY0-106" fmla="*/ 1186339 h 1186339"/>
                <a:gd name="connsiteX1-107" fmla="*/ 1247249 w 1247249"/>
                <a:gd name="connsiteY1-108" fmla="*/ 0 h 1186339"/>
                <a:gd name="connsiteX2-109" fmla="*/ 1231416 w 1247249"/>
                <a:gd name="connsiteY2-110" fmla="*/ 638411 h 1186339"/>
                <a:gd name="connsiteX3-111" fmla="*/ 0 w 1247249"/>
                <a:gd name="connsiteY3-112" fmla="*/ 1186339 h 1186339"/>
                <a:gd name="connsiteX0-113" fmla="*/ 0 w 1247249"/>
                <a:gd name="connsiteY0-114" fmla="*/ 1186339 h 1186339"/>
                <a:gd name="connsiteX1-115" fmla="*/ 1247249 w 1247249"/>
                <a:gd name="connsiteY1-116" fmla="*/ 0 h 1186339"/>
                <a:gd name="connsiteX2-117" fmla="*/ 1231416 w 1247249"/>
                <a:gd name="connsiteY2-118" fmla="*/ 638411 h 1186339"/>
                <a:gd name="connsiteX3-119" fmla="*/ 0 w 1247249"/>
                <a:gd name="connsiteY3-120" fmla="*/ 1186339 h 1186339"/>
                <a:gd name="connsiteX0-121" fmla="*/ 0 w 1240133"/>
                <a:gd name="connsiteY0-122" fmla="*/ 652643 h 652643"/>
                <a:gd name="connsiteX1-123" fmla="*/ 1240133 w 1240133"/>
                <a:gd name="connsiteY1-124" fmla="*/ 0 h 652643"/>
                <a:gd name="connsiteX2-125" fmla="*/ 1224300 w 1240133"/>
                <a:gd name="connsiteY2-126" fmla="*/ 638411 h 652643"/>
                <a:gd name="connsiteX3-127" fmla="*/ 0 w 1240133"/>
                <a:gd name="connsiteY3-128" fmla="*/ 652643 h 652643"/>
                <a:gd name="connsiteX0-129" fmla="*/ 0 w 1233017"/>
                <a:gd name="connsiteY0-130" fmla="*/ 629932 h 629932"/>
                <a:gd name="connsiteX1-131" fmla="*/ 1233017 w 1233017"/>
                <a:gd name="connsiteY1-132" fmla="*/ 9311 h 629932"/>
                <a:gd name="connsiteX2-133" fmla="*/ 1224300 w 1233017"/>
                <a:gd name="connsiteY2-134" fmla="*/ 615700 h 629932"/>
                <a:gd name="connsiteX3-135" fmla="*/ 0 w 1233017"/>
                <a:gd name="connsiteY3-136" fmla="*/ 629932 h 629932"/>
                <a:gd name="connsiteX0-137" fmla="*/ 0 w 1233017"/>
                <a:gd name="connsiteY0-138" fmla="*/ 629932 h 644164"/>
                <a:gd name="connsiteX1-139" fmla="*/ 1233017 w 1233017"/>
                <a:gd name="connsiteY1-140" fmla="*/ 9311 h 644164"/>
                <a:gd name="connsiteX2-141" fmla="*/ 1224300 w 1233017"/>
                <a:gd name="connsiteY2-142" fmla="*/ 644164 h 644164"/>
                <a:gd name="connsiteX3-143" fmla="*/ 0 w 1233017"/>
                <a:gd name="connsiteY3-144" fmla="*/ 629932 h 644164"/>
                <a:gd name="connsiteX0-145" fmla="*/ 0 w 1233017"/>
                <a:gd name="connsiteY0-146" fmla="*/ 629932 h 644164"/>
                <a:gd name="connsiteX1-147" fmla="*/ 1233017 w 1233017"/>
                <a:gd name="connsiteY1-148" fmla="*/ 9311 h 644164"/>
                <a:gd name="connsiteX2-149" fmla="*/ 1224300 w 1233017"/>
                <a:gd name="connsiteY2-150" fmla="*/ 644164 h 644164"/>
                <a:gd name="connsiteX3-151" fmla="*/ 0 w 1233017"/>
                <a:gd name="connsiteY3-152" fmla="*/ 629932 h 644164"/>
                <a:gd name="connsiteX0-153" fmla="*/ 0 w 1233017"/>
                <a:gd name="connsiteY0-154" fmla="*/ 629932 h 644164"/>
                <a:gd name="connsiteX1-155" fmla="*/ 1233017 w 1233017"/>
                <a:gd name="connsiteY1-156" fmla="*/ 9311 h 644164"/>
                <a:gd name="connsiteX2-157" fmla="*/ 1224300 w 1233017"/>
                <a:gd name="connsiteY2-158" fmla="*/ 644164 h 644164"/>
                <a:gd name="connsiteX3-159" fmla="*/ 0 w 1233017"/>
                <a:gd name="connsiteY3-160" fmla="*/ 629932 h 644164"/>
                <a:gd name="connsiteX0-161" fmla="*/ 0 w 1233017"/>
                <a:gd name="connsiteY0-162" fmla="*/ 629932 h 640606"/>
                <a:gd name="connsiteX1-163" fmla="*/ 1233017 w 1233017"/>
                <a:gd name="connsiteY1-164" fmla="*/ 9311 h 640606"/>
                <a:gd name="connsiteX2-165" fmla="*/ 1227858 w 1233017"/>
                <a:gd name="connsiteY2-166" fmla="*/ 640606 h 640606"/>
                <a:gd name="connsiteX3-167" fmla="*/ 0 w 1233017"/>
                <a:gd name="connsiteY3-168" fmla="*/ 629932 h 640606"/>
                <a:gd name="connsiteX0-169" fmla="*/ 0 w 1225901"/>
                <a:gd name="connsiteY0-170" fmla="*/ 632363 h 639479"/>
                <a:gd name="connsiteX1-171" fmla="*/ 1225901 w 1225901"/>
                <a:gd name="connsiteY1-172" fmla="*/ 8184 h 639479"/>
                <a:gd name="connsiteX2-173" fmla="*/ 1220742 w 1225901"/>
                <a:gd name="connsiteY2-174" fmla="*/ 639479 h 639479"/>
                <a:gd name="connsiteX3-175" fmla="*/ 0 w 1225901"/>
                <a:gd name="connsiteY3-176" fmla="*/ 632363 h 639479"/>
                <a:gd name="connsiteX0-177" fmla="*/ 0 w 1225901"/>
                <a:gd name="connsiteY0-178" fmla="*/ 624179 h 631295"/>
                <a:gd name="connsiteX1-179" fmla="*/ 1225901 w 1225901"/>
                <a:gd name="connsiteY1-180" fmla="*/ 0 h 631295"/>
                <a:gd name="connsiteX2-181" fmla="*/ 1220742 w 1225901"/>
                <a:gd name="connsiteY2-182" fmla="*/ 631295 h 631295"/>
                <a:gd name="connsiteX3-183" fmla="*/ 0 w 1225901"/>
                <a:gd name="connsiteY3-184" fmla="*/ 624179 h 631295"/>
                <a:gd name="connsiteX0-185" fmla="*/ 0 w 1225901"/>
                <a:gd name="connsiteY0-186" fmla="*/ 624179 h 631295"/>
                <a:gd name="connsiteX1-187" fmla="*/ 1225901 w 1225901"/>
                <a:gd name="connsiteY1-188" fmla="*/ 0 h 631295"/>
                <a:gd name="connsiteX2-189" fmla="*/ 1220742 w 1225901"/>
                <a:gd name="connsiteY2-190" fmla="*/ 631295 h 631295"/>
                <a:gd name="connsiteX3-191" fmla="*/ 0 w 1225901"/>
                <a:gd name="connsiteY3-192" fmla="*/ 624179 h 631295"/>
                <a:gd name="connsiteX0-193" fmla="*/ 0 w 1225901"/>
                <a:gd name="connsiteY0-194" fmla="*/ 624179 h 631295"/>
                <a:gd name="connsiteX1-195" fmla="*/ 1225901 w 1225901"/>
                <a:gd name="connsiteY1-196" fmla="*/ 0 h 631295"/>
                <a:gd name="connsiteX2-197" fmla="*/ 1220742 w 1225901"/>
                <a:gd name="connsiteY2-198" fmla="*/ 631295 h 631295"/>
                <a:gd name="connsiteX3-199" fmla="*/ 0 w 1225901"/>
                <a:gd name="connsiteY3-200" fmla="*/ 624179 h 631295"/>
                <a:gd name="connsiteX0-201" fmla="*/ 0 w 1225901"/>
                <a:gd name="connsiteY0-202" fmla="*/ 624179 h 631295"/>
                <a:gd name="connsiteX1-203" fmla="*/ 1225901 w 1225901"/>
                <a:gd name="connsiteY1-204" fmla="*/ 0 h 631295"/>
                <a:gd name="connsiteX2-205" fmla="*/ 1220742 w 1225901"/>
                <a:gd name="connsiteY2-206" fmla="*/ 631295 h 631295"/>
                <a:gd name="connsiteX3-207" fmla="*/ 0 w 1225901"/>
                <a:gd name="connsiteY3-208" fmla="*/ 624179 h 631295"/>
                <a:gd name="connsiteX0-209" fmla="*/ 0 w 1218785"/>
                <a:gd name="connsiteY0-210" fmla="*/ 631295 h 631295"/>
                <a:gd name="connsiteX1-211" fmla="*/ 1218785 w 1218785"/>
                <a:gd name="connsiteY1-212" fmla="*/ 0 h 631295"/>
                <a:gd name="connsiteX2-213" fmla="*/ 1213626 w 1218785"/>
                <a:gd name="connsiteY2-214" fmla="*/ 631295 h 631295"/>
                <a:gd name="connsiteX3-215" fmla="*/ 0 w 1218785"/>
                <a:gd name="connsiteY3-216" fmla="*/ 631295 h 631295"/>
                <a:gd name="connsiteX0-217" fmla="*/ 0 w 1229459"/>
                <a:gd name="connsiteY0-218" fmla="*/ 631295 h 631295"/>
                <a:gd name="connsiteX1-219" fmla="*/ 1229459 w 1229459"/>
                <a:gd name="connsiteY1-220" fmla="*/ 0 h 631295"/>
                <a:gd name="connsiteX2-221" fmla="*/ 1224300 w 1229459"/>
                <a:gd name="connsiteY2-222" fmla="*/ 631295 h 631295"/>
                <a:gd name="connsiteX3-223" fmla="*/ 0 w 1229459"/>
                <a:gd name="connsiteY3-224" fmla="*/ 631295 h 631295"/>
                <a:gd name="connsiteX0-225" fmla="*/ 0 w 1231416"/>
                <a:gd name="connsiteY0-226" fmla="*/ 631295 h 634853"/>
                <a:gd name="connsiteX1-227" fmla="*/ 1229459 w 1231416"/>
                <a:gd name="connsiteY1-228" fmla="*/ 0 h 634853"/>
                <a:gd name="connsiteX2-229" fmla="*/ 1231416 w 1231416"/>
                <a:gd name="connsiteY2-230" fmla="*/ 634853 h 634853"/>
                <a:gd name="connsiteX3-231" fmla="*/ 0 w 1231416"/>
                <a:gd name="connsiteY3-232" fmla="*/ 631295 h 634853"/>
                <a:gd name="connsiteX0-233" fmla="*/ 0 w 1234974"/>
                <a:gd name="connsiteY0-234" fmla="*/ 634853 h 634853"/>
                <a:gd name="connsiteX1-235" fmla="*/ 1233017 w 1234974"/>
                <a:gd name="connsiteY1-236" fmla="*/ 0 h 634853"/>
                <a:gd name="connsiteX2-237" fmla="*/ 1234974 w 1234974"/>
                <a:gd name="connsiteY2-238" fmla="*/ 634853 h 634853"/>
                <a:gd name="connsiteX3-239" fmla="*/ 0 w 1234974"/>
                <a:gd name="connsiteY3-240" fmla="*/ 634853 h 6348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34974" h="634853">
                  <a:moveTo>
                    <a:pt x="0" y="634853"/>
                  </a:moveTo>
                  <a:cubicBezTo>
                    <a:pt x="291221" y="118435"/>
                    <a:pt x="835057" y="509"/>
                    <a:pt x="1233017" y="0"/>
                  </a:cubicBezTo>
                  <a:cubicBezTo>
                    <a:pt x="1041538" y="225850"/>
                    <a:pt x="1084887" y="423235"/>
                    <a:pt x="1234974" y="634853"/>
                  </a:cubicBezTo>
                  <a:lnTo>
                    <a:pt x="0" y="634853"/>
                  </a:lnTo>
                  <a:close/>
                </a:path>
              </a:pathLst>
            </a:custGeom>
            <a:solidFill>
              <a:srgbClr val="A0BF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等腰三角形 5"/>
            <p:cNvSpPr/>
            <p:nvPr/>
          </p:nvSpPr>
          <p:spPr>
            <a:xfrm flipV="1">
              <a:off x="1608860" y="3167486"/>
              <a:ext cx="1234974" cy="634853"/>
            </a:xfrm>
            <a:custGeom>
              <a:avLst/>
              <a:gdLst>
                <a:gd name="connsiteX0" fmla="*/ 0 w 936104"/>
                <a:gd name="connsiteY0" fmla="*/ 432048 h 432048"/>
                <a:gd name="connsiteX1" fmla="*/ 468052 w 936104"/>
                <a:gd name="connsiteY1" fmla="*/ 0 h 432048"/>
                <a:gd name="connsiteX2" fmla="*/ 936104 w 936104"/>
                <a:gd name="connsiteY2" fmla="*/ 432048 h 432048"/>
                <a:gd name="connsiteX3" fmla="*/ 0 w 936104"/>
                <a:gd name="connsiteY3" fmla="*/ 432048 h 432048"/>
                <a:gd name="connsiteX0-1" fmla="*/ 0 w 2405548"/>
                <a:gd name="connsiteY0-2" fmla="*/ 553019 h 553019"/>
                <a:gd name="connsiteX1-3" fmla="*/ 1937496 w 2405548"/>
                <a:gd name="connsiteY1-4" fmla="*/ 0 h 553019"/>
                <a:gd name="connsiteX2-5" fmla="*/ 2405548 w 2405548"/>
                <a:gd name="connsiteY2-6" fmla="*/ 432048 h 553019"/>
                <a:gd name="connsiteX3-7" fmla="*/ 0 w 2405548"/>
                <a:gd name="connsiteY3-8" fmla="*/ 553019 h 553019"/>
                <a:gd name="connsiteX0-9" fmla="*/ 0 w 2405548"/>
                <a:gd name="connsiteY0-10" fmla="*/ 1186339 h 1186339"/>
                <a:gd name="connsiteX1-11" fmla="*/ 1247249 w 2405548"/>
                <a:gd name="connsiteY1-12" fmla="*/ 0 h 1186339"/>
                <a:gd name="connsiteX2-13" fmla="*/ 2405548 w 2405548"/>
                <a:gd name="connsiteY2-14" fmla="*/ 1065368 h 1186339"/>
                <a:gd name="connsiteX3-15" fmla="*/ 0 w 2405548"/>
                <a:gd name="connsiteY3-16" fmla="*/ 1186339 h 1186339"/>
                <a:gd name="connsiteX0-17" fmla="*/ 0 w 1247249"/>
                <a:gd name="connsiteY0-18" fmla="*/ 1186339 h 1186339"/>
                <a:gd name="connsiteX1-19" fmla="*/ 1247249 w 1247249"/>
                <a:gd name="connsiteY1-20" fmla="*/ 0 h 1186339"/>
                <a:gd name="connsiteX2-21" fmla="*/ 1227858 w 1247249"/>
                <a:gd name="connsiteY2-22" fmla="*/ 634853 h 1186339"/>
                <a:gd name="connsiteX3-23" fmla="*/ 0 w 1247249"/>
                <a:gd name="connsiteY3-24" fmla="*/ 1186339 h 1186339"/>
                <a:gd name="connsiteX0-25" fmla="*/ 0 w 1247249"/>
                <a:gd name="connsiteY0-26" fmla="*/ 1186339 h 1186339"/>
                <a:gd name="connsiteX1-27" fmla="*/ 1247249 w 1247249"/>
                <a:gd name="connsiteY1-28" fmla="*/ 0 h 1186339"/>
                <a:gd name="connsiteX2-29" fmla="*/ 1227858 w 1247249"/>
                <a:gd name="connsiteY2-30" fmla="*/ 634853 h 1186339"/>
                <a:gd name="connsiteX3-31" fmla="*/ 0 w 1247249"/>
                <a:gd name="connsiteY3-32" fmla="*/ 1186339 h 1186339"/>
                <a:gd name="connsiteX0-33" fmla="*/ 0 w 1247249"/>
                <a:gd name="connsiteY0-34" fmla="*/ 1186339 h 1186339"/>
                <a:gd name="connsiteX1-35" fmla="*/ 1247249 w 1247249"/>
                <a:gd name="connsiteY1-36" fmla="*/ 0 h 1186339"/>
                <a:gd name="connsiteX2-37" fmla="*/ 1227858 w 1247249"/>
                <a:gd name="connsiteY2-38" fmla="*/ 634853 h 1186339"/>
                <a:gd name="connsiteX3-39" fmla="*/ 0 w 1247249"/>
                <a:gd name="connsiteY3-40" fmla="*/ 1186339 h 1186339"/>
                <a:gd name="connsiteX0-41" fmla="*/ 0 w 1247249"/>
                <a:gd name="connsiteY0-42" fmla="*/ 1186339 h 1186339"/>
                <a:gd name="connsiteX1-43" fmla="*/ 1247249 w 1247249"/>
                <a:gd name="connsiteY1-44" fmla="*/ 0 h 1186339"/>
                <a:gd name="connsiteX2-45" fmla="*/ 1227858 w 1247249"/>
                <a:gd name="connsiteY2-46" fmla="*/ 634853 h 1186339"/>
                <a:gd name="connsiteX3-47" fmla="*/ 0 w 1247249"/>
                <a:gd name="connsiteY3-48" fmla="*/ 1186339 h 1186339"/>
                <a:gd name="connsiteX0-49" fmla="*/ 0 w 1247249"/>
                <a:gd name="connsiteY0-50" fmla="*/ 1186339 h 1186339"/>
                <a:gd name="connsiteX1-51" fmla="*/ 1247249 w 1247249"/>
                <a:gd name="connsiteY1-52" fmla="*/ 0 h 1186339"/>
                <a:gd name="connsiteX2-53" fmla="*/ 1227858 w 1247249"/>
                <a:gd name="connsiteY2-54" fmla="*/ 634853 h 1186339"/>
                <a:gd name="connsiteX3-55" fmla="*/ 0 w 1247249"/>
                <a:gd name="connsiteY3-56" fmla="*/ 1186339 h 1186339"/>
                <a:gd name="connsiteX0-57" fmla="*/ 0 w 1247249"/>
                <a:gd name="connsiteY0-58" fmla="*/ 1186339 h 1186339"/>
                <a:gd name="connsiteX1-59" fmla="*/ 1247249 w 1247249"/>
                <a:gd name="connsiteY1-60" fmla="*/ 0 h 1186339"/>
                <a:gd name="connsiteX2-61" fmla="*/ 1227858 w 1247249"/>
                <a:gd name="connsiteY2-62" fmla="*/ 634853 h 1186339"/>
                <a:gd name="connsiteX3-63" fmla="*/ 0 w 1247249"/>
                <a:gd name="connsiteY3-64" fmla="*/ 1186339 h 1186339"/>
                <a:gd name="connsiteX0-65" fmla="*/ 0 w 1247249"/>
                <a:gd name="connsiteY0-66" fmla="*/ 1186339 h 1186339"/>
                <a:gd name="connsiteX1-67" fmla="*/ 1247249 w 1247249"/>
                <a:gd name="connsiteY1-68" fmla="*/ 0 h 1186339"/>
                <a:gd name="connsiteX2-69" fmla="*/ 1227858 w 1247249"/>
                <a:gd name="connsiteY2-70" fmla="*/ 634853 h 1186339"/>
                <a:gd name="connsiteX3-71" fmla="*/ 0 w 1247249"/>
                <a:gd name="connsiteY3-72" fmla="*/ 1186339 h 1186339"/>
                <a:gd name="connsiteX0-73" fmla="*/ 0 w 1247249"/>
                <a:gd name="connsiteY0-74" fmla="*/ 1186339 h 1186339"/>
                <a:gd name="connsiteX1-75" fmla="*/ 1247249 w 1247249"/>
                <a:gd name="connsiteY1-76" fmla="*/ 0 h 1186339"/>
                <a:gd name="connsiteX2-77" fmla="*/ 1227858 w 1247249"/>
                <a:gd name="connsiteY2-78" fmla="*/ 634853 h 1186339"/>
                <a:gd name="connsiteX3-79" fmla="*/ 0 w 1247249"/>
                <a:gd name="connsiteY3-80" fmla="*/ 1186339 h 1186339"/>
                <a:gd name="connsiteX0-81" fmla="*/ 0 w 1247249"/>
                <a:gd name="connsiteY0-82" fmla="*/ 1186339 h 1186339"/>
                <a:gd name="connsiteX1-83" fmla="*/ 1247249 w 1247249"/>
                <a:gd name="connsiteY1-84" fmla="*/ 0 h 1186339"/>
                <a:gd name="connsiteX2-85" fmla="*/ 1227858 w 1247249"/>
                <a:gd name="connsiteY2-86" fmla="*/ 634853 h 1186339"/>
                <a:gd name="connsiteX3-87" fmla="*/ 0 w 1247249"/>
                <a:gd name="connsiteY3-88" fmla="*/ 1186339 h 1186339"/>
                <a:gd name="connsiteX0-89" fmla="*/ 0 w 1247249"/>
                <a:gd name="connsiteY0-90" fmla="*/ 1186339 h 1186339"/>
                <a:gd name="connsiteX1-91" fmla="*/ 1247249 w 1247249"/>
                <a:gd name="connsiteY1-92" fmla="*/ 0 h 1186339"/>
                <a:gd name="connsiteX2-93" fmla="*/ 1227858 w 1247249"/>
                <a:gd name="connsiteY2-94" fmla="*/ 634853 h 1186339"/>
                <a:gd name="connsiteX3-95" fmla="*/ 0 w 1247249"/>
                <a:gd name="connsiteY3-96" fmla="*/ 1186339 h 1186339"/>
                <a:gd name="connsiteX0-97" fmla="*/ 0 w 1247249"/>
                <a:gd name="connsiteY0-98" fmla="*/ 1186339 h 1186339"/>
                <a:gd name="connsiteX1-99" fmla="*/ 1247249 w 1247249"/>
                <a:gd name="connsiteY1-100" fmla="*/ 0 h 1186339"/>
                <a:gd name="connsiteX2-101" fmla="*/ 1231416 w 1247249"/>
                <a:gd name="connsiteY2-102" fmla="*/ 638411 h 1186339"/>
                <a:gd name="connsiteX3-103" fmla="*/ 0 w 1247249"/>
                <a:gd name="connsiteY3-104" fmla="*/ 1186339 h 1186339"/>
                <a:gd name="connsiteX0-105" fmla="*/ 0 w 1247249"/>
                <a:gd name="connsiteY0-106" fmla="*/ 1186339 h 1186339"/>
                <a:gd name="connsiteX1-107" fmla="*/ 1247249 w 1247249"/>
                <a:gd name="connsiteY1-108" fmla="*/ 0 h 1186339"/>
                <a:gd name="connsiteX2-109" fmla="*/ 1231416 w 1247249"/>
                <a:gd name="connsiteY2-110" fmla="*/ 638411 h 1186339"/>
                <a:gd name="connsiteX3-111" fmla="*/ 0 w 1247249"/>
                <a:gd name="connsiteY3-112" fmla="*/ 1186339 h 1186339"/>
                <a:gd name="connsiteX0-113" fmla="*/ 0 w 1247249"/>
                <a:gd name="connsiteY0-114" fmla="*/ 1186339 h 1186339"/>
                <a:gd name="connsiteX1-115" fmla="*/ 1247249 w 1247249"/>
                <a:gd name="connsiteY1-116" fmla="*/ 0 h 1186339"/>
                <a:gd name="connsiteX2-117" fmla="*/ 1231416 w 1247249"/>
                <a:gd name="connsiteY2-118" fmla="*/ 638411 h 1186339"/>
                <a:gd name="connsiteX3-119" fmla="*/ 0 w 1247249"/>
                <a:gd name="connsiteY3-120" fmla="*/ 1186339 h 1186339"/>
                <a:gd name="connsiteX0-121" fmla="*/ 0 w 1240133"/>
                <a:gd name="connsiteY0-122" fmla="*/ 652643 h 652643"/>
                <a:gd name="connsiteX1-123" fmla="*/ 1240133 w 1240133"/>
                <a:gd name="connsiteY1-124" fmla="*/ 0 h 652643"/>
                <a:gd name="connsiteX2-125" fmla="*/ 1224300 w 1240133"/>
                <a:gd name="connsiteY2-126" fmla="*/ 638411 h 652643"/>
                <a:gd name="connsiteX3-127" fmla="*/ 0 w 1240133"/>
                <a:gd name="connsiteY3-128" fmla="*/ 652643 h 652643"/>
                <a:gd name="connsiteX0-129" fmla="*/ 0 w 1233017"/>
                <a:gd name="connsiteY0-130" fmla="*/ 629932 h 629932"/>
                <a:gd name="connsiteX1-131" fmla="*/ 1233017 w 1233017"/>
                <a:gd name="connsiteY1-132" fmla="*/ 9311 h 629932"/>
                <a:gd name="connsiteX2-133" fmla="*/ 1224300 w 1233017"/>
                <a:gd name="connsiteY2-134" fmla="*/ 615700 h 629932"/>
                <a:gd name="connsiteX3-135" fmla="*/ 0 w 1233017"/>
                <a:gd name="connsiteY3-136" fmla="*/ 629932 h 629932"/>
                <a:gd name="connsiteX0-137" fmla="*/ 0 w 1233017"/>
                <a:gd name="connsiteY0-138" fmla="*/ 629932 h 644164"/>
                <a:gd name="connsiteX1-139" fmla="*/ 1233017 w 1233017"/>
                <a:gd name="connsiteY1-140" fmla="*/ 9311 h 644164"/>
                <a:gd name="connsiteX2-141" fmla="*/ 1224300 w 1233017"/>
                <a:gd name="connsiteY2-142" fmla="*/ 644164 h 644164"/>
                <a:gd name="connsiteX3-143" fmla="*/ 0 w 1233017"/>
                <a:gd name="connsiteY3-144" fmla="*/ 629932 h 644164"/>
                <a:gd name="connsiteX0-145" fmla="*/ 0 w 1233017"/>
                <a:gd name="connsiteY0-146" fmla="*/ 629932 h 644164"/>
                <a:gd name="connsiteX1-147" fmla="*/ 1233017 w 1233017"/>
                <a:gd name="connsiteY1-148" fmla="*/ 9311 h 644164"/>
                <a:gd name="connsiteX2-149" fmla="*/ 1224300 w 1233017"/>
                <a:gd name="connsiteY2-150" fmla="*/ 644164 h 644164"/>
                <a:gd name="connsiteX3-151" fmla="*/ 0 w 1233017"/>
                <a:gd name="connsiteY3-152" fmla="*/ 629932 h 644164"/>
                <a:gd name="connsiteX0-153" fmla="*/ 0 w 1233017"/>
                <a:gd name="connsiteY0-154" fmla="*/ 629932 h 644164"/>
                <a:gd name="connsiteX1-155" fmla="*/ 1233017 w 1233017"/>
                <a:gd name="connsiteY1-156" fmla="*/ 9311 h 644164"/>
                <a:gd name="connsiteX2-157" fmla="*/ 1224300 w 1233017"/>
                <a:gd name="connsiteY2-158" fmla="*/ 644164 h 644164"/>
                <a:gd name="connsiteX3-159" fmla="*/ 0 w 1233017"/>
                <a:gd name="connsiteY3-160" fmla="*/ 629932 h 644164"/>
                <a:gd name="connsiteX0-161" fmla="*/ 0 w 1233017"/>
                <a:gd name="connsiteY0-162" fmla="*/ 629932 h 640606"/>
                <a:gd name="connsiteX1-163" fmla="*/ 1233017 w 1233017"/>
                <a:gd name="connsiteY1-164" fmla="*/ 9311 h 640606"/>
                <a:gd name="connsiteX2-165" fmla="*/ 1227858 w 1233017"/>
                <a:gd name="connsiteY2-166" fmla="*/ 640606 h 640606"/>
                <a:gd name="connsiteX3-167" fmla="*/ 0 w 1233017"/>
                <a:gd name="connsiteY3-168" fmla="*/ 629932 h 640606"/>
                <a:gd name="connsiteX0-169" fmla="*/ 0 w 1225901"/>
                <a:gd name="connsiteY0-170" fmla="*/ 632363 h 639479"/>
                <a:gd name="connsiteX1-171" fmla="*/ 1225901 w 1225901"/>
                <a:gd name="connsiteY1-172" fmla="*/ 8184 h 639479"/>
                <a:gd name="connsiteX2-173" fmla="*/ 1220742 w 1225901"/>
                <a:gd name="connsiteY2-174" fmla="*/ 639479 h 639479"/>
                <a:gd name="connsiteX3-175" fmla="*/ 0 w 1225901"/>
                <a:gd name="connsiteY3-176" fmla="*/ 632363 h 639479"/>
                <a:gd name="connsiteX0-177" fmla="*/ 0 w 1225901"/>
                <a:gd name="connsiteY0-178" fmla="*/ 624179 h 631295"/>
                <a:gd name="connsiteX1-179" fmla="*/ 1225901 w 1225901"/>
                <a:gd name="connsiteY1-180" fmla="*/ 0 h 631295"/>
                <a:gd name="connsiteX2-181" fmla="*/ 1220742 w 1225901"/>
                <a:gd name="connsiteY2-182" fmla="*/ 631295 h 631295"/>
                <a:gd name="connsiteX3-183" fmla="*/ 0 w 1225901"/>
                <a:gd name="connsiteY3-184" fmla="*/ 624179 h 631295"/>
                <a:gd name="connsiteX0-185" fmla="*/ 0 w 1225901"/>
                <a:gd name="connsiteY0-186" fmla="*/ 624179 h 631295"/>
                <a:gd name="connsiteX1-187" fmla="*/ 1225901 w 1225901"/>
                <a:gd name="connsiteY1-188" fmla="*/ 0 h 631295"/>
                <a:gd name="connsiteX2-189" fmla="*/ 1220742 w 1225901"/>
                <a:gd name="connsiteY2-190" fmla="*/ 631295 h 631295"/>
                <a:gd name="connsiteX3-191" fmla="*/ 0 w 1225901"/>
                <a:gd name="connsiteY3-192" fmla="*/ 624179 h 631295"/>
                <a:gd name="connsiteX0-193" fmla="*/ 0 w 1225901"/>
                <a:gd name="connsiteY0-194" fmla="*/ 624179 h 631295"/>
                <a:gd name="connsiteX1-195" fmla="*/ 1225901 w 1225901"/>
                <a:gd name="connsiteY1-196" fmla="*/ 0 h 631295"/>
                <a:gd name="connsiteX2-197" fmla="*/ 1220742 w 1225901"/>
                <a:gd name="connsiteY2-198" fmla="*/ 631295 h 631295"/>
                <a:gd name="connsiteX3-199" fmla="*/ 0 w 1225901"/>
                <a:gd name="connsiteY3-200" fmla="*/ 624179 h 631295"/>
                <a:gd name="connsiteX0-201" fmla="*/ 0 w 1225901"/>
                <a:gd name="connsiteY0-202" fmla="*/ 624179 h 631295"/>
                <a:gd name="connsiteX1-203" fmla="*/ 1225901 w 1225901"/>
                <a:gd name="connsiteY1-204" fmla="*/ 0 h 631295"/>
                <a:gd name="connsiteX2-205" fmla="*/ 1220742 w 1225901"/>
                <a:gd name="connsiteY2-206" fmla="*/ 631295 h 631295"/>
                <a:gd name="connsiteX3-207" fmla="*/ 0 w 1225901"/>
                <a:gd name="connsiteY3-208" fmla="*/ 624179 h 631295"/>
                <a:gd name="connsiteX0-209" fmla="*/ 0 w 1218785"/>
                <a:gd name="connsiteY0-210" fmla="*/ 631295 h 631295"/>
                <a:gd name="connsiteX1-211" fmla="*/ 1218785 w 1218785"/>
                <a:gd name="connsiteY1-212" fmla="*/ 0 h 631295"/>
                <a:gd name="connsiteX2-213" fmla="*/ 1213626 w 1218785"/>
                <a:gd name="connsiteY2-214" fmla="*/ 631295 h 631295"/>
                <a:gd name="connsiteX3-215" fmla="*/ 0 w 1218785"/>
                <a:gd name="connsiteY3-216" fmla="*/ 631295 h 631295"/>
                <a:gd name="connsiteX0-217" fmla="*/ 0 w 1229459"/>
                <a:gd name="connsiteY0-218" fmla="*/ 631295 h 631295"/>
                <a:gd name="connsiteX1-219" fmla="*/ 1229459 w 1229459"/>
                <a:gd name="connsiteY1-220" fmla="*/ 0 h 631295"/>
                <a:gd name="connsiteX2-221" fmla="*/ 1224300 w 1229459"/>
                <a:gd name="connsiteY2-222" fmla="*/ 631295 h 631295"/>
                <a:gd name="connsiteX3-223" fmla="*/ 0 w 1229459"/>
                <a:gd name="connsiteY3-224" fmla="*/ 631295 h 631295"/>
                <a:gd name="connsiteX0-225" fmla="*/ 0 w 1231416"/>
                <a:gd name="connsiteY0-226" fmla="*/ 631295 h 634853"/>
                <a:gd name="connsiteX1-227" fmla="*/ 1229459 w 1231416"/>
                <a:gd name="connsiteY1-228" fmla="*/ 0 h 634853"/>
                <a:gd name="connsiteX2-229" fmla="*/ 1231416 w 1231416"/>
                <a:gd name="connsiteY2-230" fmla="*/ 634853 h 634853"/>
                <a:gd name="connsiteX3-231" fmla="*/ 0 w 1231416"/>
                <a:gd name="connsiteY3-232" fmla="*/ 631295 h 634853"/>
                <a:gd name="connsiteX0-233" fmla="*/ 0 w 1234974"/>
                <a:gd name="connsiteY0-234" fmla="*/ 634853 h 634853"/>
                <a:gd name="connsiteX1-235" fmla="*/ 1233017 w 1234974"/>
                <a:gd name="connsiteY1-236" fmla="*/ 0 h 634853"/>
                <a:gd name="connsiteX2-237" fmla="*/ 1234974 w 1234974"/>
                <a:gd name="connsiteY2-238" fmla="*/ 634853 h 634853"/>
                <a:gd name="connsiteX3-239" fmla="*/ 0 w 1234974"/>
                <a:gd name="connsiteY3-240" fmla="*/ 634853 h 6348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34974" h="634853">
                  <a:moveTo>
                    <a:pt x="0" y="634853"/>
                  </a:moveTo>
                  <a:cubicBezTo>
                    <a:pt x="291221" y="118435"/>
                    <a:pt x="835057" y="509"/>
                    <a:pt x="1233017" y="0"/>
                  </a:cubicBezTo>
                  <a:cubicBezTo>
                    <a:pt x="1041538" y="225850"/>
                    <a:pt x="1084887" y="423235"/>
                    <a:pt x="1234974" y="634853"/>
                  </a:cubicBezTo>
                  <a:lnTo>
                    <a:pt x="0" y="634853"/>
                  </a:lnTo>
                  <a:close/>
                </a:path>
              </a:pathLst>
            </a:custGeom>
            <a:solidFill>
              <a:srgbClr val="319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等腰三角形 5"/>
            <p:cNvSpPr/>
            <p:nvPr/>
          </p:nvSpPr>
          <p:spPr>
            <a:xfrm flipV="1">
              <a:off x="1619671" y="3356824"/>
              <a:ext cx="1247249" cy="1186340"/>
            </a:xfrm>
            <a:custGeom>
              <a:avLst/>
              <a:gdLst>
                <a:gd name="connsiteX0" fmla="*/ 0 w 936104"/>
                <a:gd name="connsiteY0" fmla="*/ 432048 h 432048"/>
                <a:gd name="connsiteX1" fmla="*/ 468052 w 936104"/>
                <a:gd name="connsiteY1" fmla="*/ 0 h 432048"/>
                <a:gd name="connsiteX2" fmla="*/ 936104 w 936104"/>
                <a:gd name="connsiteY2" fmla="*/ 432048 h 432048"/>
                <a:gd name="connsiteX3" fmla="*/ 0 w 936104"/>
                <a:gd name="connsiteY3" fmla="*/ 432048 h 432048"/>
                <a:gd name="connsiteX0-1" fmla="*/ 0 w 2405548"/>
                <a:gd name="connsiteY0-2" fmla="*/ 553019 h 553019"/>
                <a:gd name="connsiteX1-3" fmla="*/ 1937496 w 2405548"/>
                <a:gd name="connsiteY1-4" fmla="*/ 0 h 553019"/>
                <a:gd name="connsiteX2-5" fmla="*/ 2405548 w 2405548"/>
                <a:gd name="connsiteY2-6" fmla="*/ 432048 h 553019"/>
                <a:gd name="connsiteX3-7" fmla="*/ 0 w 2405548"/>
                <a:gd name="connsiteY3-8" fmla="*/ 553019 h 553019"/>
                <a:gd name="connsiteX0-9" fmla="*/ 0 w 2405548"/>
                <a:gd name="connsiteY0-10" fmla="*/ 1186339 h 1186339"/>
                <a:gd name="connsiteX1-11" fmla="*/ 1247249 w 2405548"/>
                <a:gd name="connsiteY1-12" fmla="*/ 0 h 1186339"/>
                <a:gd name="connsiteX2-13" fmla="*/ 2405548 w 2405548"/>
                <a:gd name="connsiteY2-14" fmla="*/ 1065368 h 1186339"/>
                <a:gd name="connsiteX3-15" fmla="*/ 0 w 2405548"/>
                <a:gd name="connsiteY3-16" fmla="*/ 1186339 h 1186339"/>
                <a:gd name="connsiteX0-17" fmla="*/ 0 w 1247249"/>
                <a:gd name="connsiteY0-18" fmla="*/ 1186339 h 1186339"/>
                <a:gd name="connsiteX1-19" fmla="*/ 1247249 w 1247249"/>
                <a:gd name="connsiteY1-20" fmla="*/ 0 h 1186339"/>
                <a:gd name="connsiteX2-21" fmla="*/ 1227858 w 1247249"/>
                <a:gd name="connsiteY2-22" fmla="*/ 634853 h 1186339"/>
                <a:gd name="connsiteX3-23" fmla="*/ 0 w 1247249"/>
                <a:gd name="connsiteY3-24" fmla="*/ 1186339 h 1186339"/>
                <a:gd name="connsiteX0-25" fmla="*/ 0 w 1247249"/>
                <a:gd name="connsiteY0-26" fmla="*/ 1186339 h 1186339"/>
                <a:gd name="connsiteX1-27" fmla="*/ 1247249 w 1247249"/>
                <a:gd name="connsiteY1-28" fmla="*/ 0 h 1186339"/>
                <a:gd name="connsiteX2-29" fmla="*/ 1227858 w 1247249"/>
                <a:gd name="connsiteY2-30" fmla="*/ 634853 h 1186339"/>
                <a:gd name="connsiteX3-31" fmla="*/ 0 w 1247249"/>
                <a:gd name="connsiteY3-32" fmla="*/ 1186339 h 1186339"/>
                <a:gd name="connsiteX0-33" fmla="*/ 0 w 1247249"/>
                <a:gd name="connsiteY0-34" fmla="*/ 1186339 h 1186339"/>
                <a:gd name="connsiteX1-35" fmla="*/ 1247249 w 1247249"/>
                <a:gd name="connsiteY1-36" fmla="*/ 0 h 1186339"/>
                <a:gd name="connsiteX2-37" fmla="*/ 1227858 w 1247249"/>
                <a:gd name="connsiteY2-38" fmla="*/ 634853 h 1186339"/>
                <a:gd name="connsiteX3-39" fmla="*/ 0 w 1247249"/>
                <a:gd name="connsiteY3-40" fmla="*/ 1186339 h 1186339"/>
                <a:gd name="connsiteX0-41" fmla="*/ 0 w 1247249"/>
                <a:gd name="connsiteY0-42" fmla="*/ 1186339 h 1186339"/>
                <a:gd name="connsiteX1-43" fmla="*/ 1247249 w 1247249"/>
                <a:gd name="connsiteY1-44" fmla="*/ 0 h 1186339"/>
                <a:gd name="connsiteX2-45" fmla="*/ 1227858 w 1247249"/>
                <a:gd name="connsiteY2-46" fmla="*/ 634853 h 1186339"/>
                <a:gd name="connsiteX3-47" fmla="*/ 0 w 1247249"/>
                <a:gd name="connsiteY3-48" fmla="*/ 1186339 h 1186339"/>
                <a:gd name="connsiteX0-49" fmla="*/ 0 w 1247249"/>
                <a:gd name="connsiteY0-50" fmla="*/ 1186339 h 1186339"/>
                <a:gd name="connsiteX1-51" fmla="*/ 1247249 w 1247249"/>
                <a:gd name="connsiteY1-52" fmla="*/ 0 h 1186339"/>
                <a:gd name="connsiteX2-53" fmla="*/ 1227858 w 1247249"/>
                <a:gd name="connsiteY2-54" fmla="*/ 634853 h 1186339"/>
                <a:gd name="connsiteX3-55" fmla="*/ 0 w 1247249"/>
                <a:gd name="connsiteY3-56" fmla="*/ 1186339 h 1186339"/>
                <a:gd name="connsiteX0-57" fmla="*/ 0 w 1247249"/>
                <a:gd name="connsiteY0-58" fmla="*/ 1186339 h 1186339"/>
                <a:gd name="connsiteX1-59" fmla="*/ 1247249 w 1247249"/>
                <a:gd name="connsiteY1-60" fmla="*/ 0 h 1186339"/>
                <a:gd name="connsiteX2-61" fmla="*/ 1227858 w 1247249"/>
                <a:gd name="connsiteY2-62" fmla="*/ 634853 h 1186339"/>
                <a:gd name="connsiteX3-63" fmla="*/ 0 w 1247249"/>
                <a:gd name="connsiteY3-64" fmla="*/ 1186339 h 1186339"/>
                <a:gd name="connsiteX0-65" fmla="*/ 0 w 1247249"/>
                <a:gd name="connsiteY0-66" fmla="*/ 1186339 h 1186339"/>
                <a:gd name="connsiteX1-67" fmla="*/ 1247249 w 1247249"/>
                <a:gd name="connsiteY1-68" fmla="*/ 0 h 1186339"/>
                <a:gd name="connsiteX2-69" fmla="*/ 1227858 w 1247249"/>
                <a:gd name="connsiteY2-70" fmla="*/ 634853 h 1186339"/>
                <a:gd name="connsiteX3-71" fmla="*/ 0 w 1247249"/>
                <a:gd name="connsiteY3-72" fmla="*/ 1186339 h 1186339"/>
                <a:gd name="connsiteX0-73" fmla="*/ 0 w 1247249"/>
                <a:gd name="connsiteY0-74" fmla="*/ 1186339 h 1186339"/>
                <a:gd name="connsiteX1-75" fmla="*/ 1247249 w 1247249"/>
                <a:gd name="connsiteY1-76" fmla="*/ 0 h 1186339"/>
                <a:gd name="connsiteX2-77" fmla="*/ 1227858 w 1247249"/>
                <a:gd name="connsiteY2-78" fmla="*/ 634853 h 1186339"/>
                <a:gd name="connsiteX3-79" fmla="*/ 0 w 1247249"/>
                <a:gd name="connsiteY3-80" fmla="*/ 1186339 h 1186339"/>
                <a:gd name="connsiteX0-81" fmla="*/ 0 w 1247249"/>
                <a:gd name="connsiteY0-82" fmla="*/ 1186339 h 1186339"/>
                <a:gd name="connsiteX1-83" fmla="*/ 1247249 w 1247249"/>
                <a:gd name="connsiteY1-84" fmla="*/ 0 h 1186339"/>
                <a:gd name="connsiteX2-85" fmla="*/ 1227858 w 1247249"/>
                <a:gd name="connsiteY2-86" fmla="*/ 634853 h 1186339"/>
                <a:gd name="connsiteX3-87" fmla="*/ 0 w 1247249"/>
                <a:gd name="connsiteY3-88" fmla="*/ 1186339 h 1186339"/>
                <a:gd name="connsiteX0-89" fmla="*/ 0 w 1247249"/>
                <a:gd name="connsiteY0-90" fmla="*/ 1186339 h 1186339"/>
                <a:gd name="connsiteX1-91" fmla="*/ 1247249 w 1247249"/>
                <a:gd name="connsiteY1-92" fmla="*/ 0 h 1186339"/>
                <a:gd name="connsiteX2-93" fmla="*/ 1227858 w 1247249"/>
                <a:gd name="connsiteY2-94" fmla="*/ 634853 h 1186339"/>
                <a:gd name="connsiteX3-95" fmla="*/ 0 w 1247249"/>
                <a:gd name="connsiteY3-96" fmla="*/ 1186339 h 1186339"/>
                <a:gd name="connsiteX0-97" fmla="*/ 0 w 1247249"/>
                <a:gd name="connsiteY0-98" fmla="*/ 1186339 h 1186339"/>
                <a:gd name="connsiteX1-99" fmla="*/ 1247249 w 1247249"/>
                <a:gd name="connsiteY1-100" fmla="*/ 0 h 1186339"/>
                <a:gd name="connsiteX2-101" fmla="*/ 1231416 w 1247249"/>
                <a:gd name="connsiteY2-102" fmla="*/ 638411 h 1186339"/>
                <a:gd name="connsiteX3-103" fmla="*/ 0 w 1247249"/>
                <a:gd name="connsiteY3-104" fmla="*/ 1186339 h 1186339"/>
                <a:gd name="connsiteX0-105" fmla="*/ 0 w 1247249"/>
                <a:gd name="connsiteY0-106" fmla="*/ 1186339 h 1186339"/>
                <a:gd name="connsiteX1-107" fmla="*/ 1247249 w 1247249"/>
                <a:gd name="connsiteY1-108" fmla="*/ 0 h 1186339"/>
                <a:gd name="connsiteX2-109" fmla="*/ 1231416 w 1247249"/>
                <a:gd name="connsiteY2-110" fmla="*/ 638411 h 1186339"/>
                <a:gd name="connsiteX3-111" fmla="*/ 0 w 1247249"/>
                <a:gd name="connsiteY3-112" fmla="*/ 1186339 h 1186339"/>
                <a:gd name="connsiteX0-113" fmla="*/ 0 w 1247249"/>
                <a:gd name="connsiteY0-114" fmla="*/ 1186339 h 1186339"/>
                <a:gd name="connsiteX1-115" fmla="*/ 1247249 w 1247249"/>
                <a:gd name="connsiteY1-116" fmla="*/ 0 h 1186339"/>
                <a:gd name="connsiteX2-117" fmla="*/ 1231416 w 1247249"/>
                <a:gd name="connsiteY2-118" fmla="*/ 638411 h 1186339"/>
                <a:gd name="connsiteX3-119" fmla="*/ 0 w 1247249"/>
                <a:gd name="connsiteY3-120" fmla="*/ 1186339 h 118633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47249" h="1186339">
                  <a:moveTo>
                    <a:pt x="0" y="1186339"/>
                  </a:moveTo>
                  <a:cubicBezTo>
                    <a:pt x="177366" y="310566"/>
                    <a:pt x="852847" y="57437"/>
                    <a:pt x="1247249" y="0"/>
                  </a:cubicBezTo>
                  <a:cubicBezTo>
                    <a:pt x="1055770" y="225850"/>
                    <a:pt x="1081329" y="426793"/>
                    <a:pt x="1231416" y="638411"/>
                  </a:cubicBezTo>
                  <a:cubicBezTo>
                    <a:pt x="597978" y="633668"/>
                    <a:pt x="270525" y="877981"/>
                    <a:pt x="0" y="1186339"/>
                  </a:cubicBezTo>
                  <a:close/>
                </a:path>
              </a:pathLst>
            </a:custGeom>
            <a:solidFill>
              <a:srgbClr val="F58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39" name="圆角矩形 11"/>
            <p:cNvSpPr/>
            <p:nvPr/>
          </p:nvSpPr>
          <p:spPr>
            <a:xfrm>
              <a:off x="1331640" y="3079860"/>
              <a:ext cx="198918" cy="87624"/>
            </a:xfrm>
            <a:custGeom>
              <a:avLst/>
              <a:gdLst/>
              <a:ahLst/>
              <a:cxnLst/>
              <a:rect l="l" t="t" r="r" b="b"/>
              <a:pathLst>
                <a:path w="198918" h="87624">
                  <a:moveTo>
                    <a:pt x="43812" y="0"/>
                  </a:moveTo>
                  <a:lnTo>
                    <a:pt x="198918" y="0"/>
                  </a:lnTo>
                  <a:lnTo>
                    <a:pt x="198918" y="87624"/>
                  </a:lnTo>
                  <a:lnTo>
                    <a:pt x="43812" y="87624"/>
                  </a:lnTo>
                  <a:cubicBezTo>
                    <a:pt x="19615" y="87624"/>
                    <a:pt x="0" y="68009"/>
                    <a:pt x="0" y="43812"/>
                  </a:cubicBezTo>
                  <a:cubicBezTo>
                    <a:pt x="0" y="19615"/>
                    <a:pt x="19615" y="0"/>
                    <a:pt x="43812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空心弧 15"/>
            <p:cNvSpPr/>
            <p:nvPr/>
          </p:nvSpPr>
          <p:spPr>
            <a:xfrm rot="5400000">
              <a:off x="3312321" y="2346812"/>
              <a:ext cx="509372" cy="1121419"/>
            </a:xfrm>
            <a:custGeom>
              <a:avLst/>
              <a:gdLst/>
              <a:ahLst/>
              <a:cxnLst/>
              <a:rect l="l" t="t" r="r" b="b"/>
              <a:pathLst>
                <a:path w="509372" h="1121419">
                  <a:moveTo>
                    <a:pt x="507512" y="1121419"/>
                  </a:moveTo>
                  <a:lnTo>
                    <a:pt x="509372" y="1119300"/>
                  </a:lnTo>
                  <a:lnTo>
                    <a:pt x="509372" y="1121419"/>
                  </a:lnTo>
                  <a:close/>
                  <a:moveTo>
                    <a:pt x="430106" y="1116802"/>
                  </a:moveTo>
                  <a:lnTo>
                    <a:pt x="434159" y="1121419"/>
                  </a:lnTo>
                  <a:lnTo>
                    <a:pt x="430599" y="1121419"/>
                  </a:lnTo>
                  <a:cubicBezTo>
                    <a:pt x="430325" y="1119896"/>
                    <a:pt x="430214" y="1118353"/>
                    <a:pt x="430106" y="1116802"/>
                  </a:cubicBezTo>
                  <a:close/>
                  <a:moveTo>
                    <a:pt x="0" y="259419"/>
                  </a:moveTo>
                  <a:lnTo>
                    <a:pt x="832" y="257324"/>
                  </a:lnTo>
                  <a:lnTo>
                    <a:pt x="0" y="257324"/>
                  </a:lnTo>
                  <a:cubicBezTo>
                    <a:pt x="0" y="161091"/>
                    <a:pt x="53696" y="72900"/>
                    <a:pt x="139188" y="28721"/>
                  </a:cubicBezTo>
                  <a:cubicBezTo>
                    <a:pt x="224680" y="-15459"/>
                    <a:pt x="327679" y="-8244"/>
                    <a:pt x="406177" y="47423"/>
                  </a:cubicBezTo>
                  <a:cubicBezTo>
                    <a:pt x="466571" y="90252"/>
                    <a:pt x="504696" y="156253"/>
                    <a:pt x="509372" y="227993"/>
                  </a:cubicBezTo>
                  <a:lnTo>
                    <a:pt x="509372" y="1073841"/>
                  </a:lnTo>
                  <a:cubicBezTo>
                    <a:pt x="502538" y="1059565"/>
                    <a:pt x="487753" y="1050433"/>
                    <a:pt x="470835" y="1050433"/>
                  </a:cubicBezTo>
                  <a:cubicBezTo>
                    <a:pt x="451854" y="1050433"/>
                    <a:pt x="435559" y="1061928"/>
                    <a:pt x="428567" y="1078352"/>
                  </a:cubicBezTo>
                  <a:cubicBezTo>
                    <a:pt x="427251" y="1065847"/>
                    <a:pt x="427023" y="1052948"/>
                    <a:pt x="427023" y="1039779"/>
                  </a:cubicBezTo>
                  <a:lnTo>
                    <a:pt x="427023" y="281216"/>
                  </a:lnTo>
                  <a:lnTo>
                    <a:pt x="427023" y="281216"/>
                  </a:lnTo>
                  <a:lnTo>
                    <a:pt x="427023" y="236015"/>
                  </a:lnTo>
                  <a:lnTo>
                    <a:pt x="426558" y="236015"/>
                  </a:lnTo>
                  <a:cubicBezTo>
                    <a:pt x="420904" y="189157"/>
                    <a:pt x="395728" y="146071"/>
                    <a:pt x="356132" y="117992"/>
                  </a:cubicBezTo>
                  <a:cubicBezTo>
                    <a:pt x="304025" y="81040"/>
                    <a:pt x="235655" y="76251"/>
                    <a:pt x="178905" y="105577"/>
                  </a:cubicBezTo>
                  <a:cubicBezTo>
                    <a:pt x="122253" y="134854"/>
                    <a:pt x="86634" y="193244"/>
                    <a:pt x="86558" y="256996"/>
                  </a:cubicBezTo>
                  <a:cubicBezTo>
                    <a:pt x="87499" y="257768"/>
                    <a:pt x="87520" y="258591"/>
                    <a:pt x="87520" y="259419"/>
                  </a:cubicBezTo>
                  <a:cubicBezTo>
                    <a:pt x="87520" y="284619"/>
                    <a:pt x="67928" y="305047"/>
                    <a:pt x="43760" y="305047"/>
                  </a:cubicBezTo>
                  <a:cubicBezTo>
                    <a:pt x="19592" y="305047"/>
                    <a:pt x="0" y="284619"/>
                    <a:pt x="0" y="259419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cxnSp>
        <p:nvCxnSpPr>
          <p:cNvPr id="46" name="直接连接符 45"/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燕尾形 47"/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TextBox 7"/>
          <p:cNvSpPr txBox="1"/>
          <p:nvPr/>
        </p:nvSpPr>
        <p:spPr>
          <a:xfrm>
            <a:off x="190500" y="180975"/>
            <a:ext cx="1415772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任务一</a:t>
            </a:r>
            <a:endParaRPr lang="zh-CN" altLang="en-US" sz="3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3"/>
          <p:cNvSpPr txBox="1"/>
          <p:nvPr/>
        </p:nvSpPr>
        <p:spPr>
          <a:xfrm>
            <a:off x="2590800" y="188913"/>
            <a:ext cx="7924403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欧姆刻度线的读数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22605" y="1088390"/>
            <a:ext cx="9395460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304800"/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知识准备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/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400" b="1" dirty="0"/>
              <a:t>欧姆刻度线的读数要从右向左读</a:t>
            </a:r>
            <a:endParaRPr lang="zh-CN" altLang="en-US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</p:txBody>
      </p:sp>
      <p:pic>
        <p:nvPicPr>
          <p:cNvPr id="10" name="图片 8" descr="IMG_1398.JPG"/>
          <p:cNvPicPr>
            <a:picLocks noChangeAspect="1" noChangeArrowheads="1"/>
          </p:cNvPicPr>
          <p:nvPr/>
        </p:nvPicPr>
        <p:blipFill>
          <a:blip r:embed="rId1" cstate="print">
            <a:grayscl/>
            <a:lum bright="-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3336" r="41058" b="58902"/>
          <a:stretch>
            <a:fillRect/>
          </a:stretch>
        </p:blipFill>
        <p:spPr bwMode="auto">
          <a:xfrm>
            <a:off x="1486693" y="2195750"/>
            <a:ext cx="4955927" cy="2026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2926854" y="1833787"/>
            <a:ext cx="2592289" cy="264475"/>
          </a:xfrm>
          <a:prstGeom prst="wedgeRoundRectCallout">
            <a:avLst>
              <a:gd name="adj1" fmla="val 18028"/>
              <a:gd name="adj2" fmla="val 182352"/>
              <a:gd name="adj3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vert="horz" wrap="square" lIns="36000" tIns="36000" rIns="36000" bIns="36000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图中指针所指位置为“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7.5”</a:t>
            </a:r>
            <a:endParaRPr kumimoji="0" lang="en-US" altLang="zh-CN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/>
          <a:srcRect t="11469"/>
          <a:stretch>
            <a:fillRect/>
          </a:stretch>
        </p:blipFill>
        <p:spPr>
          <a:xfrm>
            <a:off x="1389557" y="4964951"/>
            <a:ext cx="5150197" cy="125927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2633778" y="4424140"/>
            <a:ext cx="28184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1600" kern="100" dirty="0">
                <a:latin typeface="Times New Roman" panose="02020603050405020304" pitchFamily="18" charset="0"/>
                <a:ea typeface="黑体" panose="02010609060101010101" charset="-122"/>
              </a:rPr>
              <a:t>表</a:t>
            </a:r>
            <a:r>
              <a:rPr lang="en-US" sz="1600" kern="100" dirty="0">
                <a:latin typeface="Times New Roman" panose="02020603050405020304" pitchFamily="18" charset="0"/>
                <a:ea typeface="黑体" panose="02010609060101010101" charset="-122"/>
              </a:rPr>
              <a:t>1-2  </a:t>
            </a:r>
            <a:r>
              <a:rPr lang="zh-CN" altLang="en-US" sz="1600" kern="100" dirty="0">
                <a:latin typeface="Times New Roman" panose="02020603050405020304" pitchFamily="18" charset="0"/>
                <a:ea typeface="黑体" panose="02010609060101010101" charset="-122"/>
              </a:rPr>
              <a:t>挡位与电阻的读数关系</a:t>
            </a:r>
            <a:endParaRPr lang="en-US" sz="1600" kern="100" dirty="0">
              <a:effectLst/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444" y="980093"/>
            <a:ext cx="5456439" cy="325287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6"/>
          <p:cNvGrpSpPr/>
          <p:nvPr/>
        </p:nvGrpSpPr>
        <p:grpSpPr>
          <a:xfrm>
            <a:off x="137957" y="1504481"/>
            <a:ext cx="1865312" cy="4575175"/>
            <a:chOff x="10256838" y="1484313"/>
            <a:chExt cx="1163638" cy="2852737"/>
          </a:xfrm>
        </p:grpSpPr>
        <p:sp>
          <p:nvSpPr>
            <p:cNvPr id="19473" name="Freeform 33"/>
            <p:cNvSpPr/>
            <p:nvPr/>
          </p:nvSpPr>
          <p:spPr>
            <a:xfrm>
              <a:off x="10591801" y="1736725"/>
              <a:ext cx="188913" cy="273050"/>
            </a:xfrm>
            <a:custGeom>
              <a:avLst/>
              <a:gdLst/>
              <a:ahLst/>
              <a:cxnLst>
                <a:cxn ang="0">
                  <a:pos x="0" y="119279"/>
                </a:cxn>
                <a:cxn ang="0">
                  <a:pos x="7155" y="10059"/>
                </a:cxn>
                <a:cxn ang="0">
                  <a:pos x="128804" y="63232"/>
                </a:cxn>
                <a:cxn ang="0">
                  <a:pos x="177463" y="188260"/>
                </a:cxn>
                <a:cxn ang="0">
                  <a:pos x="88731" y="273050"/>
                </a:cxn>
                <a:cxn ang="0">
                  <a:pos x="0" y="119279"/>
                </a:cxn>
              </a:cxnLst>
              <a:rect l="0" t="0" r="0" b="0"/>
              <a:pathLst>
                <a:path w="132" h="190">
                  <a:moveTo>
                    <a:pt x="0" y="83"/>
                  </a:moveTo>
                  <a:cubicBezTo>
                    <a:pt x="0" y="83"/>
                    <a:pt x="5" y="15"/>
                    <a:pt x="5" y="7"/>
                  </a:cubicBezTo>
                  <a:cubicBezTo>
                    <a:pt x="5" y="0"/>
                    <a:pt x="90" y="44"/>
                    <a:pt x="90" y="44"/>
                  </a:cubicBezTo>
                  <a:cubicBezTo>
                    <a:pt x="90" y="44"/>
                    <a:pt x="116" y="103"/>
                    <a:pt x="124" y="131"/>
                  </a:cubicBezTo>
                  <a:cubicBezTo>
                    <a:pt x="132" y="159"/>
                    <a:pt x="62" y="190"/>
                    <a:pt x="62" y="190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rgbClr val="C68C5E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4" name="Freeform 34"/>
            <p:cNvSpPr/>
            <p:nvPr/>
          </p:nvSpPr>
          <p:spPr>
            <a:xfrm>
              <a:off x="10456863" y="4075113"/>
              <a:ext cx="282575" cy="261937"/>
            </a:xfrm>
            <a:custGeom>
              <a:avLst/>
              <a:gdLst/>
              <a:ahLst/>
              <a:cxnLst>
                <a:cxn ang="0">
                  <a:pos x="38926" y="23027"/>
                </a:cxn>
                <a:cxn ang="0">
                  <a:pos x="23067" y="146799"/>
                </a:cxn>
                <a:cxn ang="0">
                  <a:pos x="15858" y="181341"/>
                </a:cxn>
                <a:cxn ang="0">
                  <a:pos x="54784" y="181341"/>
                </a:cxn>
                <a:cxn ang="0">
                  <a:pos x="185980" y="250423"/>
                </a:cxn>
                <a:cxn ang="0">
                  <a:pos x="282575" y="220199"/>
                </a:cxn>
                <a:cxn ang="0">
                  <a:pos x="232115" y="138164"/>
                </a:cxn>
                <a:cxn ang="0">
                  <a:pos x="174446" y="23027"/>
                </a:cxn>
                <a:cxn ang="0">
                  <a:pos x="38926" y="23027"/>
                </a:cxn>
              </a:cxnLst>
              <a:rect l="0" t="0" r="0" b="0"/>
              <a:pathLst>
                <a:path w="196" h="182">
                  <a:moveTo>
                    <a:pt x="27" y="16"/>
                  </a:moveTo>
                  <a:cubicBezTo>
                    <a:pt x="27" y="16"/>
                    <a:pt x="0" y="81"/>
                    <a:pt x="16" y="102"/>
                  </a:cubicBezTo>
                  <a:lnTo>
                    <a:pt x="11" y="126"/>
                  </a:lnTo>
                  <a:lnTo>
                    <a:pt x="38" y="126"/>
                  </a:lnTo>
                  <a:cubicBezTo>
                    <a:pt x="38" y="126"/>
                    <a:pt x="46" y="182"/>
                    <a:pt x="129" y="174"/>
                  </a:cubicBezTo>
                  <a:lnTo>
                    <a:pt x="196" y="153"/>
                  </a:lnTo>
                  <a:cubicBezTo>
                    <a:pt x="196" y="153"/>
                    <a:pt x="166" y="103"/>
                    <a:pt x="161" y="96"/>
                  </a:cubicBezTo>
                  <a:cubicBezTo>
                    <a:pt x="156" y="89"/>
                    <a:pt x="124" y="33"/>
                    <a:pt x="121" y="16"/>
                  </a:cubicBezTo>
                  <a:cubicBezTo>
                    <a:pt x="118" y="0"/>
                    <a:pt x="27" y="16"/>
                    <a:pt x="27" y="16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5" name="Freeform 35"/>
            <p:cNvSpPr/>
            <p:nvPr/>
          </p:nvSpPr>
          <p:spPr>
            <a:xfrm>
              <a:off x="11185526" y="2214563"/>
              <a:ext cx="234950" cy="152400"/>
            </a:xfrm>
            <a:custGeom>
              <a:avLst/>
              <a:gdLst/>
              <a:ahLst/>
              <a:cxnLst>
                <a:cxn ang="0">
                  <a:pos x="41800" y="145211"/>
                </a:cxn>
                <a:cxn ang="0">
                  <a:pos x="131168" y="145211"/>
                </a:cxn>
                <a:cxn ang="0">
                  <a:pos x="234950" y="87701"/>
                </a:cxn>
                <a:cxn ang="0">
                  <a:pos x="234950" y="57509"/>
                </a:cxn>
                <a:cxn ang="0">
                  <a:pos x="172969" y="57509"/>
                </a:cxn>
                <a:cxn ang="0">
                  <a:pos x="89367" y="69011"/>
                </a:cxn>
                <a:cxn ang="0">
                  <a:pos x="69187" y="50320"/>
                </a:cxn>
                <a:cxn ang="0">
                  <a:pos x="80719" y="10064"/>
                </a:cxn>
                <a:cxn ang="0">
                  <a:pos x="41800" y="60384"/>
                </a:cxn>
                <a:cxn ang="0">
                  <a:pos x="0" y="99203"/>
                </a:cxn>
                <a:cxn ang="0">
                  <a:pos x="41800" y="145211"/>
                </a:cxn>
              </a:cxnLst>
              <a:rect l="0" t="0" r="0" b="0"/>
              <a:pathLst>
                <a:path w="163" h="106">
                  <a:moveTo>
                    <a:pt x="29" y="101"/>
                  </a:moveTo>
                  <a:cubicBezTo>
                    <a:pt x="29" y="101"/>
                    <a:pt x="80" y="106"/>
                    <a:pt x="91" y="101"/>
                  </a:cubicBezTo>
                  <a:cubicBezTo>
                    <a:pt x="102" y="96"/>
                    <a:pt x="163" y="61"/>
                    <a:pt x="163" y="61"/>
                  </a:cubicBezTo>
                  <a:lnTo>
                    <a:pt x="163" y="40"/>
                  </a:lnTo>
                  <a:cubicBezTo>
                    <a:pt x="163" y="40"/>
                    <a:pt x="131" y="29"/>
                    <a:pt x="120" y="40"/>
                  </a:cubicBezTo>
                  <a:cubicBezTo>
                    <a:pt x="120" y="40"/>
                    <a:pt x="72" y="48"/>
                    <a:pt x="62" y="48"/>
                  </a:cubicBezTo>
                  <a:lnTo>
                    <a:pt x="48" y="35"/>
                  </a:lnTo>
                  <a:cubicBezTo>
                    <a:pt x="48" y="35"/>
                    <a:pt x="64" y="16"/>
                    <a:pt x="56" y="7"/>
                  </a:cubicBezTo>
                  <a:cubicBezTo>
                    <a:pt x="48" y="0"/>
                    <a:pt x="29" y="42"/>
                    <a:pt x="29" y="42"/>
                  </a:cubicBezTo>
                  <a:lnTo>
                    <a:pt x="0" y="69"/>
                  </a:lnTo>
                  <a:lnTo>
                    <a:pt x="29" y="101"/>
                  </a:ln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6" name="Freeform 36"/>
            <p:cNvSpPr/>
            <p:nvPr/>
          </p:nvSpPr>
          <p:spPr>
            <a:xfrm>
              <a:off x="10599738" y="4027488"/>
              <a:ext cx="347663" cy="182562"/>
            </a:xfrm>
            <a:custGeom>
              <a:avLst/>
              <a:gdLst/>
              <a:ahLst/>
              <a:cxnLst>
                <a:cxn ang="0">
                  <a:pos x="31736" y="142312"/>
                </a:cxn>
                <a:cxn ang="0">
                  <a:pos x="170225" y="181124"/>
                </a:cxn>
                <a:cxn ang="0">
                  <a:pos x="328909" y="181124"/>
                </a:cxn>
                <a:cxn ang="0">
                  <a:pos x="289959" y="142312"/>
                </a:cxn>
                <a:cxn ang="0">
                  <a:pos x="181765" y="103499"/>
                </a:cxn>
                <a:cxn ang="0">
                  <a:pos x="82227" y="0"/>
                </a:cxn>
                <a:cxn ang="0">
                  <a:pos x="7212" y="14374"/>
                </a:cxn>
                <a:cxn ang="0">
                  <a:pos x="31736" y="142312"/>
                </a:cxn>
              </a:cxnLst>
              <a:rect l="0" t="0" r="0" b="0"/>
              <a:pathLst>
                <a:path w="241" h="127">
                  <a:moveTo>
                    <a:pt x="22" y="99"/>
                  </a:moveTo>
                  <a:cubicBezTo>
                    <a:pt x="22" y="99"/>
                    <a:pt x="75" y="127"/>
                    <a:pt x="118" y="126"/>
                  </a:cubicBezTo>
                  <a:lnTo>
                    <a:pt x="228" y="126"/>
                  </a:lnTo>
                  <a:cubicBezTo>
                    <a:pt x="228" y="126"/>
                    <a:pt x="241" y="99"/>
                    <a:pt x="201" y="99"/>
                  </a:cubicBezTo>
                  <a:cubicBezTo>
                    <a:pt x="201" y="99"/>
                    <a:pt x="168" y="99"/>
                    <a:pt x="126" y="72"/>
                  </a:cubicBezTo>
                  <a:cubicBezTo>
                    <a:pt x="83" y="45"/>
                    <a:pt x="57" y="0"/>
                    <a:pt x="57" y="0"/>
                  </a:cubicBezTo>
                  <a:lnTo>
                    <a:pt x="5" y="10"/>
                  </a:lnTo>
                  <a:cubicBezTo>
                    <a:pt x="5" y="10"/>
                    <a:pt x="0" y="69"/>
                    <a:pt x="22" y="99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7" name="Freeform 37"/>
            <p:cNvSpPr/>
            <p:nvPr/>
          </p:nvSpPr>
          <p:spPr>
            <a:xfrm>
              <a:off x="10563226" y="2703513"/>
              <a:ext cx="322263" cy="1371600"/>
            </a:xfrm>
            <a:custGeom>
              <a:avLst/>
              <a:gdLst/>
              <a:ahLst/>
              <a:cxnLst>
                <a:cxn ang="0">
                  <a:pos x="28773" y="1371600"/>
                </a:cxn>
                <a:cxn ang="0">
                  <a:pos x="130919" y="1341407"/>
                </a:cxn>
                <a:cxn ang="0">
                  <a:pos x="130919" y="1295400"/>
                </a:cxn>
                <a:cxn ang="0">
                  <a:pos x="107900" y="1255143"/>
                </a:cxn>
                <a:cxn ang="0">
                  <a:pos x="120848" y="1210573"/>
                </a:cxn>
                <a:cxn ang="0">
                  <a:pos x="100707" y="1173192"/>
                </a:cxn>
                <a:cxn ang="0">
                  <a:pos x="135235" y="1144437"/>
                </a:cxn>
                <a:cxn ang="0">
                  <a:pos x="116532" y="1078301"/>
                </a:cxn>
                <a:cxn ang="0">
                  <a:pos x="135235" y="960407"/>
                </a:cxn>
                <a:cxn ang="0">
                  <a:pos x="148183" y="881332"/>
                </a:cxn>
                <a:cxn ang="0">
                  <a:pos x="145306" y="869830"/>
                </a:cxn>
                <a:cxn ang="0">
                  <a:pos x="189904" y="833886"/>
                </a:cxn>
                <a:cxn ang="0">
                  <a:pos x="176956" y="783566"/>
                </a:cxn>
                <a:cxn ang="0">
                  <a:pos x="205730" y="723181"/>
                </a:cxn>
                <a:cxn ang="0">
                  <a:pos x="306437" y="224286"/>
                </a:cxn>
                <a:cxn ang="0">
                  <a:pos x="307876" y="0"/>
                </a:cxn>
                <a:cxn ang="0">
                  <a:pos x="205730" y="25879"/>
                </a:cxn>
                <a:cxn ang="0">
                  <a:pos x="145306" y="94890"/>
                </a:cxn>
                <a:cxn ang="0">
                  <a:pos x="44598" y="401128"/>
                </a:cxn>
                <a:cxn ang="0">
                  <a:pos x="57546" y="685800"/>
                </a:cxn>
                <a:cxn ang="0">
                  <a:pos x="10070" y="920150"/>
                </a:cxn>
                <a:cxn ang="0">
                  <a:pos x="10070" y="1263769"/>
                </a:cxn>
                <a:cxn ang="0">
                  <a:pos x="28773" y="1371600"/>
                </a:cxn>
              </a:cxnLst>
              <a:rect l="0" t="0" r="0" b="0"/>
              <a:pathLst>
                <a:path w="224" h="954">
                  <a:moveTo>
                    <a:pt x="20" y="954"/>
                  </a:moveTo>
                  <a:lnTo>
                    <a:pt x="91" y="933"/>
                  </a:lnTo>
                  <a:cubicBezTo>
                    <a:pt x="91" y="933"/>
                    <a:pt x="97" y="908"/>
                    <a:pt x="91" y="901"/>
                  </a:cubicBezTo>
                  <a:cubicBezTo>
                    <a:pt x="86" y="895"/>
                    <a:pt x="75" y="873"/>
                    <a:pt x="75" y="873"/>
                  </a:cubicBezTo>
                  <a:cubicBezTo>
                    <a:pt x="75" y="873"/>
                    <a:pt x="90" y="855"/>
                    <a:pt x="84" y="842"/>
                  </a:cubicBezTo>
                  <a:cubicBezTo>
                    <a:pt x="77" y="829"/>
                    <a:pt x="70" y="816"/>
                    <a:pt x="70" y="816"/>
                  </a:cubicBezTo>
                  <a:lnTo>
                    <a:pt x="94" y="796"/>
                  </a:lnTo>
                  <a:cubicBezTo>
                    <a:pt x="94" y="796"/>
                    <a:pt x="79" y="761"/>
                    <a:pt x="81" y="750"/>
                  </a:cubicBezTo>
                  <a:cubicBezTo>
                    <a:pt x="84" y="739"/>
                    <a:pt x="94" y="668"/>
                    <a:pt x="94" y="668"/>
                  </a:cubicBezTo>
                  <a:cubicBezTo>
                    <a:pt x="94" y="668"/>
                    <a:pt x="106" y="622"/>
                    <a:pt x="103" y="613"/>
                  </a:cubicBezTo>
                  <a:lnTo>
                    <a:pt x="101" y="605"/>
                  </a:lnTo>
                  <a:lnTo>
                    <a:pt x="132" y="580"/>
                  </a:lnTo>
                  <a:lnTo>
                    <a:pt x="123" y="545"/>
                  </a:lnTo>
                  <a:lnTo>
                    <a:pt x="143" y="503"/>
                  </a:lnTo>
                  <a:cubicBezTo>
                    <a:pt x="143" y="503"/>
                    <a:pt x="224" y="174"/>
                    <a:pt x="213" y="156"/>
                  </a:cubicBezTo>
                  <a:cubicBezTo>
                    <a:pt x="202" y="139"/>
                    <a:pt x="214" y="0"/>
                    <a:pt x="214" y="0"/>
                  </a:cubicBezTo>
                  <a:lnTo>
                    <a:pt x="143" y="18"/>
                  </a:lnTo>
                  <a:cubicBezTo>
                    <a:pt x="143" y="18"/>
                    <a:pt x="103" y="53"/>
                    <a:pt x="101" y="66"/>
                  </a:cubicBezTo>
                  <a:cubicBezTo>
                    <a:pt x="99" y="79"/>
                    <a:pt x="31" y="279"/>
                    <a:pt x="31" y="279"/>
                  </a:cubicBezTo>
                  <a:lnTo>
                    <a:pt x="40" y="477"/>
                  </a:lnTo>
                  <a:lnTo>
                    <a:pt x="7" y="640"/>
                  </a:lnTo>
                  <a:cubicBezTo>
                    <a:pt x="7" y="640"/>
                    <a:pt x="13" y="873"/>
                    <a:pt x="7" y="879"/>
                  </a:cubicBezTo>
                  <a:cubicBezTo>
                    <a:pt x="0" y="886"/>
                    <a:pt x="20" y="954"/>
                    <a:pt x="20" y="954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8" name="Freeform 38"/>
            <p:cNvSpPr/>
            <p:nvPr/>
          </p:nvSpPr>
          <p:spPr>
            <a:xfrm>
              <a:off x="10563226" y="2703513"/>
              <a:ext cx="307975" cy="1371600"/>
            </a:xfrm>
            <a:custGeom>
              <a:avLst/>
              <a:gdLst/>
              <a:ahLst/>
              <a:cxnLst>
                <a:cxn ang="0">
                  <a:pos x="307975" y="0"/>
                </a:cxn>
                <a:cxn ang="0">
                  <a:pos x="205796" y="25879"/>
                </a:cxn>
                <a:cxn ang="0">
                  <a:pos x="145352" y="94890"/>
                </a:cxn>
                <a:cxn ang="0">
                  <a:pos x="44613" y="401128"/>
                </a:cxn>
                <a:cxn ang="0">
                  <a:pos x="57565" y="685800"/>
                </a:cxn>
                <a:cxn ang="0">
                  <a:pos x="10073" y="920150"/>
                </a:cxn>
                <a:cxn ang="0">
                  <a:pos x="10073" y="1263769"/>
                </a:cxn>
                <a:cxn ang="0">
                  <a:pos x="28782" y="1371600"/>
                </a:cxn>
                <a:cxn ang="0">
                  <a:pos x="130961" y="1341407"/>
                </a:cxn>
                <a:cxn ang="0">
                  <a:pos x="133839" y="1321279"/>
                </a:cxn>
                <a:cxn ang="0">
                  <a:pos x="89226" y="1275271"/>
                </a:cxn>
                <a:cxn ang="0">
                  <a:pos x="109374" y="1258018"/>
                </a:cxn>
                <a:cxn ang="0">
                  <a:pos x="107935" y="1255143"/>
                </a:cxn>
                <a:cxn ang="0">
                  <a:pos x="122326" y="1227826"/>
                </a:cxn>
                <a:cxn ang="0">
                  <a:pos x="79152" y="1164566"/>
                </a:cxn>
                <a:cxn ang="0">
                  <a:pos x="105056" y="1170316"/>
                </a:cxn>
                <a:cxn ang="0">
                  <a:pos x="135278" y="1144437"/>
                </a:cxn>
                <a:cxn ang="0">
                  <a:pos x="133839" y="1141562"/>
                </a:cxn>
                <a:cxn ang="0">
                  <a:pos x="79152" y="1111369"/>
                </a:cxn>
                <a:cxn ang="0">
                  <a:pos x="57565" y="1029418"/>
                </a:cxn>
                <a:cxn ang="0">
                  <a:pos x="118009" y="1088366"/>
                </a:cxn>
                <a:cxn ang="0">
                  <a:pos x="94982" y="970471"/>
                </a:cxn>
                <a:cxn ang="0">
                  <a:pos x="125204" y="1026543"/>
                </a:cxn>
                <a:cxn ang="0">
                  <a:pos x="133839" y="964720"/>
                </a:cxn>
                <a:cxn ang="0">
                  <a:pos x="94982" y="874143"/>
                </a:cxn>
                <a:cxn ang="0">
                  <a:pos x="112252" y="802256"/>
                </a:cxn>
                <a:cxn ang="0">
                  <a:pos x="152548" y="862641"/>
                </a:cxn>
                <a:cxn ang="0">
                  <a:pos x="189965" y="833886"/>
                </a:cxn>
                <a:cxn ang="0">
                  <a:pos x="112252" y="746184"/>
                </a:cxn>
                <a:cxn ang="0">
                  <a:pos x="133839" y="705928"/>
                </a:cxn>
                <a:cxn ang="0">
                  <a:pos x="201478" y="733245"/>
                </a:cxn>
                <a:cxn ang="0">
                  <a:pos x="205796" y="724618"/>
                </a:cxn>
                <a:cxn ang="0">
                  <a:pos x="135278" y="644105"/>
                </a:cxn>
                <a:cxn ang="0">
                  <a:pos x="205796" y="424132"/>
                </a:cxn>
                <a:cxn ang="0">
                  <a:pos x="305096" y="219973"/>
                </a:cxn>
                <a:cxn ang="0">
                  <a:pos x="307975" y="0"/>
                </a:cxn>
              </a:cxnLst>
              <a:rect l="0" t="0" r="0" b="0"/>
              <a:pathLst>
                <a:path w="214" h="954">
                  <a:moveTo>
                    <a:pt x="214" y="0"/>
                  </a:moveTo>
                  <a:lnTo>
                    <a:pt x="143" y="18"/>
                  </a:lnTo>
                  <a:cubicBezTo>
                    <a:pt x="143" y="18"/>
                    <a:pt x="103" y="53"/>
                    <a:pt x="101" y="66"/>
                  </a:cubicBezTo>
                  <a:cubicBezTo>
                    <a:pt x="99" y="79"/>
                    <a:pt x="31" y="279"/>
                    <a:pt x="31" y="279"/>
                  </a:cubicBezTo>
                  <a:lnTo>
                    <a:pt x="40" y="477"/>
                  </a:lnTo>
                  <a:lnTo>
                    <a:pt x="7" y="640"/>
                  </a:lnTo>
                  <a:cubicBezTo>
                    <a:pt x="7" y="640"/>
                    <a:pt x="13" y="873"/>
                    <a:pt x="7" y="879"/>
                  </a:cubicBezTo>
                  <a:cubicBezTo>
                    <a:pt x="0" y="886"/>
                    <a:pt x="20" y="954"/>
                    <a:pt x="20" y="954"/>
                  </a:cubicBezTo>
                  <a:lnTo>
                    <a:pt x="91" y="933"/>
                  </a:lnTo>
                  <a:cubicBezTo>
                    <a:pt x="91" y="933"/>
                    <a:pt x="93" y="926"/>
                    <a:pt x="93" y="919"/>
                  </a:cubicBezTo>
                  <a:cubicBezTo>
                    <a:pt x="72" y="906"/>
                    <a:pt x="54" y="893"/>
                    <a:pt x="62" y="887"/>
                  </a:cubicBezTo>
                  <a:cubicBezTo>
                    <a:pt x="66" y="884"/>
                    <a:pt x="71" y="880"/>
                    <a:pt x="76" y="875"/>
                  </a:cubicBezTo>
                  <a:cubicBezTo>
                    <a:pt x="75" y="874"/>
                    <a:pt x="75" y="873"/>
                    <a:pt x="75" y="873"/>
                  </a:cubicBezTo>
                  <a:cubicBezTo>
                    <a:pt x="75" y="873"/>
                    <a:pt x="83" y="864"/>
                    <a:pt x="85" y="854"/>
                  </a:cubicBezTo>
                  <a:cubicBezTo>
                    <a:pt x="29" y="866"/>
                    <a:pt x="55" y="810"/>
                    <a:pt x="55" y="810"/>
                  </a:cubicBezTo>
                  <a:cubicBezTo>
                    <a:pt x="58" y="811"/>
                    <a:pt x="65" y="813"/>
                    <a:pt x="73" y="814"/>
                  </a:cubicBezTo>
                  <a:lnTo>
                    <a:pt x="94" y="796"/>
                  </a:lnTo>
                  <a:cubicBezTo>
                    <a:pt x="94" y="796"/>
                    <a:pt x="93" y="795"/>
                    <a:pt x="93" y="794"/>
                  </a:cubicBezTo>
                  <a:cubicBezTo>
                    <a:pt x="78" y="788"/>
                    <a:pt x="62" y="781"/>
                    <a:pt x="55" y="773"/>
                  </a:cubicBezTo>
                  <a:cubicBezTo>
                    <a:pt x="39" y="757"/>
                    <a:pt x="40" y="716"/>
                    <a:pt x="40" y="716"/>
                  </a:cubicBezTo>
                  <a:cubicBezTo>
                    <a:pt x="49" y="739"/>
                    <a:pt x="82" y="757"/>
                    <a:pt x="82" y="757"/>
                  </a:cubicBezTo>
                  <a:lnTo>
                    <a:pt x="66" y="675"/>
                  </a:lnTo>
                  <a:lnTo>
                    <a:pt x="87" y="714"/>
                  </a:lnTo>
                  <a:cubicBezTo>
                    <a:pt x="90" y="696"/>
                    <a:pt x="92" y="677"/>
                    <a:pt x="93" y="671"/>
                  </a:cubicBezTo>
                  <a:cubicBezTo>
                    <a:pt x="81" y="645"/>
                    <a:pt x="69" y="618"/>
                    <a:pt x="66" y="608"/>
                  </a:cubicBezTo>
                  <a:cubicBezTo>
                    <a:pt x="62" y="588"/>
                    <a:pt x="78" y="558"/>
                    <a:pt x="78" y="558"/>
                  </a:cubicBezTo>
                  <a:cubicBezTo>
                    <a:pt x="85" y="576"/>
                    <a:pt x="96" y="590"/>
                    <a:pt x="106" y="600"/>
                  </a:cubicBezTo>
                  <a:lnTo>
                    <a:pt x="132" y="580"/>
                  </a:lnTo>
                  <a:lnTo>
                    <a:pt x="78" y="519"/>
                  </a:lnTo>
                  <a:lnTo>
                    <a:pt x="93" y="491"/>
                  </a:lnTo>
                  <a:cubicBezTo>
                    <a:pt x="102" y="488"/>
                    <a:pt x="125" y="500"/>
                    <a:pt x="140" y="510"/>
                  </a:cubicBezTo>
                  <a:lnTo>
                    <a:pt x="143" y="504"/>
                  </a:lnTo>
                  <a:lnTo>
                    <a:pt x="94" y="448"/>
                  </a:lnTo>
                  <a:cubicBezTo>
                    <a:pt x="85" y="416"/>
                    <a:pt x="133" y="318"/>
                    <a:pt x="143" y="295"/>
                  </a:cubicBezTo>
                  <a:cubicBezTo>
                    <a:pt x="149" y="282"/>
                    <a:pt x="183" y="213"/>
                    <a:pt x="212" y="153"/>
                  </a:cubicBezTo>
                  <a:cubicBezTo>
                    <a:pt x="203" y="125"/>
                    <a:pt x="214" y="0"/>
                    <a:pt x="214" y="0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9" name="Freeform 39"/>
            <p:cNvSpPr/>
            <p:nvPr/>
          </p:nvSpPr>
          <p:spPr>
            <a:xfrm>
              <a:off x="10394951" y="2676525"/>
              <a:ext cx="438150" cy="1462087"/>
            </a:xfrm>
            <a:custGeom>
              <a:avLst/>
              <a:gdLst/>
              <a:ahLst/>
              <a:cxnLst>
                <a:cxn ang="0">
                  <a:pos x="50444" y="1244788"/>
                </a:cxn>
                <a:cxn ang="0">
                  <a:pos x="87918" y="1462087"/>
                </a:cxn>
                <a:cxn ang="0">
                  <a:pos x="174395" y="1462087"/>
                </a:cxn>
                <a:cxn ang="0">
                  <a:pos x="236370" y="1421793"/>
                </a:cxn>
                <a:cxn ang="0">
                  <a:pos x="236370" y="1316741"/>
                </a:cxn>
                <a:cxn ang="0">
                  <a:pos x="211868" y="1231837"/>
                </a:cxn>
                <a:cxn ang="0">
                  <a:pos x="211868" y="1086491"/>
                </a:cxn>
                <a:cxn ang="0">
                  <a:pos x="230605" y="844729"/>
                </a:cxn>
                <a:cxn ang="0">
                  <a:pos x="265196" y="712335"/>
                </a:cxn>
                <a:cxn ang="0">
                  <a:pos x="265196" y="554038"/>
                </a:cxn>
                <a:cxn ang="0">
                  <a:pos x="325729" y="418767"/>
                </a:cxn>
                <a:cxn ang="0">
                  <a:pos x="407883" y="155418"/>
                </a:cxn>
                <a:cxn ang="0">
                  <a:pos x="438150" y="35976"/>
                </a:cxn>
                <a:cxn ang="0">
                  <a:pos x="255107" y="7195"/>
                </a:cxn>
                <a:cxn ang="0">
                  <a:pos x="72064" y="7195"/>
                </a:cxn>
                <a:cxn ang="0">
                  <a:pos x="18736" y="233128"/>
                </a:cxn>
                <a:cxn ang="0">
                  <a:pos x="37473" y="405815"/>
                </a:cxn>
                <a:cxn ang="0">
                  <a:pos x="43238" y="497915"/>
                </a:cxn>
                <a:cxn ang="0">
                  <a:pos x="56210" y="646138"/>
                </a:cxn>
                <a:cxn ang="0">
                  <a:pos x="17295" y="749751"/>
                </a:cxn>
                <a:cxn ang="0">
                  <a:pos x="14412" y="1060588"/>
                </a:cxn>
                <a:cxn ang="0">
                  <a:pos x="50444" y="1244788"/>
                </a:cxn>
              </a:cxnLst>
              <a:rect l="0" t="0" r="0" b="0"/>
              <a:pathLst>
                <a:path w="304" h="1016">
                  <a:moveTo>
                    <a:pt x="35" y="865"/>
                  </a:moveTo>
                  <a:cubicBezTo>
                    <a:pt x="35" y="865"/>
                    <a:pt x="17" y="989"/>
                    <a:pt x="61" y="1016"/>
                  </a:cubicBezTo>
                  <a:lnTo>
                    <a:pt x="121" y="1016"/>
                  </a:lnTo>
                  <a:lnTo>
                    <a:pt x="164" y="988"/>
                  </a:lnTo>
                  <a:cubicBezTo>
                    <a:pt x="164" y="988"/>
                    <a:pt x="183" y="937"/>
                    <a:pt x="164" y="915"/>
                  </a:cubicBezTo>
                  <a:cubicBezTo>
                    <a:pt x="145" y="893"/>
                    <a:pt x="147" y="856"/>
                    <a:pt x="147" y="856"/>
                  </a:cubicBezTo>
                  <a:lnTo>
                    <a:pt x="147" y="755"/>
                  </a:lnTo>
                  <a:cubicBezTo>
                    <a:pt x="147" y="755"/>
                    <a:pt x="145" y="645"/>
                    <a:pt x="160" y="587"/>
                  </a:cubicBezTo>
                  <a:cubicBezTo>
                    <a:pt x="175" y="530"/>
                    <a:pt x="184" y="495"/>
                    <a:pt x="184" y="495"/>
                  </a:cubicBezTo>
                  <a:cubicBezTo>
                    <a:pt x="184" y="495"/>
                    <a:pt x="180" y="398"/>
                    <a:pt x="184" y="385"/>
                  </a:cubicBezTo>
                  <a:cubicBezTo>
                    <a:pt x="189" y="372"/>
                    <a:pt x="226" y="302"/>
                    <a:pt x="226" y="291"/>
                  </a:cubicBezTo>
                  <a:cubicBezTo>
                    <a:pt x="226" y="280"/>
                    <a:pt x="274" y="119"/>
                    <a:pt x="283" y="108"/>
                  </a:cubicBezTo>
                  <a:cubicBezTo>
                    <a:pt x="292" y="97"/>
                    <a:pt x="304" y="25"/>
                    <a:pt x="304" y="25"/>
                  </a:cubicBezTo>
                  <a:cubicBezTo>
                    <a:pt x="304" y="25"/>
                    <a:pt x="185" y="9"/>
                    <a:pt x="177" y="5"/>
                  </a:cubicBezTo>
                  <a:cubicBezTo>
                    <a:pt x="169" y="0"/>
                    <a:pt x="50" y="5"/>
                    <a:pt x="50" y="5"/>
                  </a:cubicBezTo>
                  <a:cubicBezTo>
                    <a:pt x="50" y="5"/>
                    <a:pt x="6" y="135"/>
                    <a:pt x="13" y="162"/>
                  </a:cubicBezTo>
                  <a:cubicBezTo>
                    <a:pt x="19" y="189"/>
                    <a:pt x="33" y="264"/>
                    <a:pt x="26" y="282"/>
                  </a:cubicBezTo>
                  <a:cubicBezTo>
                    <a:pt x="19" y="299"/>
                    <a:pt x="30" y="346"/>
                    <a:pt x="30" y="346"/>
                  </a:cubicBezTo>
                  <a:cubicBezTo>
                    <a:pt x="30" y="346"/>
                    <a:pt x="37" y="436"/>
                    <a:pt x="39" y="449"/>
                  </a:cubicBezTo>
                  <a:cubicBezTo>
                    <a:pt x="41" y="462"/>
                    <a:pt x="0" y="497"/>
                    <a:pt x="12" y="521"/>
                  </a:cubicBezTo>
                  <a:cubicBezTo>
                    <a:pt x="24" y="546"/>
                    <a:pt x="3" y="719"/>
                    <a:pt x="10" y="737"/>
                  </a:cubicBezTo>
                  <a:cubicBezTo>
                    <a:pt x="17" y="755"/>
                    <a:pt x="35" y="865"/>
                    <a:pt x="35" y="865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0" name="Freeform 40"/>
            <p:cNvSpPr/>
            <p:nvPr/>
          </p:nvSpPr>
          <p:spPr>
            <a:xfrm>
              <a:off x="10396538" y="3327400"/>
              <a:ext cx="238125" cy="811212"/>
            </a:xfrm>
            <a:custGeom>
              <a:avLst/>
              <a:gdLst/>
              <a:ahLst/>
              <a:cxnLst>
                <a:cxn ang="0">
                  <a:pos x="238125" y="81984"/>
                </a:cxn>
                <a:cxn ang="0">
                  <a:pos x="54840" y="0"/>
                </a:cxn>
                <a:cxn ang="0">
                  <a:pos x="15875" y="99244"/>
                </a:cxn>
                <a:cxn ang="0">
                  <a:pos x="11545" y="401291"/>
                </a:cxn>
                <a:cxn ang="0">
                  <a:pos x="11545" y="404167"/>
                </a:cxn>
                <a:cxn ang="0">
                  <a:pos x="11545" y="405606"/>
                </a:cxn>
                <a:cxn ang="0">
                  <a:pos x="11545" y="407044"/>
                </a:cxn>
                <a:cxn ang="0">
                  <a:pos x="12988" y="409920"/>
                </a:cxn>
                <a:cxn ang="0">
                  <a:pos x="49068" y="594025"/>
                </a:cxn>
                <a:cxn ang="0">
                  <a:pos x="80818" y="806897"/>
                </a:cxn>
                <a:cxn ang="0">
                  <a:pos x="82261" y="805458"/>
                </a:cxn>
                <a:cxn ang="0">
                  <a:pos x="86590" y="811212"/>
                </a:cxn>
                <a:cxn ang="0">
                  <a:pos x="173181" y="811212"/>
                </a:cxn>
                <a:cxn ang="0">
                  <a:pos x="229465" y="775254"/>
                </a:cxn>
                <a:cxn ang="0">
                  <a:pos x="199159" y="724912"/>
                </a:cxn>
                <a:cxn ang="0">
                  <a:pos x="106795" y="724912"/>
                </a:cxn>
                <a:cxn ang="0">
                  <a:pos x="235238" y="665941"/>
                </a:cxn>
                <a:cxn ang="0">
                  <a:pos x="72159" y="688954"/>
                </a:cxn>
                <a:cxn ang="0">
                  <a:pos x="73602" y="595464"/>
                </a:cxn>
                <a:cxn ang="0">
                  <a:pos x="134215" y="632860"/>
                </a:cxn>
                <a:cxn ang="0">
                  <a:pos x="76488" y="533616"/>
                </a:cxn>
                <a:cxn ang="0">
                  <a:pos x="134215" y="546561"/>
                </a:cxn>
                <a:cxn ang="0">
                  <a:pos x="73602" y="487590"/>
                </a:cxn>
                <a:cxn ang="0">
                  <a:pos x="134215" y="425742"/>
                </a:cxn>
                <a:cxn ang="0">
                  <a:pos x="114011" y="349511"/>
                </a:cxn>
                <a:cxn ang="0">
                  <a:pos x="57727" y="336566"/>
                </a:cxn>
                <a:cxn ang="0">
                  <a:pos x="60613" y="323621"/>
                </a:cxn>
                <a:cxn ang="0">
                  <a:pos x="134215" y="221501"/>
                </a:cxn>
                <a:cxn ang="0">
                  <a:pos x="53397" y="221501"/>
                </a:cxn>
                <a:cxn ang="0">
                  <a:pos x="155863" y="158215"/>
                </a:cxn>
                <a:cxn ang="0">
                  <a:pos x="129886" y="142393"/>
                </a:cxn>
                <a:cxn ang="0">
                  <a:pos x="53397" y="129448"/>
                </a:cxn>
                <a:cxn ang="0">
                  <a:pos x="106795" y="116503"/>
                </a:cxn>
                <a:cxn ang="0">
                  <a:pos x="57727" y="81984"/>
                </a:cxn>
                <a:cxn ang="0">
                  <a:pos x="238125" y="81984"/>
                </a:cxn>
              </a:cxnLst>
              <a:rect l="0" t="0" r="0" b="0"/>
              <a:pathLst>
                <a:path w="165" h="564">
                  <a:moveTo>
                    <a:pt x="165" y="57"/>
                  </a:moveTo>
                  <a:cubicBezTo>
                    <a:pt x="148" y="40"/>
                    <a:pt x="82" y="15"/>
                    <a:pt x="38" y="0"/>
                  </a:cubicBezTo>
                  <a:cubicBezTo>
                    <a:pt x="34" y="15"/>
                    <a:pt x="0" y="47"/>
                    <a:pt x="11" y="69"/>
                  </a:cubicBezTo>
                  <a:cubicBezTo>
                    <a:pt x="22" y="92"/>
                    <a:pt x="5" y="243"/>
                    <a:pt x="8" y="279"/>
                  </a:cubicBezTo>
                  <a:cubicBezTo>
                    <a:pt x="8" y="279"/>
                    <a:pt x="8" y="280"/>
                    <a:pt x="8" y="281"/>
                  </a:cubicBezTo>
                  <a:cubicBezTo>
                    <a:pt x="8" y="281"/>
                    <a:pt x="8" y="282"/>
                    <a:pt x="8" y="282"/>
                  </a:cubicBezTo>
                  <a:cubicBezTo>
                    <a:pt x="8" y="283"/>
                    <a:pt x="8" y="283"/>
                    <a:pt x="8" y="283"/>
                  </a:cubicBezTo>
                  <a:cubicBezTo>
                    <a:pt x="9" y="284"/>
                    <a:pt x="9" y="284"/>
                    <a:pt x="9" y="285"/>
                  </a:cubicBezTo>
                  <a:cubicBezTo>
                    <a:pt x="16" y="303"/>
                    <a:pt x="34" y="413"/>
                    <a:pt x="34" y="413"/>
                  </a:cubicBezTo>
                  <a:cubicBezTo>
                    <a:pt x="34" y="413"/>
                    <a:pt x="17" y="530"/>
                    <a:pt x="56" y="561"/>
                  </a:cubicBezTo>
                  <a:lnTo>
                    <a:pt x="57" y="560"/>
                  </a:lnTo>
                  <a:cubicBezTo>
                    <a:pt x="58" y="561"/>
                    <a:pt x="59" y="563"/>
                    <a:pt x="60" y="564"/>
                  </a:cubicBezTo>
                  <a:lnTo>
                    <a:pt x="120" y="564"/>
                  </a:lnTo>
                  <a:lnTo>
                    <a:pt x="159" y="539"/>
                  </a:lnTo>
                  <a:cubicBezTo>
                    <a:pt x="148" y="521"/>
                    <a:pt x="138" y="504"/>
                    <a:pt x="138" y="504"/>
                  </a:cubicBezTo>
                  <a:lnTo>
                    <a:pt x="74" y="504"/>
                  </a:lnTo>
                  <a:cubicBezTo>
                    <a:pt x="79" y="471"/>
                    <a:pt x="163" y="463"/>
                    <a:pt x="163" y="463"/>
                  </a:cubicBezTo>
                  <a:cubicBezTo>
                    <a:pt x="150" y="443"/>
                    <a:pt x="81" y="467"/>
                    <a:pt x="50" y="479"/>
                  </a:cubicBezTo>
                  <a:cubicBezTo>
                    <a:pt x="41" y="463"/>
                    <a:pt x="48" y="429"/>
                    <a:pt x="51" y="414"/>
                  </a:cubicBezTo>
                  <a:cubicBezTo>
                    <a:pt x="71" y="417"/>
                    <a:pt x="93" y="440"/>
                    <a:pt x="93" y="440"/>
                  </a:cubicBezTo>
                  <a:lnTo>
                    <a:pt x="53" y="371"/>
                  </a:lnTo>
                  <a:cubicBezTo>
                    <a:pt x="49" y="357"/>
                    <a:pt x="93" y="380"/>
                    <a:pt x="93" y="380"/>
                  </a:cubicBezTo>
                  <a:lnTo>
                    <a:pt x="51" y="339"/>
                  </a:lnTo>
                  <a:cubicBezTo>
                    <a:pt x="51" y="339"/>
                    <a:pt x="76" y="325"/>
                    <a:pt x="93" y="296"/>
                  </a:cubicBezTo>
                  <a:cubicBezTo>
                    <a:pt x="110" y="266"/>
                    <a:pt x="79" y="243"/>
                    <a:pt x="79" y="243"/>
                  </a:cubicBezTo>
                  <a:cubicBezTo>
                    <a:pt x="79" y="243"/>
                    <a:pt x="30" y="277"/>
                    <a:pt x="40" y="234"/>
                  </a:cubicBezTo>
                  <a:cubicBezTo>
                    <a:pt x="40" y="231"/>
                    <a:pt x="41" y="228"/>
                    <a:pt x="42" y="225"/>
                  </a:cubicBezTo>
                  <a:cubicBezTo>
                    <a:pt x="54" y="186"/>
                    <a:pt x="93" y="154"/>
                    <a:pt x="93" y="154"/>
                  </a:cubicBezTo>
                  <a:lnTo>
                    <a:pt x="37" y="154"/>
                  </a:lnTo>
                  <a:cubicBezTo>
                    <a:pt x="49" y="122"/>
                    <a:pt x="124" y="129"/>
                    <a:pt x="108" y="110"/>
                  </a:cubicBezTo>
                  <a:cubicBezTo>
                    <a:pt x="104" y="106"/>
                    <a:pt x="98" y="102"/>
                    <a:pt x="90" y="99"/>
                  </a:cubicBezTo>
                  <a:cubicBezTo>
                    <a:pt x="68" y="91"/>
                    <a:pt x="37" y="90"/>
                    <a:pt x="37" y="90"/>
                  </a:cubicBezTo>
                  <a:lnTo>
                    <a:pt x="74" y="81"/>
                  </a:lnTo>
                  <a:lnTo>
                    <a:pt x="40" y="57"/>
                  </a:lnTo>
                  <a:cubicBezTo>
                    <a:pt x="68" y="45"/>
                    <a:pt x="165" y="57"/>
                    <a:pt x="165" y="57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1" name="Freeform 41"/>
            <p:cNvSpPr/>
            <p:nvPr/>
          </p:nvSpPr>
          <p:spPr>
            <a:xfrm>
              <a:off x="10380663" y="2678113"/>
              <a:ext cx="452438" cy="608012"/>
            </a:xfrm>
            <a:custGeom>
              <a:avLst/>
              <a:gdLst/>
              <a:ahLst/>
              <a:cxnLst>
                <a:cxn ang="0">
                  <a:pos x="269445" y="5763"/>
                </a:cxn>
                <a:cxn ang="0">
                  <a:pos x="86453" y="5763"/>
                </a:cxn>
                <a:cxn ang="0">
                  <a:pos x="10086" y="210354"/>
                </a:cxn>
                <a:cxn ang="0">
                  <a:pos x="12967" y="384690"/>
                </a:cxn>
                <a:cxn ang="0">
                  <a:pos x="25935" y="502834"/>
                </a:cxn>
                <a:cxn ang="0">
                  <a:pos x="66280" y="608012"/>
                </a:cxn>
                <a:cxn ang="0">
                  <a:pos x="149852" y="485545"/>
                </a:cxn>
                <a:cxn ang="0">
                  <a:pos x="89334" y="508597"/>
                </a:cxn>
                <a:cxn ang="0">
                  <a:pos x="128238" y="301124"/>
                </a:cxn>
                <a:cxn ang="0">
                  <a:pos x="149852" y="142637"/>
                </a:cxn>
                <a:cxn ang="0">
                  <a:pos x="340048" y="142637"/>
                </a:cxn>
                <a:cxn ang="0">
                  <a:pos x="414974" y="171453"/>
                </a:cxn>
                <a:cxn ang="0">
                  <a:pos x="422179" y="154164"/>
                </a:cxn>
                <a:cxn ang="0">
                  <a:pos x="452438" y="34578"/>
                </a:cxn>
                <a:cxn ang="0">
                  <a:pos x="269445" y="5763"/>
                </a:cxn>
              </a:cxnLst>
              <a:rect l="0" t="0" r="0" b="0"/>
              <a:pathLst>
                <a:path w="314" h="422">
                  <a:moveTo>
                    <a:pt x="187" y="4"/>
                  </a:moveTo>
                  <a:cubicBezTo>
                    <a:pt x="179" y="0"/>
                    <a:pt x="60" y="4"/>
                    <a:pt x="60" y="4"/>
                  </a:cubicBezTo>
                  <a:cubicBezTo>
                    <a:pt x="60" y="4"/>
                    <a:pt x="0" y="119"/>
                    <a:pt x="7" y="146"/>
                  </a:cubicBezTo>
                  <a:cubicBezTo>
                    <a:pt x="13" y="173"/>
                    <a:pt x="15" y="250"/>
                    <a:pt x="9" y="267"/>
                  </a:cubicBezTo>
                  <a:cubicBezTo>
                    <a:pt x="2" y="285"/>
                    <a:pt x="18" y="349"/>
                    <a:pt x="18" y="349"/>
                  </a:cubicBezTo>
                  <a:cubicBezTo>
                    <a:pt x="18" y="349"/>
                    <a:pt x="44" y="391"/>
                    <a:pt x="46" y="422"/>
                  </a:cubicBezTo>
                  <a:cubicBezTo>
                    <a:pt x="79" y="388"/>
                    <a:pt x="104" y="337"/>
                    <a:pt x="104" y="337"/>
                  </a:cubicBezTo>
                  <a:cubicBezTo>
                    <a:pt x="91" y="346"/>
                    <a:pt x="62" y="353"/>
                    <a:pt x="62" y="353"/>
                  </a:cubicBezTo>
                  <a:cubicBezTo>
                    <a:pt x="65" y="321"/>
                    <a:pt x="89" y="209"/>
                    <a:pt x="89" y="209"/>
                  </a:cubicBezTo>
                  <a:cubicBezTo>
                    <a:pt x="89" y="209"/>
                    <a:pt x="202" y="129"/>
                    <a:pt x="104" y="99"/>
                  </a:cubicBezTo>
                  <a:cubicBezTo>
                    <a:pt x="114" y="60"/>
                    <a:pt x="236" y="99"/>
                    <a:pt x="236" y="99"/>
                  </a:cubicBezTo>
                  <a:lnTo>
                    <a:pt x="288" y="119"/>
                  </a:lnTo>
                  <a:cubicBezTo>
                    <a:pt x="290" y="113"/>
                    <a:pt x="292" y="109"/>
                    <a:pt x="293" y="107"/>
                  </a:cubicBezTo>
                  <a:cubicBezTo>
                    <a:pt x="302" y="96"/>
                    <a:pt x="314" y="24"/>
                    <a:pt x="314" y="24"/>
                  </a:cubicBezTo>
                  <a:cubicBezTo>
                    <a:pt x="314" y="24"/>
                    <a:pt x="195" y="8"/>
                    <a:pt x="187" y="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2" name="Freeform 42"/>
            <p:cNvSpPr/>
            <p:nvPr/>
          </p:nvSpPr>
          <p:spPr>
            <a:xfrm>
              <a:off x="10531476" y="2614613"/>
              <a:ext cx="339725" cy="120650"/>
            </a:xfrm>
            <a:custGeom>
              <a:avLst/>
              <a:gdLst/>
              <a:ahLst/>
              <a:cxnLst>
                <a:cxn ang="0">
                  <a:pos x="0" y="56690"/>
                </a:cxn>
                <a:cxn ang="0">
                  <a:pos x="274946" y="117742"/>
                </a:cxn>
                <a:cxn ang="0">
                  <a:pos x="339725" y="88670"/>
                </a:cxn>
                <a:cxn ang="0">
                  <a:pos x="331087" y="24711"/>
                </a:cxn>
                <a:cxn ang="0">
                  <a:pos x="12955" y="0"/>
                </a:cxn>
                <a:cxn ang="0">
                  <a:pos x="0" y="56690"/>
                </a:cxn>
              </a:cxnLst>
              <a:rect l="0" t="0" r="0" b="0"/>
              <a:pathLst>
                <a:path w="236" h="83">
                  <a:moveTo>
                    <a:pt x="0" y="39"/>
                  </a:moveTo>
                  <a:cubicBezTo>
                    <a:pt x="0" y="39"/>
                    <a:pt x="136" y="83"/>
                    <a:pt x="191" y="81"/>
                  </a:cubicBezTo>
                  <a:lnTo>
                    <a:pt x="236" y="61"/>
                  </a:lnTo>
                  <a:lnTo>
                    <a:pt x="230" y="17"/>
                  </a:lnTo>
                  <a:lnTo>
                    <a:pt x="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3" name="Freeform 43"/>
            <p:cNvSpPr/>
            <p:nvPr/>
          </p:nvSpPr>
          <p:spPr>
            <a:xfrm>
              <a:off x="10555288" y="1828800"/>
              <a:ext cx="309563" cy="857250"/>
            </a:xfrm>
            <a:custGeom>
              <a:avLst/>
              <a:gdLst/>
              <a:ahLst/>
              <a:cxnLst>
                <a:cxn ang="0">
                  <a:pos x="2879" y="768072"/>
                </a:cxn>
                <a:cxn ang="0">
                  <a:pos x="102227" y="842866"/>
                </a:cxn>
                <a:cxn ang="0">
                  <a:pos x="309563" y="828483"/>
                </a:cxn>
                <a:cxn ang="0">
                  <a:pos x="277886" y="558075"/>
                </a:cxn>
                <a:cxn ang="0">
                  <a:pos x="293724" y="384036"/>
                </a:cxn>
                <a:cxn ang="0">
                  <a:pos x="214534" y="159655"/>
                </a:cxn>
                <a:cxn ang="0">
                  <a:pos x="203015" y="46026"/>
                </a:cxn>
                <a:cxn ang="0">
                  <a:pos x="177098" y="113628"/>
                </a:cxn>
                <a:cxn ang="0">
                  <a:pos x="35995" y="0"/>
                </a:cxn>
                <a:cxn ang="0">
                  <a:pos x="2879" y="40273"/>
                </a:cxn>
                <a:cxn ang="0">
                  <a:pos x="2879" y="768072"/>
                </a:cxn>
              </a:cxnLst>
              <a:rect l="0" t="0" r="0" b="0"/>
              <a:pathLst>
                <a:path w="215" h="596">
                  <a:moveTo>
                    <a:pt x="2" y="534"/>
                  </a:moveTo>
                  <a:cubicBezTo>
                    <a:pt x="2" y="534"/>
                    <a:pt x="0" y="576"/>
                    <a:pt x="71" y="586"/>
                  </a:cubicBezTo>
                  <a:cubicBezTo>
                    <a:pt x="141" y="596"/>
                    <a:pt x="200" y="596"/>
                    <a:pt x="215" y="576"/>
                  </a:cubicBezTo>
                  <a:lnTo>
                    <a:pt x="193" y="388"/>
                  </a:lnTo>
                  <a:cubicBezTo>
                    <a:pt x="193" y="388"/>
                    <a:pt x="208" y="305"/>
                    <a:pt x="204" y="267"/>
                  </a:cubicBezTo>
                  <a:cubicBezTo>
                    <a:pt x="200" y="228"/>
                    <a:pt x="149" y="111"/>
                    <a:pt x="149" y="111"/>
                  </a:cubicBezTo>
                  <a:cubicBezTo>
                    <a:pt x="149" y="111"/>
                    <a:pt x="161" y="54"/>
                    <a:pt x="141" y="32"/>
                  </a:cubicBezTo>
                  <a:lnTo>
                    <a:pt x="123" y="79"/>
                  </a:lnTo>
                  <a:cubicBezTo>
                    <a:pt x="123" y="79"/>
                    <a:pt x="103" y="79"/>
                    <a:pt x="25" y="0"/>
                  </a:cubicBezTo>
                  <a:cubicBezTo>
                    <a:pt x="25" y="0"/>
                    <a:pt x="9" y="18"/>
                    <a:pt x="2" y="28"/>
                  </a:cubicBezTo>
                  <a:lnTo>
                    <a:pt x="2" y="534"/>
                  </a:lnTo>
                  <a:close/>
                </a:path>
              </a:pathLst>
            </a:custGeom>
            <a:solidFill>
              <a:srgbClr val="D8DCE8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4" name="Freeform 44"/>
            <p:cNvSpPr/>
            <p:nvPr/>
          </p:nvSpPr>
          <p:spPr>
            <a:xfrm>
              <a:off x="10555288" y="1828800"/>
              <a:ext cx="309563" cy="857250"/>
            </a:xfrm>
            <a:custGeom>
              <a:avLst/>
              <a:gdLst/>
              <a:ahLst/>
              <a:cxnLst>
                <a:cxn ang="0">
                  <a:pos x="214534" y="831359"/>
                </a:cxn>
                <a:cxn ang="0">
                  <a:pos x="56153" y="732114"/>
                </a:cxn>
                <a:cxn ang="0">
                  <a:pos x="64792" y="676019"/>
                </a:cxn>
                <a:cxn ang="0">
                  <a:pos x="214534" y="762319"/>
                </a:cxn>
                <a:cxn ang="0">
                  <a:pos x="67671" y="535062"/>
                </a:cxn>
                <a:cxn ang="0">
                  <a:pos x="46074" y="113628"/>
                </a:cxn>
                <a:cxn ang="0">
                  <a:pos x="112306" y="174039"/>
                </a:cxn>
                <a:cxn ang="0">
                  <a:pos x="67671" y="99245"/>
                </a:cxn>
                <a:cxn ang="0">
                  <a:pos x="138223" y="90615"/>
                </a:cxn>
                <a:cxn ang="0">
                  <a:pos x="35995" y="0"/>
                </a:cxn>
                <a:cxn ang="0">
                  <a:pos x="2879" y="40273"/>
                </a:cxn>
                <a:cxn ang="0">
                  <a:pos x="2879" y="768072"/>
                </a:cxn>
                <a:cxn ang="0">
                  <a:pos x="102227" y="842866"/>
                </a:cxn>
                <a:cxn ang="0">
                  <a:pos x="309563" y="828483"/>
                </a:cxn>
                <a:cxn ang="0">
                  <a:pos x="309563" y="827044"/>
                </a:cxn>
                <a:cxn ang="0">
                  <a:pos x="214534" y="831359"/>
                </a:cxn>
              </a:cxnLst>
              <a:rect l="0" t="0" r="0" b="0"/>
              <a:pathLst>
                <a:path w="215" h="596">
                  <a:moveTo>
                    <a:pt x="149" y="578"/>
                  </a:moveTo>
                  <a:cubicBezTo>
                    <a:pt x="66" y="574"/>
                    <a:pt x="39" y="509"/>
                    <a:pt x="39" y="509"/>
                  </a:cubicBezTo>
                  <a:cubicBezTo>
                    <a:pt x="39" y="509"/>
                    <a:pt x="17" y="470"/>
                    <a:pt x="45" y="470"/>
                  </a:cubicBezTo>
                  <a:cubicBezTo>
                    <a:pt x="73" y="471"/>
                    <a:pt x="149" y="530"/>
                    <a:pt x="149" y="530"/>
                  </a:cubicBezTo>
                  <a:cubicBezTo>
                    <a:pt x="130" y="485"/>
                    <a:pt x="83" y="428"/>
                    <a:pt x="47" y="372"/>
                  </a:cubicBezTo>
                  <a:cubicBezTo>
                    <a:pt x="11" y="315"/>
                    <a:pt x="32" y="79"/>
                    <a:pt x="32" y="79"/>
                  </a:cubicBezTo>
                  <a:lnTo>
                    <a:pt x="78" y="121"/>
                  </a:lnTo>
                  <a:lnTo>
                    <a:pt x="47" y="69"/>
                  </a:lnTo>
                  <a:cubicBezTo>
                    <a:pt x="72" y="84"/>
                    <a:pt x="87" y="77"/>
                    <a:pt x="96" y="63"/>
                  </a:cubicBezTo>
                  <a:cubicBezTo>
                    <a:pt x="80" y="52"/>
                    <a:pt x="58" y="33"/>
                    <a:pt x="25" y="0"/>
                  </a:cubicBezTo>
                  <a:cubicBezTo>
                    <a:pt x="25" y="0"/>
                    <a:pt x="9" y="18"/>
                    <a:pt x="2" y="28"/>
                  </a:cubicBezTo>
                  <a:lnTo>
                    <a:pt x="2" y="534"/>
                  </a:lnTo>
                  <a:cubicBezTo>
                    <a:pt x="2" y="534"/>
                    <a:pt x="0" y="576"/>
                    <a:pt x="71" y="586"/>
                  </a:cubicBezTo>
                  <a:cubicBezTo>
                    <a:pt x="141" y="596"/>
                    <a:pt x="200" y="596"/>
                    <a:pt x="215" y="576"/>
                  </a:cubicBezTo>
                  <a:lnTo>
                    <a:pt x="215" y="575"/>
                  </a:lnTo>
                  <a:cubicBezTo>
                    <a:pt x="192" y="577"/>
                    <a:pt x="169" y="578"/>
                    <a:pt x="149" y="578"/>
                  </a:cubicBezTo>
                  <a:close/>
                </a:path>
              </a:pathLst>
            </a:custGeom>
            <a:solidFill>
              <a:srgbClr val="AFB0B2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5" name="Freeform 45"/>
            <p:cNvSpPr/>
            <p:nvPr/>
          </p:nvSpPr>
          <p:spPr>
            <a:xfrm>
              <a:off x="10256838" y="1855788"/>
              <a:ext cx="457200" cy="1096962"/>
            </a:xfrm>
            <a:custGeom>
              <a:avLst/>
              <a:gdLst/>
              <a:ahLst/>
              <a:cxnLst>
                <a:cxn ang="0">
                  <a:pos x="0" y="1049518"/>
                </a:cxn>
                <a:cxn ang="0">
                  <a:pos x="166777" y="1096962"/>
                </a:cxn>
                <a:cxn ang="0">
                  <a:pos x="378124" y="704471"/>
                </a:cxn>
                <a:cxn ang="0">
                  <a:pos x="444260" y="520445"/>
                </a:cxn>
                <a:cxn ang="0">
                  <a:pos x="291860" y="0"/>
                </a:cxn>
                <a:cxn ang="0">
                  <a:pos x="166777" y="69009"/>
                </a:cxn>
                <a:cxn ang="0">
                  <a:pos x="169652" y="342171"/>
                </a:cxn>
                <a:cxn ang="0">
                  <a:pos x="0" y="1049518"/>
                </a:cxn>
              </a:cxnLst>
              <a:rect l="0" t="0" r="0" b="0"/>
              <a:pathLst>
                <a:path w="318" h="763">
                  <a:moveTo>
                    <a:pt x="0" y="730"/>
                  </a:moveTo>
                  <a:lnTo>
                    <a:pt x="116" y="763"/>
                  </a:lnTo>
                  <a:cubicBezTo>
                    <a:pt x="116" y="763"/>
                    <a:pt x="251" y="503"/>
                    <a:pt x="263" y="490"/>
                  </a:cubicBezTo>
                  <a:cubicBezTo>
                    <a:pt x="275" y="476"/>
                    <a:pt x="318" y="439"/>
                    <a:pt x="309" y="362"/>
                  </a:cubicBezTo>
                  <a:cubicBezTo>
                    <a:pt x="301" y="285"/>
                    <a:pt x="292" y="104"/>
                    <a:pt x="203" y="0"/>
                  </a:cubicBezTo>
                  <a:cubicBezTo>
                    <a:pt x="203" y="0"/>
                    <a:pt x="166" y="51"/>
                    <a:pt x="116" y="48"/>
                  </a:cubicBezTo>
                  <a:lnTo>
                    <a:pt x="118" y="238"/>
                  </a:lnTo>
                  <a:cubicBezTo>
                    <a:pt x="118" y="238"/>
                    <a:pt x="92" y="554"/>
                    <a:pt x="0" y="730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6" name="Freeform 46"/>
            <p:cNvSpPr/>
            <p:nvPr/>
          </p:nvSpPr>
          <p:spPr>
            <a:xfrm>
              <a:off x="10687051" y="1941513"/>
              <a:ext cx="184150" cy="730250"/>
            </a:xfrm>
            <a:custGeom>
              <a:avLst/>
              <a:gdLst/>
              <a:ahLst/>
              <a:cxnLst>
                <a:cxn ang="0">
                  <a:pos x="98600" y="679838"/>
                </a:cxn>
                <a:cxn ang="0">
                  <a:pos x="146450" y="730250"/>
                </a:cxn>
                <a:cxn ang="0">
                  <a:pos x="184150" y="688480"/>
                </a:cxn>
                <a:cxn ang="0">
                  <a:pos x="142100" y="313993"/>
                </a:cxn>
                <a:cxn ang="0">
                  <a:pos x="62350" y="76337"/>
                </a:cxn>
                <a:cxn ang="0">
                  <a:pos x="44950" y="0"/>
                </a:cxn>
                <a:cxn ang="0">
                  <a:pos x="0" y="46090"/>
                </a:cxn>
                <a:cxn ang="0">
                  <a:pos x="20300" y="84979"/>
                </a:cxn>
                <a:cxn ang="0">
                  <a:pos x="59450" y="265021"/>
                </a:cxn>
                <a:cxn ang="0">
                  <a:pos x="98600" y="679838"/>
                </a:cxn>
              </a:cxnLst>
              <a:rect l="0" t="0" r="0" b="0"/>
              <a:pathLst>
                <a:path w="127" h="507">
                  <a:moveTo>
                    <a:pt x="68" y="472"/>
                  </a:moveTo>
                  <a:lnTo>
                    <a:pt x="101" y="507"/>
                  </a:lnTo>
                  <a:lnTo>
                    <a:pt x="127" y="478"/>
                  </a:lnTo>
                  <a:cubicBezTo>
                    <a:pt x="127" y="478"/>
                    <a:pt x="107" y="272"/>
                    <a:pt x="98" y="218"/>
                  </a:cubicBezTo>
                  <a:cubicBezTo>
                    <a:pt x="88" y="164"/>
                    <a:pt x="43" y="53"/>
                    <a:pt x="43" y="53"/>
                  </a:cubicBezTo>
                  <a:cubicBezTo>
                    <a:pt x="43" y="53"/>
                    <a:pt x="61" y="22"/>
                    <a:pt x="31" y="0"/>
                  </a:cubicBezTo>
                  <a:cubicBezTo>
                    <a:pt x="31" y="0"/>
                    <a:pt x="6" y="5"/>
                    <a:pt x="0" y="32"/>
                  </a:cubicBezTo>
                  <a:lnTo>
                    <a:pt x="14" y="59"/>
                  </a:lnTo>
                  <a:cubicBezTo>
                    <a:pt x="14" y="59"/>
                    <a:pt x="36" y="146"/>
                    <a:pt x="41" y="184"/>
                  </a:cubicBezTo>
                  <a:cubicBezTo>
                    <a:pt x="46" y="223"/>
                    <a:pt x="48" y="451"/>
                    <a:pt x="68" y="472"/>
                  </a:cubicBezTo>
                  <a:close/>
                </a:path>
              </a:pathLst>
            </a:custGeom>
            <a:solidFill>
              <a:srgbClr val="9D3D25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7" name="Freeform 47"/>
            <p:cNvSpPr/>
            <p:nvPr/>
          </p:nvSpPr>
          <p:spPr>
            <a:xfrm>
              <a:off x="10871201" y="2209800"/>
              <a:ext cx="412750" cy="296862"/>
            </a:xfrm>
            <a:custGeom>
              <a:avLst/>
              <a:gdLst/>
              <a:ahLst/>
              <a:cxnLst>
                <a:cxn ang="0">
                  <a:pos x="398368" y="217602"/>
                </a:cxn>
                <a:cxn ang="0">
                  <a:pos x="343718" y="77818"/>
                </a:cxn>
                <a:cxn ang="0">
                  <a:pos x="221475" y="109521"/>
                </a:cxn>
                <a:cxn ang="0">
                  <a:pos x="182645" y="129696"/>
                </a:cxn>
                <a:cxn ang="0">
                  <a:pos x="125119" y="129696"/>
                </a:cxn>
                <a:cxn ang="0">
                  <a:pos x="71907" y="129696"/>
                </a:cxn>
                <a:cxn ang="0">
                  <a:pos x="53211" y="110962"/>
                </a:cxn>
                <a:cxn ang="0">
                  <a:pos x="17257" y="0"/>
                </a:cxn>
                <a:cxn ang="0">
                  <a:pos x="0" y="252188"/>
                </a:cxn>
                <a:cxn ang="0">
                  <a:pos x="8628" y="295420"/>
                </a:cxn>
                <a:cxn ang="0">
                  <a:pos x="175454" y="276686"/>
                </a:cxn>
                <a:cxn ang="0">
                  <a:pos x="398368" y="217602"/>
                </a:cxn>
              </a:cxnLst>
              <a:rect l="0" t="0" r="0" b="0"/>
              <a:pathLst>
                <a:path w="287" h="206">
                  <a:moveTo>
                    <a:pt x="277" y="151"/>
                  </a:moveTo>
                  <a:cubicBezTo>
                    <a:pt x="277" y="151"/>
                    <a:pt x="287" y="89"/>
                    <a:pt x="239" y="54"/>
                  </a:cubicBezTo>
                  <a:cubicBezTo>
                    <a:pt x="239" y="54"/>
                    <a:pt x="158" y="69"/>
                    <a:pt x="154" y="76"/>
                  </a:cubicBezTo>
                  <a:cubicBezTo>
                    <a:pt x="151" y="82"/>
                    <a:pt x="127" y="90"/>
                    <a:pt x="127" y="90"/>
                  </a:cubicBezTo>
                  <a:cubicBezTo>
                    <a:pt x="127" y="90"/>
                    <a:pt x="92" y="88"/>
                    <a:pt x="87" y="90"/>
                  </a:cubicBezTo>
                  <a:cubicBezTo>
                    <a:pt x="82" y="92"/>
                    <a:pt x="58" y="76"/>
                    <a:pt x="50" y="90"/>
                  </a:cubicBezTo>
                  <a:lnTo>
                    <a:pt x="37" y="77"/>
                  </a:lnTo>
                  <a:cubicBezTo>
                    <a:pt x="37" y="77"/>
                    <a:pt x="42" y="34"/>
                    <a:pt x="12" y="0"/>
                  </a:cubicBezTo>
                  <a:lnTo>
                    <a:pt x="0" y="175"/>
                  </a:lnTo>
                  <a:lnTo>
                    <a:pt x="6" y="205"/>
                  </a:lnTo>
                  <a:cubicBezTo>
                    <a:pt x="6" y="205"/>
                    <a:pt x="95" y="206"/>
                    <a:pt x="122" y="192"/>
                  </a:cubicBezTo>
                  <a:cubicBezTo>
                    <a:pt x="149" y="178"/>
                    <a:pt x="260" y="165"/>
                    <a:pt x="277" y="151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8" name="Freeform 48"/>
            <p:cNvSpPr/>
            <p:nvPr/>
          </p:nvSpPr>
          <p:spPr>
            <a:xfrm>
              <a:off x="10910888" y="2284413"/>
              <a:ext cx="357188" cy="190500"/>
            </a:xfrm>
            <a:custGeom>
              <a:avLst/>
              <a:gdLst/>
              <a:ahLst/>
              <a:cxnLst>
                <a:cxn ang="0">
                  <a:pos x="303897" y="2864"/>
                </a:cxn>
                <a:cxn ang="0">
                  <a:pos x="181474" y="34375"/>
                </a:cxn>
                <a:cxn ang="0">
                  <a:pos x="142587" y="54428"/>
                </a:cxn>
                <a:cxn ang="0">
                  <a:pos x="84976" y="54428"/>
                </a:cxn>
                <a:cxn ang="0">
                  <a:pos x="44648" y="47266"/>
                </a:cxn>
                <a:cxn ang="0">
                  <a:pos x="20163" y="98830"/>
                </a:cxn>
                <a:cxn ang="0">
                  <a:pos x="53290" y="91669"/>
                </a:cxn>
                <a:cxn ang="0">
                  <a:pos x="0" y="190500"/>
                </a:cxn>
                <a:cxn ang="0">
                  <a:pos x="84976" y="95966"/>
                </a:cxn>
                <a:cxn ang="0">
                  <a:pos x="159870" y="73048"/>
                </a:cxn>
                <a:cxn ang="0">
                  <a:pos x="119542" y="163285"/>
                </a:cxn>
                <a:cxn ang="0">
                  <a:pos x="233324" y="54428"/>
                </a:cxn>
                <a:cxn ang="0">
                  <a:pos x="286614" y="73048"/>
                </a:cxn>
                <a:cxn ang="0">
                  <a:pos x="348546" y="95966"/>
                </a:cxn>
                <a:cxn ang="0">
                  <a:pos x="357188" y="94533"/>
                </a:cxn>
                <a:cxn ang="0">
                  <a:pos x="303897" y="2864"/>
                </a:cxn>
              </a:cxnLst>
              <a:rect l="0" t="0" r="0" b="0"/>
              <a:pathLst>
                <a:path w="248" h="133">
                  <a:moveTo>
                    <a:pt x="211" y="2"/>
                  </a:moveTo>
                  <a:cubicBezTo>
                    <a:pt x="211" y="2"/>
                    <a:pt x="130" y="17"/>
                    <a:pt x="126" y="24"/>
                  </a:cubicBezTo>
                  <a:cubicBezTo>
                    <a:pt x="123" y="30"/>
                    <a:pt x="99" y="38"/>
                    <a:pt x="99" y="38"/>
                  </a:cubicBezTo>
                  <a:cubicBezTo>
                    <a:pt x="99" y="38"/>
                    <a:pt x="64" y="36"/>
                    <a:pt x="59" y="38"/>
                  </a:cubicBezTo>
                  <a:cubicBezTo>
                    <a:pt x="55" y="40"/>
                    <a:pt x="42" y="31"/>
                    <a:pt x="31" y="33"/>
                  </a:cubicBezTo>
                  <a:cubicBezTo>
                    <a:pt x="27" y="47"/>
                    <a:pt x="22" y="63"/>
                    <a:pt x="14" y="69"/>
                  </a:cubicBezTo>
                  <a:lnTo>
                    <a:pt x="37" y="64"/>
                  </a:lnTo>
                  <a:cubicBezTo>
                    <a:pt x="37" y="64"/>
                    <a:pt x="11" y="123"/>
                    <a:pt x="0" y="133"/>
                  </a:cubicBezTo>
                  <a:cubicBezTo>
                    <a:pt x="0" y="133"/>
                    <a:pt x="59" y="96"/>
                    <a:pt x="59" y="67"/>
                  </a:cubicBezTo>
                  <a:cubicBezTo>
                    <a:pt x="59" y="38"/>
                    <a:pt x="111" y="51"/>
                    <a:pt x="111" y="51"/>
                  </a:cubicBezTo>
                  <a:cubicBezTo>
                    <a:pt x="111" y="51"/>
                    <a:pt x="142" y="77"/>
                    <a:pt x="83" y="114"/>
                  </a:cubicBezTo>
                  <a:cubicBezTo>
                    <a:pt x="83" y="114"/>
                    <a:pt x="146" y="76"/>
                    <a:pt x="162" y="38"/>
                  </a:cubicBezTo>
                  <a:cubicBezTo>
                    <a:pt x="177" y="0"/>
                    <a:pt x="199" y="51"/>
                    <a:pt x="199" y="51"/>
                  </a:cubicBezTo>
                  <a:cubicBezTo>
                    <a:pt x="199" y="51"/>
                    <a:pt x="242" y="67"/>
                    <a:pt x="242" y="67"/>
                  </a:cubicBezTo>
                  <a:lnTo>
                    <a:pt x="248" y="66"/>
                  </a:lnTo>
                  <a:cubicBezTo>
                    <a:pt x="245" y="46"/>
                    <a:pt x="236" y="20"/>
                    <a:pt x="211" y="2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9" name="Freeform 49"/>
            <p:cNvSpPr/>
            <p:nvPr/>
          </p:nvSpPr>
          <p:spPr>
            <a:xfrm>
              <a:off x="10520363" y="1876425"/>
              <a:ext cx="173038" cy="774700"/>
            </a:xfrm>
            <a:custGeom>
              <a:avLst/>
              <a:gdLst/>
              <a:ahLst/>
              <a:cxnLst>
                <a:cxn ang="0">
                  <a:pos x="62005" y="774700"/>
                </a:cxn>
                <a:cxn ang="0">
                  <a:pos x="113916" y="683982"/>
                </a:cxn>
                <a:cxn ang="0">
                  <a:pos x="164386" y="614864"/>
                </a:cxn>
                <a:cxn ang="0">
                  <a:pos x="167270" y="480947"/>
                </a:cxn>
                <a:cxn ang="0">
                  <a:pos x="23071" y="110877"/>
                </a:cxn>
                <a:cxn ang="0">
                  <a:pos x="37491" y="86397"/>
                </a:cxn>
                <a:cxn ang="0">
                  <a:pos x="8651" y="0"/>
                </a:cxn>
                <a:cxn ang="0">
                  <a:pos x="0" y="7199"/>
                </a:cxn>
                <a:cxn ang="0">
                  <a:pos x="10093" y="79197"/>
                </a:cxn>
                <a:cxn ang="0">
                  <a:pos x="10093" y="110877"/>
                </a:cxn>
                <a:cxn ang="0">
                  <a:pos x="148524" y="486707"/>
                </a:cxn>
                <a:cxn ang="0">
                  <a:pos x="90844" y="663822"/>
                </a:cxn>
                <a:cxn ang="0">
                  <a:pos x="62005" y="774700"/>
                </a:cxn>
              </a:cxnLst>
              <a:rect l="0" t="0" r="0" b="0"/>
              <a:pathLst>
                <a:path w="120" h="538">
                  <a:moveTo>
                    <a:pt x="43" y="538"/>
                  </a:moveTo>
                  <a:cubicBezTo>
                    <a:pt x="61" y="504"/>
                    <a:pt x="76" y="479"/>
                    <a:pt x="79" y="475"/>
                  </a:cubicBezTo>
                  <a:cubicBezTo>
                    <a:pt x="86" y="467"/>
                    <a:pt x="102" y="452"/>
                    <a:pt x="114" y="427"/>
                  </a:cubicBezTo>
                  <a:cubicBezTo>
                    <a:pt x="118" y="389"/>
                    <a:pt x="120" y="350"/>
                    <a:pt x="116" y="334"/>
                  </a:cubicBezTo>
                  <a:cubicBezTo>
                    <a:pt x="106" y="297"/>
                    <a:pt x="16" y="77"/>
                    <a:pt x="16" y="77"/>
                  </a:cubicBezTo>
                  <a:lnTo>
                    <a:pt x="26" y="60"/>
                  </a:lnTo>
                  <a:lnTo>
                    <a:pt x="6" y="0"/>
                  </a:lnTo>
                  <a:cubicBezTo>
                    <a:pt x="4" y="2"/>
                    <a:pt x="2" y="3"/>
                    <a:pt x="0" y="5"/>
                  </a:cubicBezTo>
                  <a:lnTo>
                    <a:pt x="7" y="55"/>
                  </a:lnTo>
                  <a:lnTo>
                    <a:pt x="7" y="77"/>
                  </a:lnTo>
                  <a:cubicBezTo>
                    <a:pt x="7" y="77"/>
                    <a:pt x="95" y="313"/>
                    <a:pt x="103" y="338"/>
                  </a:cubicBezTo>
                  <a:cubicBezTo>
                    <a:pt x="112" y="362"/>
                    <a:pt x="76" y="437"/>
                    <a:pt x="63" y="461"/>
                  </a:cubicBezTo>
                  <a:cubicBezTo>
                    <a:pt x="56" y="474"/>
                    <a:pt x="49" y="509"/>
                    <a:pt x="43" y="538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0" name="Freeform 50"/>
            <p:cNvSpPr/>
            <p:nvPr/>
          </p:nvSpPr>
          <p:spPr>
            <a:xfrm>
              <a:off x="10379076" y="1941513"/>
              <a:ext cx="198438" cy="841375"/>
            </a:xfrm>
            <a:custGeom>
              <a:avLst/>
              <a:gdLst/>
              <a:ahLst/>
              <a:cxnLst>
                <a:cxn ang="0">
                  <a:pos x="142357" y="175466"/>
                </a:cxn>
                <a:cxn ang="0">
                  <a:pos x="198438" y="221490"/>
                </a:cxn>
                <a:cxn ang="0">
                  <a:pos x="83401" y="60406"/>
                </a:cxn>
                <a:cxn ang="0">
                  <a:pos x="44576" y="0"/>
                </a:cxn>
                <a:cxn ang="0">
                  <a:pos x="46014" y="256008"/>
                </a:cxn>
                <a:cxn ang="0">
                  <a:pos x="0" y="578175"/>
                </a:cxn>
                <a:cxn ang="0">
                  <a:pos x="41700" y="664470"/>
                </a:cxn>
                <a:cxn ang="0">
                  <a:pos x="133729" y="841375"/>
                </a:cxn>
                <a:cxn ang="0">
                  <a:pos x="182620" y="750765"/>
                </a:cxn>
                <a:cxn ang="0">
                  <a:pos x="122226" y="562354"/>
                </a:cxn>
                <a:cxn ang="0">
                  <a:pos x="169678" y="562354"/>
                </a:cxn>
                <a:cxn ang="0">
                  <a:pos x="122226" y="533589"/>
                </a:cxn>
                <a:cxn ang="0">
                  <a:pos x="112160" y="415653"/>
                </a:cxn>
                <a:cxn ang="0">
                  <a:pos x="126540" y="345179"/>
                </a:cxn>
                <a:cxn ang="0">
                  <a:pos x="142357" y="267514"/>
                </a:cxn>
                <a:cxn ang="0">
                  <a:pos x="142357" y="175466"/>
                </a:cxn>
              </a:cxnLst>
              <a:rect l="0" t="0" r="0" b="0"/>
              <a:pathLst>
                <a:path w="138" h="585">
                  <a:moveTo>
                    <a:pt x="99" y="122"/>
                  </a:moveTo>
                  <a:lnTo>
                    <a:pt x="138" y="154"/>
                  </a:lnTo>
                  <a:cubicBezTo>
                    <a:pt x="138" y="154"/>
                    <a:pt x="67" y="65"/>
                    <a:pt x="58" y="42"/>
                  </a:cubicBezTo>
                  <a:cubicBezTo>
                    <a:pt x="53" y="30"/>
                    <a:pt x="42" y="14"/>
                    <a:pt x="31" y="0"/>
                  </a:cubicBezTo>
                  <a:lnTo>
                    <a:pt x="32" y="178"/>
                  </a:lnTo>
                  <a:cubicBezTo>
                    <a:pt x="32" y="178"/>
                    <a:pt x="24" y="281"/>
                    <a:pt x="0" y="402"/>
                  </a:cubicBezTo>
                  <a:lnTo>
                    <a:pt x="29" y="462"/>
                  </a:lnTo>
                  <a:lnTo>
                    <a:pt x="93" y="585"/>
                  </a:lnTo>
                  <a:cubicBezTo>
                    <a:pt x="104" y="564"/>
                    <a:pt x="116" y="542"/>
                    <a:pt x="127" y="522"/>
                  </a:cubicBezTo>
                  <a:cubicBezTo>
                    <a:pt x="111" y="475"/>
                    <a:pt x="85" y="398"/>
                    <a:pt x="85" y="391"/>
                  </a:cubicBezTo>
                  <a:cubicBezTo>
                    <a:pt x="85" y="383"/>
                    <a:pt x="105" y="383"/>
                    <a:pt x="118" y="391"/>
                  </a:cubicBezTo>
                  <a:lnTo>
                    <a:pt x="85" y="371"/>
                  </a:lnTo>
                  <a:lnTo>
                    <a:pt x="78" y="289"/>
                  </a:lnTo>
                  <a:cubicBezTo>
                    <a:pt x="78" y="289"/>
                    <a:pt x="90" y="261"/>
                    <a:pt x="88" y="240"/>
                  </a:cubicBezTo>
                  <a:cubicBezTo>
                    <a:pt x="86" y="218"/>
                    <a:pt x="99" y="186"/>
                    <a:pt x="99" y="186"/>
                  </a:cubicBezTo>
                  <a:lnTo>
                    <a:pt x="99" y="122"/>
                  </a:ln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1" name="Freeform 51"/>
            <p:cNvSpPr/>
            <p:nvPr/>
          </p:nvSpPr>
          <p:spPr>
            <a:xfrm>
              <a:off x="10453688" y="1912938"/>
              <a:ext cx="77788" cy="134937"/>
            </a:xfrm>
            <a:custGeom>
              <a:avLst/>
              <a:gdLst/>
              <a:ahLst/>
              <a:cxnLst>
                <a:cxn ang="0">
                  <a:pos x="77788" y="134937"/>
                </a:cxn>
                <a:cxn ang="0">
                  <a:pos x="25929" y="0"/>
                </a:cxn>
                <a:cxn ang="0">
                  <a:pos x="0" y="8613"/>
                </a:cxn>
                <a:cxn ang="0">
                  <a:pos x="77788" y="134937"/>
                </a:cxn>
              </a:cxnLst>
              <a:rect l="0" t="0" r="0" b="0"/>
              <a:pathLst>
                <a:path w="54" h="94">
                  <a:moveTo>
                    <a:pt x="54" y="94"/>
                  </a:moveTo>
                  <a:lnTo>
                    <a:pt x="18" y="0"/>
                  </a:lnTo>
                  <a:cubicBezTo>
                    <a:pt x="12" y="3"/>
                    <a:pt x="6" y="5"/>
                    <a:pt x="0" y="6"/>
                  </a:cubicBezTo>
                  <a:cubicBezTo>
                    <a:pt x="14" y="21"/>
                    <a:pt x="32" y="48"/>
                    <a:pt x="54" y="9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2" name="Freeform 52"/>
            <p:cNvSpPr/>
            <p:nvPr/>
          </p:nvSpPr>
          <p:spPr>
            <a:xfrm>
              <a:off x="10467976" y="2744788"/>
              <a:ext cx="123825" cy="214312"/>
            </a:xfrm>
            <a:custGeom>
              <a:avLst/>
              <a:gdLst/>
              <a:ahLst/>
              <a:cxnLst>
                <a:cxn ang="0">
                  <a:pos x="5759" y="66163"/>
                </a:cxn>
                <a:cxn ang="0">
                  <a:pos x="21597" y="165408"/>
                </a:cxn>
                <a:cxn ang="0">
                  <a:pos x="21597" y="214312"/>
                </a:cxn>
                <a:cxn ang="0">
                  <a:pos x="123825" y="126573"/>
                </a:cxn>
                <a:cxn ang="0">
                  <a:pos x="84949" y="34520"/>
                </a:cxn>
                <a:cxn ang="0">
                  <a:pos x="5759" y="66163"/>
                </a:cxn>
              </a:cxnLst>
              <a:rect l="0" t="0" r="0" b="0"/>
              <a:pathLst>
                <a:path w="86" h="149">
                  <a:moveTo>
                    <a:pt x="4" y="46"/>
                  </a:moveTo>
                  <a:cubicBezTo>
                    <a:pt x="0" y="52"/>
                    <a:pt x="2" y="110"/>
                    <a:pt x="15" y="115"/>
                  </a:cubicBezTo>
                  <a:lnTo>
                    <a:pt x="15" y="149"/>
                  </a:lnTo>
                  <a:lnTo>
                    <a:pt x="86" y="88"/>
                  </a:lnTo>
                  <a:cubicBezTo>
                    <a:pt x="86" y="88"/>
                    <a:pt x="77" y="48"/>
                    <a:pt x="59" y="24"/>
                  </a:cubicBezTo>
                  <a:cubicBezTo>
                    <a:pt x="42" y="0"/>
                    <a:pt x="4" y="46"/>
                    <a:pt x="4" y="46"/>
                  </a:cubicBez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3" name="Freeform 53"/>
            <p:cNvSpPr/>
            <p:nvPr/>
          </p:nvSpPr>
          <p:spPr>
            <a:xfrm>
              <a:off x="10277476" y="1924050"/>
              <a:ext cx="280988" cy="928687"/>
            </a:xfrm>
            <a:custGeom>
              <a:avLst/>
              <a:gdLst/>
              <a:ahLst/>
              <a:cxnLst>
                <a:cxn ang="0">
                  <a:pos x="157065" y="928687"/>
                </a:cxn>
                <a:cxn ang="0">
                  <a:pos x="280988" y="845177"/>
                </a:cxn>
                <a:cxn ang="0">
                  <a:pos x="193089" y="551452"/>
                </a:cxn>
                <a:cxn ang="0">
                  <a:pos x="201734" y="349877"/>
                </a:cxn>
                <a:cxn ang="0">
                  <a:pos x="243522" y="192936"/>
                </a:cxn>
                <a:cxn ang="0">
                  <a:pos x="145537" y="0"/>
                </a:cxn>
                <a:cxn ang="0">
                  <a:pos x="72048" y="35995"/>
                </a:cxn>
                <a:cxn ang="0">
                  <a:pos x="57638" y="56153"/>
                </a:cxn>
                <a:cxn ang="0">
                  <a:pos x="27378" y="132463"/>
                </a:cxn>
                <a:cxn ang="0">
                  <a:pos x="27378" y="226052"/>
                </a:cxn>
                <a:cxn ang="0">
                  <a:pos x="7204" y="249089"/>
                </a:cxn>
                <a:cxn ang="0">
                  <a:pos x="7204" y="306682"/>
                </a:cxn>
                <a:cxn ang="0">
                  <a:pos x="31701" y="329719"/>
                </a:cxn>
                <a:cxn ang="0">
                  <a:pos x="17291" y="414669"/>
                </a:cxn>
                <a:cxn ang="0">
                  <a:pos x="14409" y="519776"/>
                </a:cxn>
                <a:cxn ang="0">
                  <a:pos x="38906" y="619124"/>
                </a:cxn>
                <a:cxn ang="0">
                  <a:pos x="157065" y="928687"/>
                </a:cxn>
              </a:cxnLst>
              <a:rect l="0" t="0" r="0" b="0"/>
              <a:pathLst>
                <a:path w="195" h="645">
                  <a:moveTo>
                    <a:pt x="109" y="645"/>
                  </a:moveTo>
                  <a:cubicBezTo>
                    <a:pt x="109" y="645"/>
                    <a:pt x="170" y="592"/>
                    <a:pt x="195" y="587"/>
                  </a:cubicBezTo>
                  <a:cubicBezTo>
                    <a:pt x="195" y="587"/>
                    <a:pt x="144" y="410"/>
                    <a:pt x="134" y="383"/>
                  </a:cubicBezTo>
                  <a:lnTo>
                    <a:pt x="140" y="243"/>
                  </a:lnTo>
                  <a:cubicBezTo>
                    <a:pt x="140" y="243"/>
                    <a:pt x="171" y="159"/>
                    <a:pt x="169" y="134"/>
                  </a:cubicBezTo>
                  <a:cubicBezTo>
                    <a:pt x="168" y="109"/>
                    <a:pt x="101" y="0"/>
                    <a:pt x="101" y="0"/>
                  </a:cubicBezTo>
                  <a:cubicBezTo>
                    <a:pt x="101" y="0"/>
                    <a:pt x="64" y="13"/>
                    <a:pt x="50" y="25"/>
                  </a:cubicBezTo>
                  <a:cubicBezTo>
                    <a:pt x="37" y="37"/>
                    <a:pt x="40" y="39"/>
                    <a:pt x="40" y="39"/>
                  </a:cubicBezTo>
                  <a:cubicBezTo>
                    <a:pt x="40" y="39"/>
                    <a:pt x="22" y="87"/>
                    <a:pt x="19" y="92"/>
                  </a:cubicBezTo>
                  <a:cubicBezTo>
                    <a:pt x="15" y="97"/>
                    <a:pt x="19" y="157"/>
                    <a:pt x="19" y="157"/>
                  </a:cubicBezTo>
                  <a:cubicBezTo>
                    <a:pt x="19" y="157"/>
                    <a:pt x="3" y="161"/>
                    <a:pt x="5" y="173"/>
                  </a:cubicBezTo>
                  <a:cubicBezTo>
                    <a:pt x="7" y="185"/>
                    <a:pt x="0" y="205"/>
                    <a:pt x="5" y="213"/>
                  </a:cubicBezTo>
                  <a:cubicBezTo>
                    <a:pt x="10" y="222"/>
                    <a:pt x="22" y="229"/>
                    <a:pt x="22" y="229"/>
                  </a:cubicBezTo>
                  <a:cubicBezTo>
                    <a:pt x="22" y="229"/>
                    <a:pt x="13" y="279"/>
                    <a:pt x="12" y="288"/>
                  </a:cubicBezTo>
                  <a:cubicBezTo>
                    <a:pt x="10" y="297"/>
                    <a:pt x="7" y="349"/>
                    <a:pt x="10" y="361"/>
                  </a:cubicBezTo>
                  <a:cubicBezTo>
                    <a:pt x="13" y="373"/>
                    <a:pt x="27" y="430"/>
                    <a:pt x="27" y="430"/>
                  </a:cubicBezTo>
                  <a:cubicBezTo>
                    <a:pt x="27" y="430"/>
                    <a:pt x="88" y="632"/>
                    <a:pt x="109" y="645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4" name="Freeform 54"/>
            <p:cNvSpPr>
              <a:spLocks noEditPoints="1"/>
            </p:cNvSpPr>
            <p:nvPr/>
          </p:nvSpPr>
          <p:spPr>
            <a:xfrm>
              <a:off x="10277476" y="1955800"/>
              <a:ext cx="214313" cy="896937"/>
            </a:xfrm>
            <a:custGeom>
              <a:avLst/>
              <a:gdLst/>
              <a:ahLst/>
              <a:cxnLst>
                <a:cxn ang="0">
                  <a:pos x="44588" y="156927"/>
                </a:cxn>
                <a:cxn ang="0">
                  <a:pos x="43150" y="155488"/>
                </a:cxn>
                <a:cxn ang="0">
                  <a:pos x="44588" y="156927"/>
                </a:cxn>
                <a:cxn ang="0">
                  <a:pos x="100683" y="695378"/>
                </a:cxn>
                <a:cxn ang="0">
                  <a:pos x="37396" y="479422"/>
                </a:cxn>
                <a:cxn ang="0">
                  <a:pos x="63287" y="477982"/>
                </a:cxn>
                <a:cxn ang="0">
                  <a:pos x="159655" y="424713"/>
                </a:cxn>
                <a:cxn ang="0">
                  <a:pos x="81985" y="459266"/>
                </a:cxn>
                <a:cxn ang="0">
                  <a:pos x="38835" y="424713"/>
                </a:cxn>
                <a:cxn ang="0">
                  <a:pos x="67602" y="348408"/>
                </a:cxn>
                <a:cxn ang="0">
                  <a:pos x="77670" y="283622"/>
                </a:cxn>
                <a:cxn ang="0">
                  <a:pos x="192737" y="336891"/>
                </a:cxn>
                <a:cxn ang="0">
                  <a:pos x="143834" y="274983"/>
                </a:cxn>
                <a:cxn ang="0">
                  <a:pos x="87738" y="243310"/>
                </a:cxn>
                <a:cxn ang="0">
                  <a:pos x="179792" y="244750"/>
                </a:cxn>
                <a:cxn ang="0">
                  <a:pos x="100683" y="200119"/>
                </a:cxn>
                <a:cxn ang="0">
                  <a:pos x="146710" y="185722"/>
                </a:cxn>
                <a:cxn ang="0">
                  <a:pos x="38835" y="185722"/>
                </a:cxn>
                <a:cxn ang="0">
                  <a:pos x="81985" y="128133"/>
                </a:cxn>
                <a:cxn ang="0">
                  <a:pos x="41711" y="143970"/>
                </a:cxn>
                <a:cxn ang="0">
                  <a:pos x="43150" y="119495"/>
                </a:cxn>
                <a:cxn ang="0">
                  <a:pos x="81985" y="46070"/>
                </a:cxn>
                <a:cxn ang="0">
                  <a:pos x="81985" y="0"/>
                </a:cxn>
                <a:cxn ang="0">
                  <a:pos x="71917" y="4319"/>
                </a:cxn>
                <a:cxn ang="0">
                  <a:pos x="61848" y="8638"/>
                </a:cxn>
                <a:cxn ang="0">
                  <a:pos x="27328" y="100779"/>
                </a:cxn>
                <a:cxn ang="0">
                  <a:pos x="27328" y="194360"/>
                </a:cxn>
                <a:cxn ang="0">
                  <a:pos x="7191" y="217395"/>
                </a:cxn>
                <a:cxn ang="0">
                  <a:pos x="7191" y="274983"/>
                </a:cxn>
                <a:cxn ang="0">
                  <a:pos x="31643" y="298019"/>
                </a:cxn>
                <a:cxn ang="0">
                  <a:pos x="17260" y="382961"/>
                </a:cxn>
                <a:cxn ang="0">
                  <a:pos x="14383" y="488060"/>
                </a:cxn>
                <a:cxn ang="0">
                  <a:pos x="38835" y="587400"/>
                </a:cxn>
                <a:cxn ang="0">
                  <a:pos x="156779" y="896937"/>
                </a:cxn>
                <a:cxn ang="0">
                  <a:pos x="214313" y="850866"/>
                </a:cxn>
                <a:cxn ang="0">
                  <a:pos x="159655" y="827831"/>
                </a:cxn>
                <a:cxn ang="0">
                  <a:pos x="100683" y="695378"/>
                </a:cxn>
              </a:cxnLst>
              <a:rect l="0" t="0" r="0" b="0"/>
              <a:pathLst>
                <a:path w="149" h="623">
                  <a:moveTo>
                    <a:pt x="31" y="109"/>
                  </a:moveTo>
                  <a:cubicBezTo>
                    <a:pt x="31" y="108"/>
                    <a:pt x="31" y="108"/>
                    <a:pt x="30" y="108"/>
                  </a:cubicBezTo>
                  <a:cubicBezTo>
                    <a:pt x="31" y="108"/>
                    <a:pt x="31" y="108"/>
                    <a:pt x="31" y="109"/>
                  </a:cubicBezTo>
                  <a:close/>
                  <a:moveTo>
                    <a:pt x="70" y="483"/>
                  </a:moveTo>
                  <a:cubicBezTo>
                    <a:pt x="58" y="475"/>
                    <a:pt x="26" y="333"/>
                    <a:pt x="26" y="333"/>
                  </a:cubicBezTo>
                  <a:cubicBezTo>
                    <a:pt x="26" y="333"/>
                    <a:pt x="9" y="326"/>
                    <a:pt x="44" y="332"/>
                  </a:cubicBezTo>
                  <a:cubicBezTo>
                    <a:pt x="79" y="339"/>
                    <a:pt x="111" y="295"/>
                    <a:pt x="111" y="295"/>
                  </a:cubicBezTo>
                  <a:cubicBezTo>
                    <a:pt x="111" y="295"/>
                    <a:pt x="67" y="314"/>
                    <a:pt x="57" y="319"/>
                  </a:cubicBezTo>
                  <a:cubicBezTo>
                    <a:pt x="47" y="324"/>
                    <a:pt x="22" y="304"/>
                    <a:pt x="27" y="295"/>
                  </a:cubicBezTo>
                  <a:cubicBezTo>
                    <a:pt x="32" y="287"/>
                    <a:pt x="37" y="253"/>
                    <a:pt x="47" y="242"/>
                  </a:cubicBezTo>
                  <a:cubicBezTo>
                    <a:pt x="54" y="234"/>
                    <a:pt x="55" y="212"/>
                    <a:pt x="54" y="197"/>
                  </a:cubicBezTo>
                  <a:cubicBezTo>
                    <a:pt x="100" y="186"/>
                    <a:pt x="134" y="234"/>
                    <a:pt x="134" y="234"/>
                  </a:cubicBezTo>
                  <a:cubicBezTo>
                    <a:pt x="134" y="234"/>
                    <a:pt x="121" y="206"/>
                    <a:pt x="100" y="191"/>
                  </a:cubicBezTo>
                  <a:cubicBezTo>
                    <a:pt x="80" y="175"/>
                    <a:pt x="61" y="169"/>
                    <a:pt x="61" y="169"/>
                  </a:cubicBezTo>
                  <a:cubicBezTo>
                    <a:pt x="78" y="162"/>
                    <a:pt x="105" y="165"/>
                    <a:pt x="125" y="170"/>
                  </a:cubicBezTo>
                  <a:cubicBezTo>
                    <a:pt x="106" y="160"/>
                    <a:pt x="82" y="146"/>
                    <a:pt x="70" y="139"/>
                  </a:cubicBezTo>
                  <a:cubicBezTo>
                    <a:pt x="74" y="117"/>
                    <a:pt x="102" y="129"/>
                    <a:pt x="102" y="129"/>
                  </a:cubicBezTo>
                  <a:cubicBezTo>
                    <a:pt x="78" y="95"/>
                    <a:pt x="27" y="129"/>
                    <a:pt x="27" y="129"/>
                  </a:cubicBezTo>
                  <a:cubicBezTo>
                    <a:pt x="25" y="119"/>
                    <a:pt x="57" y="89"/>
                    <a:pt x="57" y="89"/>
                  </a:cubicBezTo>
                  <a:lnTo>
                    <a:pt x="29" y="100"/>
                  </a:lnTo>
                  <a:cubicBezTo>
                    <a:pt x="28" y="92"/>
                    <a:pt x="30" y="83"/>
                    <a:pt x="30" y="83"/>
                  </a:cubicBezTo>
                  <a:lnTo>
                    <a:pt x="57" y="32"/>
                  </a:lnTo>
                  <a:lnTo>
                    <a:pt x="57" y="0"/>
                  </a:lnTo>
                  <a:cubicBezTo>
                    <a:pt x="55" y="1"/>
                    <a:pt x="52" y="2"/>
                    <a:pt x="50" y="3"/>
                  </a:cubicBezTo>
                  <a:cubicBezTo>
                    <a:pt x="47" y="5"/>
                    <a:pt x="43" y="6"/>
                    <a:pt x="43" y="6"/>
                  </a:cubicBezTo>
                  <a:cubicBezTo>
                    <a:pt x="43" y="6"/>
                    <a:pt x="22" y="65"/>
                    <a:pt x="19" y="70"/>
                  </a:cubicBezTo>
                  <a:cubicBezTo>
                    <a:pt x="15" y="75"/>
                    <a:pt x="19" y="135"/>
                    <a:pt x="19" y="135"/>
                  </a:cubicBezTo>
                  <a:cubicBezTo>
                    <a:pt x="19" y="135"/>
                    <a:pt x="3" y="139"/>
                    <a:pt x="5" y="151"/>
                  </a:cubicBezTo>
                  <a:cubicBezTo>
                    <a:pt x="7" y="163"/>
                    <a:pt x="0" y="183"/>
                    <a:pt x="5" y="191"/>
                  </a:cubicBezTo>
                  <a:cubicBezTo>
                    <a:pt x="10" y="200"/>
                    <a:pt x="22" y="207"/>
                    <a:pt x="22" y="207"/>
                  </a:cubicBezTo>
                  <a:cubicBezTo>
                    <a:pt x="22" y="207"/>
                    <a:pt x="13" y="257"/>
                    <a:pt x="12" y="266"/>
                  </a:cubicBezTo>
                  <a:cubicBezTo>
                    <a:pt x="10" y="275"/>
                    <a:pt x="7" y="327"/>
                    <a:pt x="10" y="339"/>
                  </a:cubicBezTo>
                  <a:cubicBezTo>
                    <a:pt x="13" y="351"/>
                    <a:pt x="27" y="408"/>
                    <a:pt x="27" y="408"/>
                  </a:cubicBezTo>
                  <a:cubicBezTo>
                    <a:pt x="27" y="408"/>
                    <a:pt x="88" y="610"/>
                    <a:pt x="109" y="623"/>
                  </a:cubicBezTo>
                  <a:cubicBezTo>
                    <a:pt x="109" y="623"/>
                    <a:pt x="128" y="607"/>
                    <a:pt x="149" y="591"/>
                  </a:cubicBezTo>
                  <a:lnTo>
                    <a:pt x="111" y="575"/>
                  </a:lnTo>
                  <a:cubicBezTo>
                    <a:pt x="111" y="575"/>
                    <a:pt x="82" y="492"/>
                    <a:pt x="70" y="483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5" name="Freeform 55"/>
            <p:cNvSpPr/>
            <p:nvPr/>
          </p:nvSpPr>
          <p:spPr>
            <a:xfrm>
              <a:off x="10467976" y="2203450"/>
              <a:ext cx="23813" cy="12700"/>
            </a:xfrm>
            <a:custGeom>
              <a:avLst/>
              <a:gdLst/>
              <a:ahLst/>
              <a:cxnLst>
                <a:cxn ang="0">
                  <a:pos x="23813" y="5644"/>
                </a:cxn>
                <a:cxn ang="0">
                  <a:pos x="0" y="0"/>
                </a:cxn>
                <a:cxn ang="0">
                  <a:pos x="23813" y="5644"/>
                </a:cxn>
              </a:cxnLst>
              <a:rect l="0" t="0" r="0" b="0"/>
              <a:pathLst>
                <a:path w="17" h="9">
                  <a:moveTo>
                    <a:pt x="17" y="4"/>
                  </a:moveTo>
                  <a:cubicBezTo>
                    <a:pt x="17" y="4"/>
                    <a:pt x="14" y="3"/>
                    <a:pt x="0" y="0"/>
                  </a:cubicBezTo>
                  <a:cubicBezTo>
                    <a:pt x="14" y="9"/>
                    <a:pt x="14" y="6"/>
                    <a:pt x="17" y="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6" name="Freeform 56"/>
            <p:cNvSpPr/>
            <p:nvPr/>
          </p:nvSpPr>
          <p:spPr>
            <a:xfrm>
              <a:off x="10560051" y="1558925"/>
              <a:ext cx="280988" cy="354012"/>
            </a:xfrm>
            <a:custGeom>
              <a:avLst/>
              <a:gdLst/>
              <a:ahLst/>
              <a:cxnLst>
                <a:cxn ang="0">
                  <a:pos x="153396" y="351133"/>
                </a:cxn>
                <a:cxn ang="0">
                  <a:pos x="203572" y="315157"/>
                </a:cxn>
                <a:cxn ang="0">
                  <a:pos x="253749" y="223056"/>
                </a:cxn>
                <a:cxn ang="0">
                  <a:pos x="266651" y="223056"/>
                </a:cxn>
                <a:cxn ang="0">
                  <a:pos x="275253" y="174127"/>
                </a:cxn>
                <a:cxn ang="0">
                  <a:pos x="266651" y="130955"/>
                </a:cxn>
                <a:cxn ang="0">
                  <a:pos x="275253" y="20147"/>
                </a:cxn>
                <a:cxn ang="0">
                  <a:pos x="113255" y="0"/>
                </a:cxn>
                <a:cxn ang="0">
                  <a:pos x="43008" y="37415"/>
                </a:cxn>
                <a:cxn ang="0">
                  <a:pos x="43008" y="130955"/>
                </a:cxn>
                <a:cxn ang="0">
                  <a:pos x="12902" y="130955"/>
                </a:cxn>
                <a:cxn ang="0">
                  <a:pos x="43008" y="214421"/>
                </a:cxn>
                <a:cxn ang="0">
                  <a:pos x="70247" y="306522"/>
                </a:cxn>
                <a:cxn ang="0">
                  <a:pos x="153396" y="351133"/>
                </a:cxn>
              </a:cxnLst>
              <a:rect l="0" t="0" r="0" b="0"/>
              <a:pathLst>
                <a:path w="196" h="246">
                  <a:moveTo>
                    <a:pt x="107" y="244"/>
                  </a:moveTo>
                  <a:cubicBezTo>
                    <a:pt x="124" y="246"/>
                    <a:pt x="137" y="225"/>
                    <a:pt x="142" y="219"/>
                  </a:cubicBezTo>
                  <a:cubicBezTo>
                    <a:pt x="147" y="213"/>
                    <a:pt x="173" y="171"/>
                    <a:pt x="177" y="155"/>
                  </a:cubicBezTo>
                  <a:cubicBezTo>
                    <a:pt x="177" y="155"/>
                    <a:pt x="185" y="160"/>
                    <a:pt x="186" y="155"/>
                  </a:cubicBezTo>
                  <a:cubicBezTo>
                    <a:pt x="186" y="155"/>
                    <a:pt x="190" y="127"/>
                    <a:pt x="192" y="121"/>
                  </a:cubicBezTo>
                  <a:cubicBezTo>
                    <a:pt x="194" y="115"/>
                    <a:pt x="196" y="92"/>
                    <a:pt x="186" y="91"/>
                  </a:cubicBezTo>
                  <a:lnTo>
                    <a:pt x="192" y="14"/>
                  </a:lnTo>
                  <a:lnTo>
                    <a:pt x="79" y="0"/>
                  </a:lnTo>
                  <a:lnTo>
                    <a:pt x="30" y="26"/>
                  </a:lnTo>
                  <a:lnTo>
                    <a:pt x="30" y="91"/>
                  </a:lnTo>
                  <a:cubicBezTo>
                    <a:pt x="30" y="91"/>
                    <a:pt x="13" y="83"/>
                    <a:pt x="9" y="91"/>
                  </a:cubicBezTo>
                  <a:cubicBezTo>
                    <a:pt x="9" y="91"/>
                    <a:pt x="0" y="150"/>
                    <a:pt x="30" y="149"/>
                  </a:cubicBezTo>
                  <a:cubicBezTo>
                    <a:pt x="30" y="149"/>
                    <a:pt x="36" y="194"/>
                    <a:pt x="49" y="213"/>
                  </a:cubicBezTo>
                  <a:cubicBezTo>
                    <a:pt x="63" y="232"/>
                    <a:pt x="82" y="242"/>
                    <a:pt x="107" y="244"/>
                  </a:cubicBez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7" name="Freeform 57"/>
            <p:cNvSpPr/>
            <p:nvPr/>
          </p:nvSpPr>
          <p:spPr>
            <a:xfrm>
              <a:off x="10560051" y="1560513"/>
              <a:ext cx="134938" cy="341312"/>
            </a:xfrm>
            <a:custGeom>
              <a:avLst/>
              <a:gdLst/>
              <a:ahLst/>
              <a:cxnLst>
                <a:cxn ang="0">
                  <a:pos x="117711" y="341312"/>
                </a:cxn>
                <a:cxn ang="0">
                  <a:pos x="78953" y="243382"/>
                </a:cxn>
                <a:cxn ang="0">
                  <a:pos x="91872" y="192978"/>
                </a:cxn>
                <a:cxn ang="0">
                  <a:pos x="78953" y="162735"/>
                </a:cxn>
                <a:cxn ang="0">
                  <a:pos x="104792" y="138252"/>
                </a:cxn>
                <a:cxn ang="0">
                  <a:pos x="122018" y="84967"/>
                </a:cxn>
                <a:cxn ang="0">
                  <a:pos x="134938" y="1440"/>
                </a:cxn>
                <a:cxn ang="0">
                  <a:pos x="113405" y="0"/>
                </a:cxn>
                <a:cxn ang="0">
                  <a:pos x="43065" y="36003"/>
                </a:cxn>
                <a:cxn ang="0">
                  <a:pos x="43065" y="129612"/>
                </a:cxn>
                <a:cxn ang="0">
                  <a:pos x="12919" y="129612"/>
                </a:cxn>
                <a:cxn ang="0">
                  <a:pos x="43065" y="213139"/>
                </a:cxn>
                <a:cxn ang="0">
                  <a:pos x="70340" y="305308"/>
                </a:cxn>
                <a:cxn ang="0">
                  <a:pos x="117711" y="341312"/>
                </a:cxn>
              </a:cxnLst>
              <a:rect l="0" t="0" r="0" b="0"/>
              <a:pathLst>
                <a:path w="94" h="237">
                  <a:moveTo>
                    <a:pt x="82" y="237"/>
                  </a:moveTo>
                  <a:cubicBezTo>
                    <a:pt x="68" y="217"/>
                    <a:pt x="55" y="169"/>
                    <a:pt x="55" y="169"/>
                  </a:cubicBezTo>
                  <a:cubicBezTo>
                    <a:pt x="53" y="157"/>
                    <a:pt x="64" y="134"/>
                    <a:pt x="64" y="134"/>
                  </a:cubicBezTo>
                  <a:lnTo>
                    <a:pt x="55" y="113"/>
                  </a:lnTo>
                  <a:cubicBezTo>
                    <a:pt x="55" y="106"/>
                    <a:pt x="73" y="96"/>
                    <a:pt x="73" y="96"/>
                  </a:cubicBezTo>
                  <a:cubicBezTo>
                    <a:pt x="73" y="96"/>
                    <a:pt x="84" y="69"/>
                    <a:pt x="85" y="59"/>
                  </a:cubicBezTo>
                  <a:cubicBezTo>
                    <a:pt x="86" y="53"/>
                    <a:pt x="91" y="26"/>
                    <a:pt x="94" y="1"/>
                  </a:cubicBezTo>
                  <a:lnTo>
                    <a:pt x="79" y="0"/>
                  </a:lnTo>
                  <a:lnTo>
                    <a:pt x="30" y="25"/>
                  </a:lnTo>
                  <a:lnTo>
                    <a:pt x="30" y="90"/>
                  </a:lnTo>
                  <a:cubicBezTo>
                    <a:pt x="30" y="90"/>
                    <a:pt x="13" y="82"/>
                    <a:pt x="9" y="90"/>
                  </a:cubicBezTo>
                  <a:cubicBezTo>
                    <a:pt x="9" y="90"/>
                    <a:pt x="0" y="149"/>
                    <a:pt x="30" y="148"/>
                  </a:cubicBezTo>
                  <a:cubicBezTo>
                    <a:pt x="30" y="148"/>
                    <a:pt x="36" y="193"/>
                    <a:pt x="49" y="212"/>
                  </a:cubicBezTo>
                  <a:cubicBezTo>
                    <a:pt x="58" y="224"/>
                    <a:pt x="69" y="232"/>
                    <a:pt x="82" y="237"/>
                  </a:cubicBezTo>
                  <a:close/>
                </a:path>
              </a:pathLst>
            </a:custGeom>
            <a:solidFill>
              <a:srgbClr val="E2A069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8" name="Freeform 58"/>
            <p:cNvSpPr/>
            <p:nvPr/>
          </p:nvSpPr>
          <p:spPr>
            <a:xfrm>
              <a:off x="10775951" y="1690688"/>
              <a:ext cx="68263" cy="166687"/>
            </a:xfrm>
            <a:custGeom>
              <a:avLst/>
              <a:gdLst/>
              <a:ahLst/>
              <a:cxnLst>
                <a:cxn ang="0">
                  <a:pos x="38397" y="91965"/>
                </a:cxn>
                <a:cxn ang="0">
                  <a:pos x="51197" y="91965"/>
                </a:cxn>
                <a:cxn ang="0">
                  <a:pos x="68263" y="27302"/>
                </a:cxn>
                <a:cxn ang="0">
                  <a:pos x="51197" y="0"/>
                </a:cxn>
                <a:cxn ang="0">
                  <a:pos x="29865" y="80469"/>
                </a:cxn>
                <a:cxn ang="0">
                  <a:pos x="0" y="107771"/>
                </a:cxn>
                <a:cxn ang="0">
                  <a:pos x="0" y="166687"/>
                </a:cxn>
                <a:cxn ang="0">
                  <a:pos x="38397" y="91965"/>
                </a:cxn>
              </a:cxnLst>
              <a:rect l="0" t="0" r="0" b="0"/>
              <a:pathLst>
                <a:path w="48" h="116">
                  <a:moveTo>
                    <a:pt x="27" y="64"/>
                  </a:moveTo>
                  <a:cubicBezTo>
                    <a:pt x="27" y="64"/>
                    <a:pt x="35" y="69"/>
                    <a:pt x="36" y="64"/>
                  </a:cubicBezTo>
                  <a:cubicBezTo>
                    <a:pt x="36" y="64"/>
                    <a:pt x="48" y="35"/>
                    <a:pt x="48" y="19"/>
                  </a:cubicBezTo>
                  <a:cubicBezTo>
                    <a:pt x="47" y="12"/>
                    <a:pt x="46" y="1"/>
                    <a:pt x="36" y="0"/>
                  </a:cubicBezTo>
                  <a:cubicBezTo>
                    <a:pt x="36" y="0"/>
                    <a:pt x="27" y="48"/>
                    <a:pt x="21" y="56"/>
                  </a:cubicBezTo>
                  <a:cubicBezTo>
                    <a:pt x="15" y="65"/>
                    <a:pt x="0" y="75"/>
                    <a:pt x="0" y="75"/>
                  </a:cubicBezTo>
                  <a:cubicBezTo>
                    <a:pt x="3" y="79"/>
                    <a:pt x="4" y="97"/>
                    <a:pt x="0" y="116"/>
                  </a:cubicBezTo>
                  <a:cubicBezTo>
                    <a:pt x="10" y="101"/>
                    <a:pt x="24" y="76"/>
                    <a:pt x="27" y="64"/>
                  </a:cubicBezTo>
                  <a:close/>
                </a:path>
              </a:pathLst>
            </a:custGeom>
            <a:solidFill>
              <a:srgbClr val="E2A069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9" name="Freeform 59"/>
            <p:cNvSpPr/>
            <p:nvPr/>
          </p:nvSpPr>
          <p:spPr>
            <a:xfrm>
              <a:off x="10583863" y="1484313"/>
              <a:ext cx="268288" cy="255587"/>
            </a:xfrm>
            <a:custGeom>
              <a:avLst/>
              <a:gdLst/>
              <a:ahLst/>
              <a:cxnLst>
                <a:cxn ang="0">
                  <a:pos x="266845" y="109127"/>
                </a:cxn>
                <a:cxn ang="0">
                  <a:pos x="183185" y="0"/>
                </a:cxn>
                <a:cxn ang="0">
                  <a:pos x="134144" y="10051"/>
                </a:cxn>
                <a:cxn ang="0">
                  <a:pos x="79332" y="15794"/>
                </a:cxn>
                <a:cxn ang="0">
                  <a:pos x="49041" y="31589"/>
                </a:cxn>
                <a:cxn ang="0">
                  <a:pos x="0" y="101947"/>
                </a:cxn>
                <a:cxn ang="0">
                  <a:pos x="4327" y="201023"/>
                </a:cxn>
                <a:cxn ang="0">
                  <a:pos x="15866" y="203895"/>
                </a:cxn>
                <a:cxn ang="0">
                  <a:pos x="21636" y="242664"/>
                </a:cxn>
                <a:cxn ang="0">
                  <a:pos x="28848" y="236920"/>
                </a:cxn>
                <a:cxn ang="0">
                  <a:pos x="36060" y="180921"/>
                </a:cxn>
                <a:cxn ang="0">
                  <a:pos x="36060" y="137844"/>
                </a:cxn>
                <a:cxn ang="0">
                  <a:pos x="63465" y="113434"/>
                </a:cxn>
                <a:cxn ang="0">
                  <a:pos x="115392" y="130665"/>
                </a:cxn>
                <a:cxn ang="0">
                  <a:pos x="154337" y="150767"/>
                </a:cxn>
                <a:cxn ang="0">
                  <a:pos x="158664" y="150767"/>
                </a:cxn>
                <a:cxn ang="0">
                  <a:pos x="178858" y="149331"/>
                </a:cxn>
                <a:cxn ang="0">
                  <a:pos x="216361" y="166562"/>
                </a:cxn>
                <a:cxn ang="0">
                  <a:pos x="207706" y="139280"/>
                </a:cxn>
                <a:cxn ang="0">
                  <a:pos x="214918" y="137844"/>
                </a:cxn>
                <a:cxn ang="0">
                  <a:pos x="226458" y="155075"/>
                </a:cxn>
                <a:cxn ang="0">
                  <a:pos x="230785" y="205331"/>
                </a:cxn>
                <a:cxn ang="0">
                  <a:pos x="229342" y="249843"/>
                </a:cxn>
                <a:cxn ang="0">
                  <a:pos x="232227" y="255587"/>
                </a:cxn>
                <a:cxn ang="0">
                  <a:pos x="243767" y="205331"/>
                </a:cxn>
                <a:cxn ang="0">
                  <a:pos x="253863" y="211074"/>
                </a:cxn>
                <a:cxn ang="0">
                  <a:pos x="265403" y="165126"/>
                </a:cxn>
                <a:cxn ang="0">
                  <a:pos x="266845" y="109127"/>
                </a:cxn>
              </a:cxnLst>
              <a:rect l="0" t="0" r="0" b="0"/>
              <a:pathLst>
                <a:path w="186" h="178">
                  <a:moveTo>
                    <a:pt x="185" y="76"/>
                  </a:moveTo>
                  <a:cubicBezTo>
                    <a:pt x="185" y="69"/>
                    <a:pt x="181" y="20"/>
                    <a:pt x="127" y="0"/>
                  </a:cubicBezTo>
                  <a:cubicBezTo>
                    <a:pt x="127" y="0"/>
                    <a:pt x="115" y="2"/>
                    <a:pt x="93" y="7"/>
                  </a:cubicBezTo>
                  <a:cubicBezTo>
                    <a:pt x="93" y="7"/>
                    <a:pt x="62" y="6"/>
                    <a:pt x="55" y="11"/>
                  </a:cubicBezTo>
                  <a:cubicBezTo>
                    <a:pt x="49" y="16"/>
                    <a:pt x="34" y="22"/>
                    <a:pt x="34" y="22"/>
                  </a:cubicBezTo>
                  <a:cubicBezTo>
                    <a:pt x="34" y="22"/>
                    <a:pt x="4" y="32"/>
                    <a:pt x="0" y="71"/>
                  </a:cubicBezTo>
                  <a:cubicBezTo>
                    <a:pt x="0" y="71"/>
                    <a:pt x="0" y="121"/>
                    <a:pt x="3" y="140"/>
                  </a:cubicBezTo>
                  <a:cubicBezTo>
                    <a:pt x="3" y="140"/>
                    <a:pt x="7" y="139"/>
                    <a:pt x="11" y="142"/>
                  </a:cubicBezTo>
                  <a:lnTo>
                    <a:pt x="15" y="169"/>
                  </a:lnTo>
                  <a:lnTo>
                    <a:pt x="20" y="165"/>
                  </a:lnTo>
                  <a:cubicBezTo>
                    <a:pt x="20" y="165"/>
                    <a:pt x="17" y="135"/>
                    <a:pt x="25" y="126"/>
                  </a:cubicBezTo>
                  <a:cubicBezTo>
                    <a:pt x="28" y="122"/>
                    <a:pt x="25" y="96"/>
                    <a:pt x="25" y="96"/>
                  </a:cubicBezTo>
                  <a:cubicBezTo>
                    <a:pt x="25" y="96"/>
                    <a:pt x="42" y="80"/>
                    <a:pt x="44" y="79"/>
                  </a:cubicBezTo>
                  <a:cubicBezTo>
                    <a:pt x="44" y="79"/>
                    <a:pt x="68" y="84"/>
                    <a:pt x="80" y="91"/>
                  </a:cubicBezTo>
                  <a:cubicBezTo>
                    <a:pt x="80" y="91"/>
                    <a:pt x="83" y="101"/>
                    <a:pt x="107" y="105"/>
                  </a:cubicBezTo>
                  <a:cubicBezTo>
                    <a:pt x="108" y="105"/>
                    <a:pt x="109" y="105"/>
                    <a:pt x="110" y="105"/>
                  </a:cubicBezTo>
                  <a:cubicBezTo>
                    <a:pt x="114" y="105"/>
                    <a:pt x="119" y="105"/>
                    <a:pt x="124" y="104"/>
                  </a:cubicBezTo>
                  <a:cubicBezTo>
                    <a:pt x="149" y="96"/>
                    <a:pt x="150" y="116"/>
                    <a:pt x="150" y="116"/>
                  </a:cubicBezTo>
                  <a:cubicBezTo>
                    <a:pt x="153" y="107"/>
                    <a:pt x="149" y="101"/>
                    <a:pt x="144" y="97"/>
                  </a:cubicBezTo>
                  <a:lnTo>
                    <a:pt x="149" y="96"/>
                  </a:lnTo>
                  <a:cubicBezTo>
                    <a:pt x="149" y="96"/>
                    <a:pt x="154" y="100"/>
                    <a:pt x="157" y="108"/>
                  </a:cubicBezTo>
                  <a:cubicBezTo>
                    <a:pt x="159" y="119"/>
                    <a:pt x="155" y="132"/>
                    <a:pt x="160" y="143"/>
                  </a:cubicBezTo>
                  <a:cubicBezTo>
                    <a:pt x="164" y="151"/>
                    <a:pt x="159" y="174"/>
                    <a:pt x="159" y="174"/>
                  </a:cubicBezTo>
                  <a:lnTo>
                    <a:pt x="161" y="178"/>
                  </a:lnTo>
                  <a:lnTo>
                    <a:pt x="169" y="143"/>
                  </a:lnTo>
                  <a:cubicBezTo>
                    <a:pt x="169" y="143"/>
                    <a:pt x="175" y="144"/>
                    <a:pt x="176" y="147"/>
                  </a:cubicBezTo>
                  <a:lnTo>
                    <a:pt x="184" y="115"/>
                  </a:lnTo>
                  <a:cubicBezTo>
                    <a:pt x="184" y="115"/>
                    <a:pt x="186" y="82"/>
                    <a:pt x="185" y="76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00" name="Freeform 60"/>
            <p:cNvSpPr/>
            <p:nvPr/>
          </p:nvSpPr>
          <p:spPr>
            <a:xfrm>
              <a:off x="10871201" y="2224088"/>
              <a:ext cx="50800" cy="280987"/>
            </a:xfrm>
            <a:custGeom>
              <a:avLst/>
              <a:gdLst/>
              <a:ahLst/>
              <a:cxnLst>
                <a:cxn ang="0">
                  <a:pos x="39511" y="157064"/>
                </a:cxn>
                <a:cxn ang="0">
                  <a:pos x="15522" y="0"/>
                </a:cxn>
                <a:cxn ang="0">
                  <a:pos x="0" y="237758"/>
                </a:cxn>
                <a:cxn ang="0">
                  <a:pos x="8466" y="280987"/>
                </a:cxn>
                <a:cxn ang="0">
                  <a:pos x="47977" y="280987"/>
                </a:cxn>
                <a:cxn ang="0">
                  <a:pos x="39511" y="157064"/>
                </a:cxn>
              </a:cxnLst>
              <a:rect l="0" t="0" r="0" b="0"/>
              <a:pathLst>
                <a:path w="36" h="195">
                  <a:moveTo>
                    <a:pt x="28" y="109"/>
                  </a:moveTo>
                  <a:cubicBezTo>
                    <a:pt x="36" y="79"/>
                    <a:pt x="20" y="16"/>
                    <a:pt x="11" y="0"/>
                  </a:cubicBezTo>
                  <a:lnTo>
                    <a:pt x="0" y="165"/>
                  </a:lnTo>
                  <a:lnTo>
                    <a:pt x="6" y="195"/>
                  </a:lnTo>
                  <a:cubicBezTo>
                    <a:pt x="6" y="195"/>
                    <a:pt x="18" y="195"/>
                    <a:pt x="34" y="195"/>
                  </a:cubicBezTo>
                  <a:cubicBezTo>
                    <a:pt x="29" y="170"/>
                    <a:pt x="23" y="129"/>
                    <a:pt x="28" y="109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01" name="Freeform 61"/>
            <p:cNvSpPr/>
            <p:nvPr/>
          </p:nvSpPr>
          <p:spPr>
            <a:xfrm>
              <a:off x="10769601" y="1960563"/>
              <a:ext cx="173038" cy="1022350"/>
            </a:xfrm>
            <a:custGeom>
              <a:avLst/>
              <a:gdLst/>
              <a:ahLst/>
              <a:cxnLst>
                <a:cxn ang="0">
                  <a:pos x="79309" y="997905"/>
                </a:cxn>
                <a:cxn ang="0">
                  <a:pos x="155734" y="1022350"/>
                </a:cxn>
                <a:cxn ang="0">
                  <a:pos x="173038" y="1010846"/>
                </a:cxn>
                <a:cxn ang="0">
                  <a:pos x="126894" y="529148"/>
                </a:cxn>
                <a:cxn ang="0">
                  <a:pos x="126894" y="313463"/>
                </a:cxn>
                <a:cxn ang="0">
                  <a:pos x="126894" y="181175"/>
                </a:cxn>
                <a:cxn ang="0">
                  <a:pos x="79309" y="57516"/>
                </a:cxn>
                <a:cxn ang="0">
                  <a:pos x="1441" y="0"/>
                </a:cxn>
                <a:cxn ang="0">
                  <a:pos x="0" y="57516"/>
                </a:cxn>
                <a:cxn ang="0">
                  <a:pos x="79309" y="277515"/>
                </a:cxn>
                <a:cxn ang="0">
                  <a:pos x="63447" y="425619"/>
                </a:cxn>
                <a:cxn ang="0">
                  <a:pos x="95170" y="731893"/>
                </a:cxn>
                <a:cxn ang="0">
                  <a:pos x="79309" y="997905"/>
                </a:cxn>
              </a:cxnLst>
              <a:rect l="0" t="0" r="0" b="0"/>
              <a:pathLst>
                <a:path w="120" h="711">
                  <a:moveTo>
                    <a:pt x="55" y="694"/>
                  </a:moveTo>
                  <a:lnTo>
                    <a:pt x="108" y="711"/>
                  </a:lnTo>
                  <a:lnTo>
                    <a:pt x="120" y="703"/>
                  </a:lnTo>
                  <a:cubicBezTo>
                    <a:pt x="120" y="703"/>
                    <a:pt x="111" y="437"/>
                    <a:pt x="88" y="368"/>
                  </a:cubicBezTo>
                  <a:cubicBezTo>
                    <a:pt x="88" y="368"/>
                    <a:pt x="87" y="244"/>
                    <a:pt x="88" y="218"/>
                  </a:cubicBezTo>
                  <a:cubicBezTo>
                    <a:pt x="88" y="193"/>
                    <a:pt x="89" y="140"/>
                    <a:pt x="88" y="126"/>
                  </a:cubicBezTo>
                  <a:cubicBezTo>
                    <a:pt x="87" y="113"/>
                    <a:pt x="67" y="57"/>
                    <a:pt x="55" y="40"/>
                  </a:cubicBezTo>
                  <a:lnTo>
                    <a:pt x="1" y="0"/>
                  </a:lnTo>
                  <a:lnTo>
                    <a:pt x="0" y="40"/>
                  </a:lnTo>
                  <a:cubicBezTo>
                    <a:pt x="0" y="40"/>
                    <a:pt x="57" y="160"/>
                    <a:pt x="55" y="193"/>
                  </a:cubicBezTo>
                  <a:cubicBezTo>
                    <a:pt x="55" y="193"/>
                    <a:pt x="43" y="288"/>
                    <a:pt x="44" y="296"/>
                  </a:cubicBezTo>
                  <a:cubicBezTo>
                    <a:pt x="45" y="304"/>
                    <a:pt x="66" y="492"/>
                    <a:pt x="66" y="509"/>
                  </a:cubicBezTo>
                  <a:cubicBezTo>
                    <a:pt x="66" y="526"/>
                    <a:pt x="55" y="694"/>
                    <a:pt x="55" y="694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TextBox 7"/>
          <p:cNvSpPr txBox="1"/>
          <p:nvPr/>
        </p:nvSpPr>
        <p:spPr>
          <a:xfrm>
            <a:off x="190500" y="180975"/>
            <a:ext cx="1415772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任务一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3" name="TextBox 43"/>
          <p:cNvSpPr txBox="1"/>
          <p:nvPr/>
        </p:nvSpPr>
        <p:spPr>
          <a:xfrm>
            <a:off x="2590800" y="189230"/>
            <a:ext cx="8013700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电压、电流刻度线的读数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27"/>
          <p:cNvSpPr>
            <a:spLocks noChangeArrowheads="1"/>
          </p:cNvSpPr>
          <p:nvPr/>
        </p:nvSpPr>
        <p:spPr bwMode="auto">
          <a:xfrm>
            <a:off x="3862958" y="5375112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19502" name="Rectangle 33"/>
          <p:cNvSpPr>
            <a:spLocks noChangeArrowheads="1"/>
          </p:cNvSpPr>
          <p:nvPr/>
        </p:nvSpPr>
        <p:spPr bwMode="auto">
          <a:xfrm>
            <a:off x="5519142" y="5584314"/>
            <a:ext cx="2183347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60" name="组合 59"/>
          <p:cNvGrpSpPr/>
          <p:nvPr/>
        </p:nvGrpSpPr>
        <p:grpSpPr>
          <a:xfrm>
            <a:off x="1749015" y="1420321"/>
            <a:ext cx="8473673" cy="1896918"/>
            <a:chOff x="3380562" y="2481467"/>
            <a:chExt cx="8111412" cy="1676204"/>
          </a:xfrm>
        </p:grpSpPr>
        <p:sp>
          <p:nvSpPr>
            <p:cNvPr id="61" name="TextBox 42"/>
            <p:cNvSpPr txBox="1"/>
            <p:nvPr/>
          </p:nvSpPr>
          <p:spPr>
            <a:xfrm>
              <a:off x="4453037" y="2481467"/>
              <a:ext cx="7038937" cy="167620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2"/>
                  </a:solidFill>
                </a:rPr>
                <a:t>知识准备</a:t>
              </a:r>
              <a:endParaRPr lang="en-US" altLang="zh-CN" sz="2400" b="1" dirty="0">
                <a:solidFill>
                  <a:schemeClr val="tx2"/>
                </a:solidFill>
              </a:endParaRPr>
            </a:p>
            <a:p>
              <a:r>
                <a:rPr lang="zh-CN" altLang="en-US" sz="2000" dirty="0"/>
                <a:t>电压、电流刻度线是表盘中的第二条刻度线，最左边最小，为“</a:t>
              </a:r>
              <a:r>
                <a:rPr lang="en-US" sz="2000" dirty="0"/>
                <a:t>0</a:t>
              </a:r>
              <a:r>
                <a:rPr lang="zh-CN" altLang="en-US" sz="2000" dirty="0"/>
                <a:t>”；</a:t>
              </a:r>
              <a:r>
                <a:rPr lang="zh-CN" altLang="en-US" sz="1800" dirty="0"/>
                <a:t>最右边最大，为挡位满量程值。刻度线下方有</a:t>
              </a:r>
              <a:r>
                <a:rPr lang="en-US" sz="1800" dirty="0"/>
                <a:t>0</a:t>
              </a:r>
              <a:r>
                <a:rPr lang="zh-CN" altLang="en-US" sz="1800" dirty="0"/>
                <a:t>～</a:t>
              </a:r>
              <a:r>
                <a:rPr lang="en-US" sz="1800" dirty="0"/>
                <a:t>250</a:t>
              </a:r>
              <a:r>
                <a:rPr lang="zh-CN" altLang="en-US" sz="1800" dirty="0"/>
                <a:t>、</a:t>
              </a:r>
              <a:r>
                <a:rPr lang="en-US" sz="1800" dirty="0"/>
                <a:t>0</a:t>
              </a:r>
              <a:r>
                <a:rPr lang="zh-CN" altLang="en-US" sz="1800" dirty="0"/>
                <a:t>～</a:t>
              </a:r>
              <a:r>
                <a:rPr lang="en-US" sz="1800" dirty="0"/>
                <a:t>50</a:t>
              </a:r>
              <a:r>
                <a:rPr lang="zh-CN" altLang="en-US" sz="1800" dirty="0"/>
                <a:t>、</a:t>
              </a:r>
              <a:r>
                <a:rPr lang="en-US" sz="1800" dirty="0"/>
                <a:t>0</a:t>
              </a:r>
              <a:r>
                <a:rPr lang="zh-CN" altLang="en-US" sz="1800" dirty="0"/>
                <a:t>～</a:t>
              </a:r>
              <a:r>
                <a:rPr lang="en-US" sz="1800" dirty="0"/>
                <a:t>10</a:t>
              </a:r>
              <a:r>
                <a:rPr lang="zh-CN" altLang="en-US" sz="1800" dirty="0"/>
                <a:t>三组数字，选择不同的挡位时，为了读数方便可以选择读其中的任意一组数字。</a:t>
              </a:r>
              <a:endParaRPr lang="en-US" sz="1800" dirty="0"/>
            </a:p>
            <a:p>
              <a:endParaRPr lang="en-US" sz="1800" dirty="0"/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3380562" y="3001166"/>
              <a:ext cx="873509" cy="721908"/>
              <a:chOff x="5068633" y="2299928"/>
              <a:chExt cx="554400" cy="458182"/>
            </a:xfrm>
          </p:grpSpPr>
          <p:sp>
            <p:nvSpPr>
              <p:cNvPr id="63" name="六边形 62"/>
              <p:cNvSpPr/>
              <p:nvPr/>
            </p:nvSpPr>
            <p:spPr>
              <a:xfrm>
                <a:off x="5068633" y="2299928"/>
                <a:ext cx="554400" cy="458182"/>
              </a:xfrm>
              <a:prstGeom prst="hexagon">
                <a:avLst/>
              </a:prstGeom>
              <a:solidFill>
                <a:srgbClr val="A0BF0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Freeform 72"/>
              <p:cNvSpPr>
                <a:spLocks noEditPoints="1"/>
              </p:cNvSpPr>
              <p:nvPr/>
            </p:nvSpPr>
            <p:spPr bwMode="auto">
              <a:xfrm>
                <a:off x="5180447" y="2343925"/>
                <a:ext cx="369521" cy="370187"/>
              </a:xfrm>
              <a:custGeom>
                <a:avLst/>
                <a:gdLst>
                  <a:gd name="T0" fmla="*/ 337 w 411"/>
                  <a:gd name="T1" fmla="*/ 198 h 412"/>
                  <a:gd name="T2" fmla="*/ 284 w 411"/>
                  <a:gd name="T3" fmla="*/ 220 h 412"/>
                  <a:gd name="T4" fmla="*/ 249 w 411"/>
                  <a:gd name="T5" fmla="*/ 185 h 412"/>
                  <a:gd name="T6" fmla="*/ 283 w 411"/>
                  <a:gd name="T7" fmla="*/ 107 h 412"/>
                  <a:gd name="T8" fmla="*/ 176 w 411"/>
                  <a:gd name="T9" fmla="*/ 0 h 412"/>
                  <a:gd name="T10" fmla="*/ 68 w 411"/>
                  <a:gd name="T11" fmla="*/ 107 h 412"/>
                  <a:gd name="T12" fmla="*/ 116 w 411"/>
                  <a:gd name="T13" fmla="*/ 196 h 412"/>
                  <a:gd name="T14" fmla="*/ 96 w 411"/>
                  <a:gd name="T15" fmla="*/ 266 h 412"/>
                  <a:gd name="T16" fmla="*/ 74 w 411"/>
                  <a:gd name="T17" fmla="*/ 263 h 412"/>
                  <a:gd name="T18" fmla="*/ 0 w 411"/>
                  <a:gd name="T19" fmla="*/ 337 h 412"/>
                  <a:gd name="T20" fmla="*/ 74 w 411"/>
                  <a:gd name="T21" fmla="*/ 412 h 412"/>
                  <a:gd name="T22" fmla="*/ 149 w 411"/>
                  <a:gd name="T23" fmla="*/ 337 h 412"/>
                  <a:gd name="T24" fmla="*/ 110 w 411"/>
                  <a:gd name="T25" fmla="*/ 272 h 412"/>
                  <a:gd name="T26" fmla="*/ 130 w 411"/>
                  <a:gd name="T27" fmla="*/ 204 h 412"/>
                  <a:gd name="T28" fmla="*/ 176 w 411"/>
                  <a:gd name="T29" fmla="*/ 214 h 412"/>
                  <a:gd name="T30" fmla="*/ 238 w 411"/>
                  <a:gd name="T31" fmla="*/ 195 h 412"/>
                  <a:gd name="T32" fmla="*/ 275 w 411"/>
                  <a:gd name="T33" fmla="*/ 232 h 412"/>
                  <a:gd name="T34" fmla="*/ 262 w 411"/>
                  <a:gd name="T35" fmla="*/ 273 h 412"/>
                  <a:gd name="T36" fmla="*/ 337 w 411"/>
                  <a:gd name="T37" fmla="*/ 347 h 412"/>
                  <a:gd name="T38" fmla="*/ 411 w 411"/>
                  <a:gd name="T39" fmla="*/ 273 h 412"/>
                  <a:gd name="T40" fmla="*/ 337 w 411"/>
                  <a:gd name="T41" fmla="*/ 198 h 412"/>
                  <a:gd name="T42" fmla="*/ 134 w 411"/>
                  <a:gd name="T43" fmla="*/ 337 h 412"/>
                  <a:gd name="T44" fmla="*/ 74 w 411"/>
                  <a:gd name="T45" fmla="*/ 397 h 412"/>
                  <a:gd name="T46" fmla="*/ 14 w 411"/>
                  <a:gd name="T47" fmla="*/ 337 h 412"/>
                  <a:gd name="T48" fmla="*/ 74 w 411"/>
                  <a:gd name="T49" fmla="*/ 278 h 412"/>
                  <a:gd name="T50" fmla="*/ 134 w 411"/>
                  <a:gd name="T51" fmla="*/ 337 h 412"/>
                  <a:gd name="T52" fmla="*/ 83 w 411"/>
                  <a:gd name="T53" fmla="*/ 107 h 412"/>
                  <a:gd name="T54" fmla="*/ 176 w 411"/>
                  <a:gd name="T55" fmla="*/ 14 h 412"/>
                  <a:gd name="T56" fmla="*/ 268 w 411"/>
                  <a:gd name="T57" fmla="*/ 107 h 412"/>
                  <a:gd name="T58" fmla="*/ 176 w 411"/>
                  <a:gd name="T59" fmla="*/ 200 h 412"/>
                  <a:gd name="T60" fmla="*/ 83 w 411"/>
                  <a:gd name="T61" fmla="*/ 107 h 412"/>
                  <a:gd name="T62" fmla="*/ 337 w 411"/>
                  <a:gd name="T63" fmla="*/ 332 h 412"/>
                  <a:gd name="T64" fmla="*/ 277 w 411"/>
                  <a:gd name="T65" fmla="*/ 273 h 412"/>
                  <a:gd name="T66" fmla="*/ 337 w 411"/>
                  <a:gd name="T67" fmla="*/ 213 h 412"/>
                  <a:gd name="T68" fmla="*/ 397 w 411"/>
                  <a:gd name="T69" fmla="*/ 273 h 412"/>
                  <a:gd name="T70" fmla="*/ 337 w 411"/>
                  <a:gd name="T71" fmla="*/ 332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11" h="412">
                    <a:moveTo>
                      <a:pt x="337" y="198"/>
                    </a:moveTo>
                    <a:cubicBezTo>
                      <a:pt x="316" y="198"/>
                      <a:pt x="298" y="206"/>
                      <a:pt x="284" y="220"/>
                    </a:cubicBezTo>
                    <a:cubicBezTo>
                      <a:pt x="249" y="185"/>
                      <a:pt x="249" y="185"/>
                      <a:pt x="249" y="185"/>
                    </a:cubicBezTo>
                    <a:cubicBezTo>
                      <a:pt x="270" y="166"/>
                      <a:pt x="283" y="138"/>
                      <a:pt x="283" y="107"/>
                    </a:cubicBezTo>
                    <a:cubicBezTo>
                      <a:pt x="283" y="48"/>
                      <a:pt x="235" y="0"/>
                      <a:pt x="176" y="0"/>
                    </a:cubicBezTo>
                    <a:cubicBezTo>
                      <a:pt x="117" y="0"/>
                      <a:pt x="68" y="48"/>
                      <a:pt x="68" y="107"/>
                    </a:cubicBezTo>
                    <a:cubicBezTo>
                      <a:pt x="68" y="144"/>
                      <a:pt x="88" y="177"/>
                      <a:pt x="116" y="196"/>
                    </a:cubicBezTo>
                    <a:cubicBezTo>
                      <a:pt x="96" y="266"/>
                      <a:pt x="96" y="266"/>
                      <a:pt x="96" y="266"/>
                    </a:cubicBezTo>
                    <a:cubicBezTo>
                      <a:pt x="89" y="264"/>
                      <a:pt x="82" y="263"/>
                      <a:pt x="74" y="263"/>
                    </a:cubicBezTo>
                    <a:cubicBezTo>
                      <a:pt x="33" y="263"/>
                      <a:pt x="0" y="296"/>
                      <a:pt x="0" y="337"/>
                    </a:cubicBezTo>
                    <a:cubicBezTo>
                      <a:pt x="0" y="378"/>
                      <a:pt x="33" y="412"/>
                      <a:pt x="74" y="412"/>
                    </a:cubicBezTo>
                    <a:cubicBezTo>
                      <a:pt x="115" y="412"/>
                      <a:pt x="149" y="378"/>
                      <a:pt x="149" y="337"/>
                    </a:cubicBezTo>
                    <a:cubicBezTo>
                      <a:pt x="149" y="309"/>
                      <a:pt x="133" y="284"/>
                      <a:pt x="110" y="272"/>
                    </a:cubicBezTo>
                    <a:cubicBezTo>
                      <a:pt x="130" y="204"/>
                      <a:pt x="130" y="204"/>
                      <a:pt x="130" y="204"/>
                    </a:cubicBezTo>
                    <a:cubicBezTo>
                      <a:pt x="144" y="210"/>
                      <a:pt x="159" y="214"/>
                      <a:pt x="176" y="214"/>
                    </a:cubicBezTo>
                    <a:cubicBezTo>
                      <a:pt x="199" y="214"/>
                      <a:pt x="220" y="207"/>
                      <a:pt x="238" y="195"/>
                    </a:cubicBezTo>
                    <a:cubicBezTo>
                      <a:pt x="275" y="232"/>
                      <a:pt x="275" y="232"/>
                      <a:pt x="275" y="232"/>
                    </a:cubicBezTo>
                    <a:cubicBezTo>
                      <a:pt x="267" y="243"/>
                      <a:pt x="262" y="257"/>
                      <a:pt x="262" y="273"/>
                    </a:cubicBezTo>
                    <a:cubicBezTo>
                      <a:pt x="262" y="314"/>
                      <a:pt x="296" y="347"/>
                      <a:pt x="337" y="347"/>
                    </a:cubicBezTo>
                    <a:cubicBezTo>
                      <a:pt x="378" y="347"/>
                      <a:pt x="411" y="314"/>
                      <a:pt x="411" y="273"/>
                    </a:cubicBezTo>
                    <a:cubicBezTo>
                      <a:pt x="411" y="231"/>
                      <a:pt x="378" y="198"/>
                      <a:pt x="337" y="198"/>
                    </a:cubicBezTo>
                    <a:close/>
                    <a:moveTo>
                      <a:pt x="134" y="337"/>
                    </a:moveTo>
                    <a:cubicBezTo>
                      <a:pt x="134" y="370"/>
                      <a:pt x="107" y="397"/>
                      <a:pt x="74" y="397"/>
                    </a:cubicBezTo>
                    <a:cubicBezTo>
                      <a:pt x="41" y="397"/>
                      <a:pt x="14" y="370"/>
                      <a:pt x="14" y="337"/>
                    </a:cubicBezTo>
                    <a:cubicBezTo>
                      <a:pt x="14" y="304"/>
                      <a:pt x="41" y="278"/>
                      <a:pt x="74" y="278"/>
                    </a:cubicBezTo>
                    <a:cubicBezTo>
                      <a:pt x="107" y="278"/>
                      <a:pt x="134" y="304"/>
                      <a:pt x="134" y="337"/>
                    </a:cubicBezTo>
                    <a:close/>
                    <a:moveTo>
                      <a:pt x="83" y="107"/>
                    </a:moveTo>
                    <a:cubicBezTo>
                      <a:pt x="83" y="56"/>
                      <a:pt x="125" y="14"/>
                      <a:pt x="176" y="14"/>
                    </a:cubicBezTo>
                    <a:cubicBezTo>
                      <a:pt x="227" y="14"/>
                      <a:pt x="268" y="56"/>
                      <a:pt x="268" y="107"/>
                    </a:cubicBezTo>
                    <a:cubicBezTo>
                      <a:pt x="268" y="158"/>
                      <a:pt x="227" y="200"/>
                      <a:pt x="176" y="200"/>
                    </a:cubicBezTo>
                    <a:cubicBezTo>
                      <a:pt x="125" y="200"/>
                      <a:pt x="83" y="158"/>
                      <a:pt x="83" y="107"/>
                    </a:cubicBezTo>
                    <a:close/>
                    <a:moveTo>
                      <a:pt x="337" y="332"/>
                    </a:moveTo>
                    <a:cubicBezTo>
                      <a:pt x="304" y="332"/>
                      <a:pt x="277" y="306"/>
                      <a:pt x="277" y="273"/>
                    </a:cubicBezTo>
                    <a:cubicBezTo>
                      <a:pt x="277" y="240"/>
                      <a:pt x="304" y="213"/>
                      <a:pt x="337" y="213"/>
                    </a:cubicBezTo>
                    <a:cubicBezTo>
                      <a:pt x="370" y="213"/>
                      <a:pt x="397" y="240"/>
                      <a:pt x="397" y="273"/>
                    </a:cubicBezTo>
                    <a:cubicBezTo>
                      <a:pt x="397" y="306"/>
                      <a:pt x="370" y="332"/>
                      <a:pt x="337" y="3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68571" tIns="34286" rIns="68571" bIns="34286" numCol="1" anchor="t" anchorCtr="0" compatLnSpc="1"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2678" y="3317238"/>
            <a:ext cx="6371064" cy="343057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811" y="3345633"/>
            <a:ext cx="4299492" cy="212830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6"/>
          <p:cNvGrpSpPr/>
          <p:nvPr/>
        </p:nvGrpSpPr>
        <p:grpSpPr>
          <a:xfrm>
            <a:off x="137957" y="1504481"/>
            <a:ext cx="1865312" cy="4575175"/>
            <a:chOff x="10256838" y="1484313"/>
            <a:chExt cx="1163638" cy="2852737"/>
          </a:xfrm>
        </p:grpSpPr>
        <p:sp>
          <p:nvSpPr>
            <p:cNvPr id="19473" name="Freeform 33"/>
            <p:cNvSpPr/>
            <p:nvPr/>
          </p:nvSpPr>
          <p:spPr>
            <a:xfrm>
              <a:off x="10591801" y="1736725"/>
              <a:ext cx="188913" cy="273050"/>
            </a:xfrm>
            <a:custGeom>
              <a:avLst/>
              <a:gdLst/>
              <a:ahLst/>
              <a:cxnLst>
                <a:cxn ang="0">
                  <a:pos x="0" y="119279"/>
                </a:cxn>
                <a:cxn ang="0">
                  <a:pos x="7155" y="10059"/>
                </a:cxn>
                <a:cxn ang="0">
                  <a:pos x="128804" y="63232"/>
                </a:cxn>
                <a:cxn ang="0">
                  <a:pos x="177463" y="188260"/>
                </a:cxn>
                <a:cxn ang="0">
                  <a:pos x="88731" y="273050"/>
                </a:cxn>
                <a:cxn ang="0">
                  <a:pos x="0" y="119279"/>
                </a:cxn>
              </a:cxnLst>
              <a:rect l="0" t="0" r="0" b="0"/>
              <a:pathLst>
                <a:path w="132" h="190">
                  <a:moveTo>
                    <a:pt x="0" y="83"/>
                  </a:moveTo>
                  <a:cubicBezTo>
                    <a:pt x="0" y="83"/>
                    <a:pt x="5" y="15"/>
                    <a:pt x="5" y="7"/>
                  </a:cubicBezTo>
                  <a:cubicBezTo>
                    <a:pt x="5" y="0"/>
                    <a:pt x="90" y="44"/>
                    <a:pt x="90" y="44"/>
                  </a:cubicBezTo>
                  <a:cubicBezTo>
                    <a:pt x="90" y="44"/>
                    <a:pt x="116" y="103"/>
                    <a:pt x="124" y="131"/>
                  </a:cubicBezTo>
                  <a:cubicBezTo>
                    <a:pt x="132" y="159"/>
                    <a:pt x="62" y="190"/>
                    <a:pt x="62" y="190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rgbClr val="C68C5E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4" name="Freeform 34"/>
            <p:cNvSpPr/>
            <p:nvPr/>
          </p:nvSpPr>
          <p:spPr>
            <a:xfrm>
              <a:off x="10456863" y="4075113"/>
              <a:ext cx="282575" cy="261937"/>
            </a:xfrm>
            <a:custGeom>
              <a:avLst/>
              <a:gdLst/>
              <a:ahLst/>
              <a:cxnLst>
                <a:cxn ang="0">
                  <a:pos x="38926" y="23027"/>
                </a:cxn>
                <a:cxn ang="0">
                  <a:pos x="23067" y="146799"/>
                </a:cxn>
                <a:cxn ang="0">
                  <a:pos x="15858" y="181341"/>
                </a:cxn>
                <a:cxn ang="0">
                  <a:pos x="54784" y="181341"/>
                </a:cxn>
                <a:cxn ang="0">
                  <a:pos x="185980" y="250423"/>
                </a:cxn>
                <a:cxn ang="0">
                  <a:pos x="282575" y="220199"/>
                </a:cxn>
                <a:cxn ang="0">
                  <a:pos x="232115" y="138164"/>
                </a:cxn>
                <a:cxn ang="0">
                  <a:pos x="174446" y="23027"/>
                </a:cxn>
                <a:cxn ang="0">
                  <a:pos x="38926" y="23027"/>
                </a:cxn>
              </a:cxnLst>
              <a:rect l="0" t="0" r="0" b="0"/>
              <a:pathLst>
                <a:path w="196" h="182">
                  <a:moveTo>
                    <a:pt x="27" y="16"/>
                  </a:moveTo>
                  <a:cubicBezTo>
                    <a:pt x="27" y="16"/>
                    <a:pt x="0" y="81"/>
                    <a:pt x="16" y="102"/>
                  </a:cubicBezTo>
                  <a:lnTo>
                    <a:pt x="11" y="126"/>
                  </a:lnTo>
                  <a:lnTo>
                    <a:pt x="38" y="126"/>
                  </a:lnTo>
                  <a:cubicBezTo>
                    <a:pt x="38" y="126"/>
                    <a:pt x="46" y="182"/>
                    <a:pt x="129" y="174"/>
                  </a:cubicBezTo>
                  <a:lnTo>
                    <a:pt x="196" y="153"/>
                  </a:lnTo>
                  <a:cubicBezTo>
                    <a:pt x="196" y="153"/>
                    <a:pt x="166" y="103"/>
                    <a:pt x="161" y="96"/>
                  </a:cubicBezTo>
                  <a:cubicBezTo>
                    <a:pt x="156" y="89"/>
                    <a:pt x="124" y="33"/>
                    <a:pt x="121" y="16"/>
                  </a:cubicBezTo>
                  <a:cubicBezTo>
                    <a:pt x="118" y="0"/>
                    <a:pt x="27" y="16"/>
                    <a:pt x="27" y="16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5" name="Freeform 35"/>
            <p:cNvSpPr/>
            <p:nvPr/>
          </p:nvSpPr>
          <p:spPr>
            <a:xfrm>
              <a:off x="11185526" y="2214563"/>
              <a:ext cx="234950" cy="152400"/>
            </a:xfrm>
            <a:custGeom>
              <a:avLst/>
              <a:gdLst/>
              <a:ahLst/>
              <a:cxnLst>
                <a:cxn ang="0">
                  <a:pos x="41800" y="145211"/>
                </a:cxn>
                <a:cxn ang="0">
                  <a:pos x="131168" y="145211"/>
                </a:cxn>
                <a:cxn ang="0">
                  <a:pos x="234950" y="87701"/>
                </a:cxn>
                <a:cxn ang="0">
                  <a:pos x="234950" y="57509"/>
                </a:cxn>
                <a:cxn ang="0">
                  <a:pos x="172969" y="57509"/>
                </a:cxn>
                <a:cxn ang="0">
                  <a:pos x="89367" y="69011"/>
                </a:cxn>
                <a:cxn ang="0">
                  <a:pos x="69187" y="50320"/>
                </a:cxn>
                <a:cxn ang="0">
                  <a:pos x="80719" y="10064"/>
                </a:cxn>
                <a:cxn ang="0">
                  <a:pos x="41800" y="60384"/>
                </a:cxn>
                <a:cxn ang="0">
                  <a:pos x="0" y="99203"/>
                </a:cxn>
                <a:cxn ang="0">
                  <a:pos x="41800" y="145211"/>
                </a:cxn>
              </a:cxnLst>
              <a:rect l="0" t="0" r="0" b="0"/>
              <a:pathLst>
                <a:path w="163" h="106">
                  <a:moveTo>
                    <a:pt x="29" y="101"/>
                  </a:moveTo>
                  <a:cubicBezTo>
                    <a:pt x="29" y="101"/>
                    <a:pt x="80" y="106"/>
                    <a:pt x="91" y="101"/>
                  </a:cubicBezTo>
                  <a:cubicBezTo>
                    <a:pt x="102" y="96"/>
                    <a:pt x="163" y="61"/>
                    <a:pt x="163" y="61"/>
                  </a:cubicBezTo>
                  <a:lnTo>
                    <a:pt x="163" y="40"/>
                  </a:lnTo>
                  <a:cubicBezTo>
                    <a:pt x="163" y="40"/>
                    <a:pt x="131" y="29"/>
                    <a:pt x="120" y="40"/>
                  </a:cubicBezTo>
                  <a:cubicBezTo>
                    <a:pt x="120" y="40"/>
                    <a:pt x="72" y="48"/>
                    <a:pt x="62" y="48"/>
                  </a:cubicBezTo>
                  <a:lnTo>
                    <a:pt x="48" y="35"/>
                  </a:lnTo>
                  <a:cubicBezTo>
                    <a:pt x="48" y="35"/>
                    <a:pt x="64" y="16"/>
                    <a:pt x="56" y="7"/>
                  </a:cubicBezTo>
                  <a:cubicBezTo>
                    <a:pt x="48" y="0"/>
                    <a:pt x="29" y="42"/>
                    <a:pt x="29" y="42"/>
                  </a:cubicBezTo>
                  <a:lnTo>
                    <a:pt x="0" y="69"/>
                  </a:lnTo>
                  <a:lnTo>
                    <a:pt x="29" y="101"/>
                  </a:ln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6" name="Freeform 36"/>
            <p:cNvSpPr/>
            <p:nvPr/>
          </p:nvSpPr>
          <p:spPr>
            <a:xfrm>
              <a:off x="10599738" y="4027488"/>
              <a:ext cx="347663" cy="182562"/>
            </a:xfrm>
            <a:custGeom>
              <a:avLst/>
              <a:gdLst/>
              <a:ahLst/>
              <a:cxnLst>
                <a:cxn ang="0">
                  <a:pos x="31736" y="142312"/>
                </a:cxn>
                <a:cxn ang="0">
                  <a:pos x="170225" y="181124"/>
                </a:cxn>
                <a:cxn ang="0">
                  <a:pos x="328909" y="181124"/>
                </a:cxn>
                <a:cxn ang="0">
                  <a:pos x="289959" y="142312"/>
                </a:cxn>
                <a:cxn ang="0">
                  <a:pos x="181765" y="103499"/>
                </a:cxn>
                <a:cxn ang="0">
                  <a:pos x="82227" y="0"/>
                </a:cxn>
                <a:cxn ang="0">
                  <a:pos x="7212" y="14374"/>
                </a:cxn>
                <a:cxn ang="0">
                  <a:pos x="31736" y="142312"/>
                </a:cxn>
              </a:cxnLst>
              <a:rect l="0" t="0" r="0" b="0"/>
              <a:pathLst>
                <a:path w="241" h="127">
                  <a:moveTo>
                    <a:pt x="22" y="99"/>
                  </a:moveTo>
                  <a:cubicBezTo>
                    <a:pt x="22" y="99"/>
                    <a:pt x="75" y="127"/>
                    <a:pt x="118" y="126"/>
                  </a:cubicBezTo>
                  <a:lnTo>
                    <a:pt x="228" y="126"/>
                  </a:lnTo>
                  <a:cubicBezTo>
                    <a:pt x="228" y="126"/>
                    <a:pt x="241" y="99"/>
                    <a:pt x="201" y="99"/>
                  </a:cubicBezTo>
                  <a:cubicBezTo>
                    <a:pt x="201" y="99"/>
                    <a:pt x="168" y="99"/>
                    <a:pt x="126" y="72"/>
                  </a:cubicBezTo>
                  <a:cubicBezTo>
                    <a:pt x="83" y="45"/>
                    <a:pt x="57" y="0"/>
                    <a:pt x="57" y="0"/>
                  </a:cubicBezTo>
                  <a:lnTo>
                    <a:pt x="5" y="10"/>
                  </a:lnTo>
                  <a:cubicBezTo>
                    <a:pt x="5" y="10"/>
                    <a:pt x="0" y="69"/>
                    <a:pt x="22" y="99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7" name="Freeform 37"/>
            <p:cNvSpPr/>
            <p:nvPr/>
          </p:nvSpPr>
          <p:spPr>
            <a:xfrm>
              <a:off x="10563226" y="2703513"/>
              <a:ext cx="322263" cy="1371600"/>
            </a:xfrm>
            <a:custGeom>
              <a:avLst/>
              <a:gdLst/>
              <a:ahLst/>
              <a:cxnLst>
                <a:cxn ang="0">
                  <a:pos x="28773" y="1371600"/>
                </a:cxn>
                <a:cxn ang="0">
                  <a:pos x="130919" y="1341407"/>
                </a:cxn>
                <a:cxn ang="0">
                  <a:pos x="130919" y="1295400"/>
                </a:cxn>
                <a:cxn ang="0">
                  <a:pos x="107900" y="1255143"/>
                </a:cxn>
                <a:cxn ang="0">
                  <a:pos x="120848" y="1210573"/>
                </a:cxn>
                <a:cxn ang="0">
                  <a:pos x="100707" y="1173192"/>
                </a:cxn>
                <a:cxn ang="0">
                  <a:pos x="135235" y="1144437"/>
                </a:cxn>
                <a:cxn ang="0">
                  <a:pos x="116532" y="1078301"/>
                </a:cxn>
                <a:cxn ang="0">
                  <a:pos x="135235" y="960407"/>
                </a:cxn>
                <a:cxn ang="0">
                  <a:pos x="148183" y="881332"/>
                </a:cxn>
                <a:cxn ang="0">
                  <a:pos x="145306" y="869830"/>
                </a:cxn>
                <a:cxn ang="0">
                  <a:pos x="189904" y="833886"/>
                </a:cxn>
                <a:cxn ang="0">
                  <a:pos x="176956" y="783566"/>
                </a:cxn>
                <a:cxn ang="0">
                  <a:pos x="205730" y="723181"/>
                </a:cxn>
                <a:cxn ang="0">
                  <a:pos x="306437" y="224286"/>
                </a:cxn>
                <a:cxn ang="0">
                  <a:pos x="307876" y="0"/>
                </a:cxn>
                <a:cxn ang="0">
                  <a:pos x="205730" y="25879"/>
                </a:cxn>
                <a:cxn ang="0">
                  <a:pos x="145306" y="94890"/>
                </a:cxn>
                <a:cxn ang="0">
                  <a:pos x="44598" y="401128"/>
                </a:cxn>
                <a:cxn ang="0">
                  <a:pos x="57546" y="685800"/>
                </a:cxn>
                <a:cxn ang="0">
                  <a:pos x="10070" y="920150"/>
                </a:cxn>
                <a:cxn ang="0">
                  <a:pos x="10070" y="1263769"/>
                </a:cxn>
                <a:cxn ang="0">
                  <a:pos x="28773" y="1371600"/>
                </a:cxn>
              </a:cxnLst>
              <a:rect l="0" t="0" r="0" b="0"/>
              <a:pathLst>
                <a:path w="224" h="954">
                  <a:moveTo>
                    <a:pt x="20" y="954"/>
                  </a:moveTo>
                  <a:lnTo>
                    <a:pt x="91" y="933"/>
                  </a:lnTo>
                  <a:cubicBezTo>
                    <a:pt x="91" y="933"/>
                    <a:pt x="97" y="908"/>
                    <a:pt x="91" y="901"/>
                  </a:cubicBezTo>
                  <a:cubicBezTo>
                    <a:pt x="86" y="895"/>
                    <a:pt x="75" y="873"/>
                    <a:pt x="75" y="873"/>
                  </a:cubicBezTo>
                  <a:cubicBezTo>
                    <a:pt x="75" y="873"/>
                    <a:pt x="90" y="855"/>
                    <a:pt x="84" y="842"/>
                  </a:cubicBezTo>
                  <a:cubicBezTo>
                    <a:pt x="77" y="829"/>
                    <a:pt x="70" y="816"/>
                    <a:pt x="70" y="816"/>
                  </a:cubicBezTo>
                  <a:lnTo>
                    <a:pt x="94" y="796"/>
                  </a:lnTo>
                  <a:cubicBezTo>
                    <a:pt x="94" y="796"/>
                    <a:pt x="79" y="761"/>
                    <a:pt x="81" y="750"/>
                  </a:cubicBezTo>
                  <a:cubicBezTo>
                    <a:pt x="84" y="739"/>
                    <a:pt x="94" y="668"/>
                    <a:pt x="94" y="668"/>
                  </a:cubicBezTo>
                  <a:cubicBezTo>
                    <a:pt x="94" y="668"/>
                    <a:pt x="106" y="622"/>
                    <a:pt x="103" y="613"/>
                  </a:cubicBezTo>
                  <a:lnTo>
                    <a:pt x="101" y="605"/>
                  </a:lnTo>
                  <a:lnTo>
                    <a:pt x="132" y="580"/>
                  </a:lnTo>
                  <a:lnTo>
                    <a:pt x="123" y="545"/>
                  </a:lnTo>
                  <a:lnTo>
                    <a:pt x="143" y="503"/>
                  </a:lnTo>
                  <a:cubicBezTo>
                    <a:pt x="143" y="503"/>
                    <a:pt x="224" y="174"/>
                    <a:pt x="213" y="156"/>
                  </a:cubicBezTo>
                  <a:cubicBezTo>
                    <a:pt x="202" y="139"/>
                    <a:pt x="214" y="0"/>
                    <a:pt x="214" y="0"/>
                  </a:cubicBezTo>
                  <a:lnTo>
                    <a:pt x="143" y="18"/>
                  </a:lnTo>
                  <a:cubicBezTo>
                    <a:pt x="143" y="18"/>
                    <a:pt x="103" y="53"/>
                    <a:pt x="101" y="66"/>
                  </a:cubicBezTo>
                  <a:cubicBezTo>
                    <a:pt x="99" y="79"/>
                    <a:pt x="31" y="279"/>
                    <a:pt x="31" y="279"/>
                  </a:cubicBezTo>
                  <a:lnTo>
                    <a:pt x="40" y="477"/>
                  </a:lnTo>
                  <a:lnTo>
                    <a:pt x="7" y="640"/>
                  </a:lnTo>
                  <a:cubicBezTo>
                    <a:pt x="7" y="640"/>
                    <a:pt x="13" y="873"/>
                    <a:pt x="7" y="879"/>
                  </a:cubicBezTo>
                  <a:cubicBezTo>
                    <a:pt x="0" y="886"/>
                    <a:pt x="20" y="954"/>
                    <a:pt x="20" y="954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8" name="Freeform 38"/>
            <p:cNvSpPr/>
            <p:nvPr/>
          </p:nvSpPr>
          <p:spPr>
            <a:xfrm>
              <a:off x="10563226" y="2703513"/>
              <a:ext cx="307975" cy="1371600"/>
            </a:xfrm>
            <a:custGeom>
              <a:avLst/>
              <a:gdLst/>
              <a:ahLst/>
              <a:cxnLst>
                <a:cxn ang="0">
                  <a:pos x="307975" y="0"/>
                </a:cxn>
                <a:cxn ang="0">
                  <a:pos x="205796" y="25879"/>
                </a:cxn>
                <a:cxn ang="0">
                  <a:pos x="145352" y="94890"/>
                </a:cxn>
                <a:cxn ang="0">
                  <a:pos x="44613" y="401128"/>
                </a:cxn>
                <a:cxn ang="0">
                  <a:pos x="57565" y="685800"/>
                </a:cxn>
                <a:cxn ang="0">
                  <a:pos x="10073" y="920150"/>
                </a:cxn>
                <a:cxn ang="0">
                  <a:pos x="10073" y="1263769"/>
                </a:cxn>
                <a:cxn ang="0">
                  <a:pos x="28782" y="1371600"/>
                </a:cxn>
                <a:cxn ang="0">
                  <a:pos x="130961" y="1341407"/>
                </a:cxn>
                <a:cxn ang="0">
                  <a:pos x="133839" y="1321279"/>
                </a:cxn>
                <a:cxn ang="0">
                  <a:pos x="89226" y="1275271"/>
                </a:cxn>
                <a:cxn ang="0">
                  <a:pos x="109374" y="1258018"/>
                </a:cxn>
                <a:cxn ang="0">
                  <a:pos x="107935" y="1255143"/>
                </a:cxn>
                <a:cxn ang="0">
                  <a:pos x="122326" y="1227826"/>
                </a:cxn>
                <a:cxn ang="0">
                  <a:pos x="79152" y="1164566"/>
                </a:cxn>
                <a:cxn ang="0">
                  <a:pos x="105056" y="1170316"/>
                </a:cxn>
                <a:cxn ang="0">
                  <a:pos x="135278" y="1144437"/>
                </a:cxn>
                <a:cxn ang="0">
                  <a:pos x="133839" y="1141562"/>
                </a:cxn>
                <a:cxn ang="0">
                  <a:pos x="79152" y="1111369"/>
                </a:cxn>
                <a:cxn ang="0">
                  <a:pos x="57565" y="1029418"/>
                </a:cxn>
                <a:cxn ang="0">
                  <a:pos x="118009" y="1088366"/>
                </a:cxn>
                <a:cxn ang="0">
                  <a:pos x="94982" y="970471"/>
                </a:cxn>
                <a:cxn ang="0">
                  <a:pos x="125204" y="1026543"/>
                </a:cxn>
                <a:cxn ang="0">
                  <a:pos x="133839" y="964720"/>
                </a:cxn>
                <a:cxn ang="0">
                  <a:pos x="94982" y="874143"/>
                </a:cxn>
                <a:cxn ang="0">
                  <a:pos x="112252" y="802256"/>
                </a:cxn>
                <a:cxn ang="0">
                  <a:pos x="152548" y="862641"/>
                </a:cxn>
                <a:cxn ang="0">
                  <a:pos x="189965" y="833886"/>
                </a:cxn>
                <a:cxn ang="0">
                  <a:pos x="112252" y="746184"/>
                </a:cxn>
                <a:cxn ang="0">
                  <a:pos x="133839" y="705928"/>
                </a:cxn>
                <a:cxn ang="0">
                  <a:pos x="201478" y="733245"/>
                </a:cxn>
                <a:cxn ang="0">
                  <a:pos x="205796" y="724618"/>
                </a:cxn>
                <a:cxn ang="0">
                  <a:pos x="135278" y="644105"/>
                </a:cxn>
                <a:cxn ang="0">
                  <a:pos x="205796" y="424132"/>
                </a:cxn>
                <a:cxn ang="0">
                  <a:pos x="305096" y="219973"/>
                </a:cxn>
                <a:cxn ang="0">
                  <a:pos x="307975" y="0"/>
                </a:cxn>
              </a:cxnLst>
              <a:rect l="0" t="0" r="0" b="0"/>
              <a:pathLst>
                <a:path w="214" h="954">
                  <a:moveTo>
                    <a:pt x="214" y="0"/>
                  </a:moveTo>
                  <a:lnTo>
                    <a:pt x="143" y="18"/>
                  </a:lnTo>
                  <a:cubicBezTo>
                    <a:pt x="143" y="18"/>
                    <a:pt x="103" y="53"/>
                    <a:pt x="101" y="66"/>
                  </a:cubicBezTo>
                  <a:cubicBezTo>
                    <a:pt x="99" y="79"/>
                    <a:pt x="31" y="279"/>
                    <a:pt x="31" y="279"/>
                  </a:cubicBezTo>
                  <a:lnTo>
                    <a:pt x="40" y="477"/>
                  </a:lnTo>
                  <a:lnTo>
                    <a:pt x="7" y="640"/>
                  </a:lnTo>
                  <a:cubicBezTo>
                    <a:pt x="7" y="640"/>
                    <a:pt x="13" y="873"/>
                    <a:pt x="7" y="879"/>
                  </a:cubicBezTo>
                  <a:cubicBezTo>
                    <a:pt x="0" y="886"/>
                    <a:pt x="20" y="954"/>
                    <a:pt x="20" y="954"/>
                  </a:cubicBezTo>
                  <a:lnTo>
                    <a:pt x="91" y="933"/>
                  </a:lnTo>
                  <a:cubicBezTo>
                    <a:pt x="91" y="933"/>
                    <a:pt x="93" y="926"/>
                    <a:pt x="93" y="919"/>
                  </a:cubicBezTo>
                  <a:cubicBezTo>
                    <a:pt x="72" y="906"/>
                    <a:pt x="54" y="893"/>
                    <a:pt x="62" y="887"/>
                  </a:cubicBezTo>
                  <a:cubicBezTo>
                    <a:pt x="66" y="884"/>
                    <a:pt x="71" y="880"/>
                    <a:pt x="76" y="875"/>
                  </a:cubicBezTo>
                  <a:cubicBezTo>
                    <a:pt x="75" y="874"/>
                    <a:pt x="75" y="873"/>
                    <a:pt x="75" y="873"/>
                  </a:cubicBezTo>
                  <a:cubicBezTo>
                    <a:pt x="75" y="873"/>
                    <a:pt x="83" y="864"/>
                    <a:pt x="85" y="854"/>
                  </a:cubicBezTo>
                  <a:cubicBezTo>
                    <a:pt x="29" y="866"/>
                    <a:pt x="55" y="810"/>
                    <a:pt x="55" y="810"/>
                  </a:cubicBezTo>
                  <a:cubicBezTo>
                    <a:pt x="58" y="811"/>
                    <a:pt x="65" y="813"/>
                    <a:pt x="73" y="814"/>
                  </a:cubicBezTo>
                  <a:lnTo>
                    <a:pt x="94" y="796"/>
                  </a:lnTo>
                  <a:cubicBezTo>
                    <a:pt x="94" y="796"/>
                    <a:pt x="93" y="795"/>
                    <a:pt x="93" y="794"/>
                  </a:cubicBezTo>
                  <a:cubicBezTo>
                    <a:pt x="78" y="788"/>
                    <a:pt x="62" y="781"/>
                    <a:pt x="55" y="773"/>
                  </a:cubicBezTo>
                  <a:cubicBezTo>
                    <a:pt x="39" y="757"/>
                    <a:pt x="40" y="716"/>
                    <a:pt x="40" y="716"/>
                  </a:cubicBezTo>
                  <a:cubicBezTo>
                    <a:pt x="49" y="739"/>
                    <a:pt x="82" y="757"/>
                    <a:pt x="82" y="757"/>
                  </a:cubicBezTo>
                  <a:lnTo>
                    <a:pt x="66" y="675"/>
                  </a:lnTo>
                  <a:lnTo>
                    <a:pt x="87" y="714"/>
                  </a:lnTo>
                  <a:cubicBezTo>
                    <a:pt x="90" y="696"/>
                    <a:pt x="92" y="677"/>
                    <a:pt x="93" y="671"/>
                  </a:cubicBezTo>
                  <a:cubicBezTo>
                    <a:pt x="81" y="645"/>
                    <a:pt x="69" y="618"/>
                    <a:pt x="66" y="608"/>
                  </a:cubicBezTo>
                  <a:cubicBezTo>
                    <a:pt x="62" y="588"/>
                    <a:pt x="78" y="558"/>
                    <a:pt x="78" y="558"/>
                  </a:cubicBezTo>
                  <a:cubicBezTo>
                    <a:pt x="85" y="576"/>
                    <a:pt x="96" y="590"/>
                    <a:pt x="106" y="600"/>
                  </a:cubicBezTo>
                  <a:lnTo>
                    <a:pt x="132" y="580"/>
                  </a:lnTo>
                  <a:lnTo>
                    <a:pt x="78" y="519"/>
                  </a:lnTo>
                  <a:lnTo>
                    <a:pt x="93" y="491"/>
                  </a:lnTo>
                  <a:cubicBezTo>
                    <a:pt x="102" y="488"/>
                    <a:pt x="125" y="500"/>
                    <a:pt x="140" y="510"/>
                  </a:cubicBezTo>
                  <a:lnTo>
                    <a:pt x="143" y="504"/>
                  </a:lnTo>
                  <a:lnTo>
                    <a:pt x="94" y="448"/>
                  </a:lnTo>
                  <a:cubicBezTo>
                    <a:pt x="85" y="416"/>
                    <a:pt x="133" y="318"/>
                    <a:pt x="143" y="295"/>
                  </a:cubicBezTo>
                  <a:cubicBezTo>
                    <a:pt x="149" y="282"/>
                    <a:pt x="183" y="213"/>
                    <a:pt x="212" y="153"/>
                  </a:cubicBezTo>
                  <a:cubicBezTo>
                    <a:pt x="203" y="125"/>
                    <a:pt x="214" y="0"/>
                    <a:pt x="214" y="0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9" name="Freeform 39"/>
            <p:cNvSpPr/>
            <p:nvPr/>
          </p:nvSpPr>
          <p:spPr>
            <a:xfrm>
              <a:off x="10394951" y="2676525"/>
              <a:ext cx="438150" cy="1462087"/>
            </a:xfrm>
            <a:custGeom>
              <a:avLst/>
              <a:gdLst/>
              <a:ahLst/>
              <a:cxnLst>
                <a:cxn ang="0">
                  <a:pos x="50444" y="1244788"/>
                </a:cxn>
                <a:cxn ang="0">
                  <a:pos x="87918" y="1462087"/>
                </a:cxn>
                <a:cxn ang="0">
                  <a:pos x="174395" y="1462087"/>
                </a:cxn>
                <a:cxn ang="0">
                  <a:pos x="236370" y="1421793"/>
                </a:cxn>
                <a:cxn ang="0">
                  <a:pos x="236370" y="1316741"/>
                </a:cxn>
                <a:cxn ang="0">
                  <a:pos x="211868" y="1231837"/>
                </a:cxn>
                <a:cxn ang="0">
                  <a:pos x="211868" y="1086491"/>
                </a:cxn>
                <a:cxn ang="0">
                  <a:pos x="230605" y="844729"/>
                </a:cxn>
                <a:cxn ang="0">
                  <a:pos x="265196" y="712335"/>
                </a:cxn>
                <a:cxn ang="0">
                  <a:pos x="265196" y="554038"/>
                </a:cxn>
                <a:cxn ang="0">
                  <a:pos x="325729" y="418767"/>
                </a:cxn>
                <a:cxn ang="0">
                  <a:pos x="407883" y="155418"/>
                </a:cxn>
                <a:cxn ang="0">
                  <a:pos x="438150" y="35976"/>
                </a:cxn>
                <a:cxn ang="0">
                  <a:pos x="255107" y="7195"/>
                </a:cxn>
                <a:cxn ang="0">
                  <a:pos x="72064" y="7195"/>
                </a:cxn>
                <a:cxn ang="0">
                  <a:pos x="18736" y="233128"/>
                </a:cxn>
                <a:cxn ang="0">
                  <a:pos x="37473" y="405815"/>
                </a:cxn>
                <a:cxn ang="0">
                  <a:pos x="43238" y="497915"/>
                </a:cxn>
                <a:cxn ang="0">
                  <a:pos x="56210" y="646138"/>
                </a:cxn>
                <a:cxn ang="0">
                  <a:pos x="17295" y="749751"/>
                </a:cxn>
                <a:cxn ang="0">
                  <a:pos x="14412" y="1060588"/>
                </a:cxn>
                <a:cxn ang="0">
                  <a:pos x="50444" y="1244788"/>
                </a:cxn>
              </a:cxnLst>
              <a:rect l="0" t="0" r="0" b="0"/>
              <a:pathLst>
                <a:path w="304" h="1016">
                  <a:moveTo>
                    <a:pt x="35" y="865"/>
                  </a:moveTo>
                  <a:cubicBezTo>
                    <a:pt x="35" y="865"/>
                    <a:pt x="17" y="989"/>
                    <a:pt x="61" y="1016"/>
                  </a:cubicBezTo>
                  <a:lnTo>
                    <a:pt x="121" y="1016"/>
                  </a:lnTo>
                  <a:lnTo>
                    <a:pt x="164" y="988"/>
                  </a:lnTo>
                  <a:cubicBezTo>
                    <a:pt x="164" y="988"/>
                    <a:pt x="183" y="937"/>
                    <a:pt x="164" y="915"/>
                  </a:cubicBezTo>
                  <a:cubicBezTo>
                    <a:pt x="145" y="893"/>
                    <a:pt x="147" y="856"/>
                    <a:pt x="147" y="856"/>
                  </a:cubicBezTo>
                  <a:lnTo>
                    <a:pt x="147" y="755"/>
                  </a:lnTo>
                  <a:cubicBezTo>
                    <a:pt x="147" y="755"/>
                    <a:pt x="145" y="645"/>
                    <a:pt x="160" y="587"/>
                  </a:cubicBezTo>
                  <a:cubicBezTo>
                    <a:pt x="175" y="530"/>
                    <a:pt x="184" y="495"/>
                    <a:pt x="184" y="495"/>
                  </a:cubicBezTo>
                  <a:cubicBezTo>
                    <a:pt x="184" y="495"/>
                    <a:pt x="180" y="398"/>
                    <a:pt x="184" y="385"/>
                  </a:cubicBezTo>
                  <a:cubicBezTo>
                    <a:pt x="189" y="372"/>
                    <a:pt x="226" y="302"/>
                    <a:pt x="226" y="291"/>
                  </a:cubicBezTo>
                  <a:cubicBezTo>
                    <a:pt x="226" y="280"/>
                    <a:pt x="274" y="119"/>
                    <a:pt x="283" y="108"/>
                  </a:cubicBezTo>
                  <a:cubicBezTo>
                    <a:pt x="292" y="97"/>
                    <a:pt x="304" y="25"/>
                    <a:pt x="304" y="25"/>
                  </a:cubicBezTo>
                  <a:cubicBezTo>
                    <a:pt x="304" y="25"/>
                    <a:pt x="185" y="9"/>
                    <a:pt x="177" y="5"/>
                  </a:cubicBezTo>
                  <a:cubicBezTo>
                    <a:pt x="169" y="0"/>
                    <a:pt x="50" y="5"/>
                    <a:pt x="50" y="5"/>
                  </a:cubicBezTo>
                  <a:cubicBezTo>
                    <a:pt x="50" y="5"/>
                    <a:pt x="6" y="135"/>
                    <a:pt x="13" y="162"/>
                  </a:cubicBezTo>
                  <a:cubicBezTo>
                    <a:pt x="19" y="189"/>
                    <a:pt x="33" y="264"/>
                    <a:pt x="26" y="282"/>
                  </a:cubicBezTo>
                  <a:cubicBezTo>
                    <a:pt x="19" y="299"/>
                    <a:pt x="30" y="346"/>
                    <a:pt x="30" y="346"/>
                  </a:cubicBezTo>
                  <a:cubicBezTo>
                    <a:pt x="30" y="346"/>
                    <a:pt x="37" y="436"/>
                    <a:pt x="39" y="449"/>
                  </a:cubicBezTo>
                  <a:cubicBezTo>
                    <a:pt x="41" y="462"/>
                    <a:pt x="0" y="497"/>
                    <a:pt x="12" y="521"/>
                  </a:cubicBezTo>
                  <a:cubicBezTo>
                    <a:pt x="24" y="546"/>
                    <a:pt x="3" y="719"/>
                    <a:pt x="10" y="737"/>
                  </a:cubicBezTo>
                  <a:cubicBezTo>
                    <a:pt x="17" y="755"/>
                    <a:pt x="35" y="865"/>
                    <a:pt x="35" y="865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0" name="Freeform 40"/>
            <p:cNvSpPr/>
            <p:nvPr/>
          </p:nvSpPr>
          <p:spPr>
            <a:xfrm>
              <a:off x="10396538" y="3327400"/>
              <a:ext cx="238125" cy="811212"/>
            </a:xfrm>
            <a:custGeom>
              <a:avLst/>
              <a:gdLst/>
              <a:ahLst/>
              <a:cxnLst>
                <a:cxn ang="0">
                  <a:pos x="238125" y="81984"/>
                </a:cxn>
                <a:cxn ang="0">
                  <a:pos x="54840" y="0"/>
                </a:cxn>
                <a:cxn ang="0">
                  <a:pos x="15875" y="99244"/>
                </a:cxn>
                <a:cxn ang="0">
                  <a:pos x="11545" y="401291"/>
                </a:cxn>
                <a:cxn ang="0">
                  <a:pos x="11545" y="404167"/>
                </a:cxn>
                <a:cxn ang="0">
                  <a:pos x="11545" y="405606"/>
                </a:cxn>
                <a:cxn ang="0">
                  <a:pos x="11545" y="407044"/>
                </a:cxn>
                <a:cxn ang="0">
                  <a:pos x="12988" y="409920"/>
                </a:cxn>
                <a:cxn ang="0">
                  <a:pos x="49068" y="594025"/>
                </a:cxn>
                <a:cxn ang="0">
                  <a:pos x="80818" y="806897"/>
                </a:cxn>
                <a:cxn ang="0">
                  <a:pos x="82261" y="805458"/>
                </a:cxn>
                <a:cxn ang="0">
                  <a:pos x="86590" y="811212"/>
                </a:cxn>
                <a:cxn ang="0">
                  <a:pos x="173181" y="811212"/>
                </a:cxn>
                <a:cxn ang="0">
                  <a:pos x="229465" y="775254"/>
                </a:cxn>
                <a:cxn ang="0">
                  <a:pos x="199159" y="724912"/>
                </a:cxn>
                <a:cxn ang="0">
                  <a:pos x="106795" y="724912"/>
                </a:cxn>
                <a:cxn ang="0">
                  <a:pos x="235238" y="665941"/>
                </a:cxn>
                <a:cxn ang="0">
                  <a:pos x="72159" y="688954"/>
                </a:cxn>
                <a:cxn ang="0">
                  <a:pos x="73602" y="595464"/>
                </a:cxn>
                <a:cxn ang="0">
                  <a:pos x="134215" y="632860"/>
                </a:cxn>
                <a:cxn ang="0">
                  <a:pos x="76488" y="533616"/>
                </a:cxn>
                <a:cxn ang="0">
                  <a:pos x="134215" y="546561"/>
                </a:cxn>
                <a:cxn ang="0">
                  <a:pos x="73602" y="487590"/>
                </a:cxn>
                <a:cxn ang="0">
                  <a:pos x="134215" y="425742"/>
                </a:cxn>
                <a:cxn ang="0">
                  <a:pos x="114011" y="349511"/>
                </a:cxn>
                <a:cxn ang="0">
                  <a:pos x="57727" y="336566"/>
                </a:cxn>
                <a:cxn ang="0">
                  <a:pos x="60613" y="323621"/>
                </a:cxn>
                <a:cxn ang="0">
                  <a:pos x="134215" y="221501"/>
                </a:cxn>
                <a:cxn ang="0">
                  <a:pos x="53397" y="221501"/>
                </a:cxn>
                <a:cxn ang="0">
                  <a:pos x="155863" y="158215"/>
                </a:cxn>
                <a:cxn ang="0">
                  <a:pos x="129886" y="142393"/>
                </a:cxn>
                <a:cxn ang="0">
                  <a:pos x="53397" y="129448"/>
                </a:cxn>
                <a:cxn ang="0">
                  <a:pos x="106795" y="116503"/>
                </a:cxn>
                <a:cxn ang="0">
                  <a:pos x="57727" y="81984"/>
                </a:cxn>
                <a:cxn ang="0">
                  <a:pos x="238125" y="81984"/>
                </a:cxn>
              </a:cxnLst>
              <a:rect l="0" t="0" r="0" b="0"/>
              <a:pathLst>
                <a:path w="165" h="564">
                  <a:moveTo>
                    <a:pt x="165" y="57"/>
                  </a:moveTo>
                  <a:cubicBezTo>
                    <a:pt x="148" y="40"/>
                    <a:pt x="82" y="15"/>
                    <a:pt x="38" y="0"/>
                  </a:cubicBezTo>
                  <a:cubicBezTo>
                    <a:pt x="34" y="15"/>
                    <a:pt x="0" y="47"/>
                    <a:pt x="11" y="69"/>
                  </a:cubicBezTo>
                  <a:cubicBezTo>
                    <a:pt x="22" y="92"/>
                    <a:pt x="5" y="243"/>
                    <a:pt x="8" y="279"/>
                  </a:cubicBezTo>
                  <a:cubicBezTo>
                    <a:pt x="8" y="279"/>
                    <a:pt x="8" y="280"/>
                    <a:pt x="8" y="281"/>
                  </a:cubicBezTo>
                  <a:cubicBezTo>
                    <a:pt x="8" y="281"/>
                    <a:pt x="8" y="282"/>
                    <a:pt x="8" y="282"/>
                  </a:cubicBezTo>
                  <a:cubicBezTo>
                    <a:pt x="8" y="283"/>
                    <a:pt x="8" y="283"/>
                    <a:pt x="8" y="283"/>
                  </a:cubicBezTo>
                  <a:cubicBezTo>
                    <a:pt x="9" y="284"/>
                    <a:pt x="9" y="284"/>
                    <a:pt x="9" y="285"/>
                  </a:cubicBezTo>
                  <a:cubicBezTo>
                    <a:pt x="16" y="303"/>
                    <a:pt x="34" y="413"/>
                    <a:pt x="34" y="413"/>
                  </a:cubicBezTo>
                  <a:cubicBezTo>
                    <a:pt x="34" y="413"/>
                    <a:pt x="17" y="530"/>
                    <a:pt x="56" y="561"/>
                  </a:cubicBezTo>
                  <a:lnTo>
                    <a:pt x="57" y="560"/>
                  </a:lnTo>
                  <a:cubicBezTo>
                    <a:pt x="58" y="561"/>
                    <a:pt x="59" y="563"/>
                    <a:pt x="60" y="564"/>
                  </a:cubicBezTo>
                  <a:lnTo>
                    <a:pt x="120" y="564"/>
                  </a:lnTo>
                  <a:lnTo>
                    <a:pt x="159" y="539"/>
                  </a:lnTo>
                  <a:cubicBezTo>
                    <a:pt x="148" y="521"/>
                    <a:pt x="138" y="504"/>
                    <a:pt x="138" y="504"/>
                  </a:cubicBezTo>
                  <a:lnTo>
                    <a:pt x="74" y="504"/>
                  </a:lnTo>
                  <a:cubicBezTo>
                    <a:pt x="79" y="471"/>
                    <a:pt x="163" y="463"/>
                    <a:pt x="163" y="463"/>
                  </a:cubicBezTo>
                  <a:cubicBezTo>
                    <a:pt x="150" y="443"/>
                    <a:pt x="81" y="467"/>
                    <a:pt x="50" y="479"/>
                  </a:cubicBezTo>
                  <a:cubicBezTo>
                    <a:pt x="41" y="463"/>
                    <a:pt x="48" y="429"/>
                    <a:pt x="51" y="414"/>
                  </a:cubicBezTo>
                  <a:cubicBezTo>
                    <a:pt x="71" y="417"/>
                    <a:pt x="93" y="440"/>
                    <a:pt x="93" y="440"/>
                  </a:cubicBezTo>
                  <a:lnTo>
                    <a:pt x="53" y="371"/>
                  </a:lnTo>
                  <a:cubicBezTo>
                    <a:pt x="49" y="357"/>
                    <a:pt x="93" y="380"/>
                    <a:pt x="93" y="380"/>
                  </a:cubicBezTo>
                  <a:lnTo>
                    <a:pt x="51" y="339"/>
                  </a:lnTo>
                  <a:cubicBezTo>
                    <a:pt x="51" y="339"/>
                    <a:pt x="76" y="325"/>
                    <a:pt x="93" y="296"/>
                  </a:cubicBezTo>
                  <a:cubicBezTo>
                    <a:pt x="110" y="266"/>
                    <a:pt x="79" y="243"/>
                    <a:pt x="79" y="243"/>
                  </a:cubicBezTo>
                  <a:cubicBezTo>
                    <a:pt x="79" y="243"/>
                    <a:pt x="30" y="277"/>
                    <a:pt x="40" y="234"/>
                  </a:cubicBezTo>
                  <a:cubicBezTo>
                    <a:pt x="40" y="231"/>
                    <a:pt x="41" y="228"/>
                    <a:pt x="42" y="225"/>
                  </a:cubicBezTo>
                  <a:cubicBezTo>
                    <a:pt x="54" y="186"/>
                    <a:pt x="93" y="154"/>
                    <a:pt x="93" y="154"/>
                  </a:cubicBezTo>
                  <a:lnTo>
                    <a:pt x="37" y="154"/>
                  </a:lnTo>
                  <a:cubicBezTo>
                    <a:pt x="49" y="122"/>
                    <a:pt x="124" y="129"/>
                    <a:pt x="108" y="110"/>
                  </a:cubicBezTo>
                  <a:cubicBezTo>
                    <a:pt x="104" y="106"/>
                    <a:pt x="98" y="102"/>
                    <a:pt x="90" y="99"/>
                  </a:cubicBezTo>
                  <a:cubicBezTo>
                    <a:pt x="68" y="91"/>
                    <a:pt x="37" y="90"/>
                    <a:pt x="37" y="90"/>
                  </a:cubicBezTo>
                  <a:lnTo>
                    <a:pt x="74" y="81"/>
                  </a:lnTo>
                  <a:lnTo>
                    <a:pt x="40" y="57"/>
                  </a:lnTo>
                  <a:cubicBezTo>
                    <a:pt x="68" y="45"/>
                    <a:pt x="165" y="57"/>
                    <a:pt x="165" y="57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1" name="Freeform 41"/>
            <p:cNvSpPr/>
            <p:nvPr/>
          </p:nvSpPr>
          <p:spPr>
            <a:xfrm>
              <a:off x="10380663" y="2678113"/>
              <a:ext cx="452438" cy="608012"/>
            </a:xfrm>
            <a:custGeom>
              <a:avLst/>
              <a:gdLst/>
              <a:ahLst/>
              <a:cxnLst>
                <a:cxn ang="0">
                  <a:pos x="269445" y="5763"/>
                </a:cxn>
                <a:cxn ang="0">
                  <a:pos x="86453" y="5763"/>
                </a:cxn>
                <a:cxn ang="0">
                  <a:pos x="10086" y="210354"/>
                </a:cxn>
                <a:cxn ang="0">
                  <a:pos x="12967" y="384690"/>
                </a:cxn>
                <a:cxn ang="0">
                  <a:pos x="25935" y="502834"/>
                </a:cxn>
                <a:cxn ang="0">
                  <a:pos x="66280" y="608012"/>
                </a:cxn>
                <a:cxn ang="0">
                  <a:pos x="149852" y="485545"/>
                </a:cxn>
                <a:cxn ang="0">
                  <a:pos x="89334" y="508597"/>
                </a:cxn>
                <a:cxn ang="0">
                  <a:pos x="128238" y="301124"/>
                </a:cxn>
                <a:cxn ang="0">
                  <a:pos x="149852" y="142637"/>
                </a:cxn>
                <a:cxn ang="0">
                  <a:pos x="340048" y="142637"/>
                </a:cxn>
                <a:cxn ang="0">
                  <a:pos x="414974" y="171453"/>
                </a:cxn>
                <a:cxn ang="0">
                  <a:pos x="422179" y="154164"/>
                </a:cxn>
                <a:cxn ang="0">
                  <a:pos x="452438" y="34578"/>
                </a:cxn>
                <a:cxn ang="0">
                  <a:pos x="269445" y="5763"/>
                </a:cxn>
              </a:cxnLst>
              <a:rect l="0" t="0" r="0" b="0"/>
              <a:pathLst>
                <a:path w="314" h="422">
                  <a:moveTo>
                    <a:pt x="187" y="4"/>
                  </a:moveTo>
                  <a:cubicBezTo>
                    <a:pt x="179" y="0"/>
                    <a:pt x="60" y="4"/>
                    <a:pt x="60" y="4"/>
                  </a:cubicBezTo>
                  <a:cubicBezTo>
                    <a:pt x="60" y="4"/>
                    <a:pt x="0" y="119"/>
                    <a:pt x="7" y="146"/>
                  </a:cubicBezTo>
                  <a:cubicBezTo>
                    <a:pt x="13" y="173"/>
                    <a:pt x="15" y="250"/>
                    <a:pt x="9" y="267"/>
                  </a:cubicBezTo>
                  <a:cubicBezTo>
                    <a:pt x="2" y="285"/>
                    <a:pt x="18" y="349"/>
                    <a:pt x="18" y="349"/>
                  </a:cubicBezTo>
                  <a:cubicBezTo>
                    <a:pt x="18" y="349"/>
                    <a:pt x="44" y="391"/>
                    <a:pt x="46" y="422"/>
                  </a:cubicBezTo>
                  <a:cubicBezTo>
                    <a:pt x="79" y="388"/>
                    <a:pt x="104" y="337"/>
                    <a:pt x="104" y="337"/>
                  </a:cubicBezTo>
                  <a:cubicBezTo>
                    <a:pt x="91" y="346"/>
                    <a:pt x="62" y="353"/>
                    <a:pt x="62" y="353"/>
                  </a:cubicBezTo>
                  <a:cubicBezTo>
                    <a:pt x="65" y="321"/>
                    <a:pt x="89" y="209"/>
                    <a:pt x="89" y="209"/>
                  </a:cubicBezTo>
                  <a:cubicBezTo>
                    <a:pt x="89" y="209"/>
                    <a:pt x="202" y="129"/>
                    <a:pt x="104" y="99"/>
                  </a:cubicBezTo>
                  <a:cubicBezTo>
                    <a:pt x="114" y="60"/>
                    <a:pt x="236" y="99"/>
                    <a:pt x="236" y="99"/>
                  </a:cubicBezTo>
                  <a:lnTo>
                    <a:pt x="288" y="119"/>
                  </a:lnTo>
                  <a:cubicBezTo>
                    <a:pt x="290" y="113"/>
                    <a:pt x="292" y="109"/>
                    <a:pt x="293" y="107"/>
                  </a:cubicBezTo>
                  <a:cubicBezTo>
                    <a:pt x="302" y="96"/>
                    <a:pt x="314" y="24"/>
                    <a:pt x="314" y="24"/>
                  </a:cubicBezTo>
                  <a:cubicBezTo>
                    <a:pt x="314" y="24"/>
                    <a:pt x="195" y="8"/>
                    <a:pt x="187" y="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2" name="Freeform 42"/>
            <p:cNvSpPr/>
            <p:nvPr/>
          </p:nvSpPr>
          <p:spPr>
            <a:xfrm>
              <a:off x="10531476" y="2614613"/>
              <a:ext cx="339725" cy="120650"/>
            </a:xfrm>
            <a:custGeom>
              <a:avLst/>
              <a:gdLst/>
              <a:ahLst/>
              <a:cxnLst>
                <a:cxn ang="0">
                  <a:pos x="0" y="56690"/>
                </a:cxn>
                <a:cxn ang="0">
                  <a:pos x="274946" y="117742"/>
                </a:cxn>
                <a:cxn ang="0">
                  <a:pos x="339725" y="88670"/>
                </a:cxn>
                <a:cxn ang="0">
                  <a:pos x="331087" y="24711"/>
                </a:cxn>
                <a:cxn ang="0">
                  <a:pos x="12955" y="0"/>
                </a:cxn>
                <a:cxn ang="0">
                  <a:pos x="0" y="56690"/>
                </a:cxn>
              </a:cxnLst>
              <a:rect l="0" t="0" r="0" b="0"/>
              <a:pathLst>
                <a:path w="236" h="83">
                  <a:moveTo>
                    <a:pt x="0" y="39"/>
                  </a:moveTo>
                  <a:cubicBezTo>
                    <a:pt x="0" y="39"/>
                    <a:pt x="136" y="83"/>
                    <a:pt x="191" y="81"/>
                  </a:cubicBezTo>
                  <a:lnTo>
                    <a:pt x="236" y="61"/>
                  </a:lnTo>
                  <a:lnTo>
                    <a:pt x="230" y="17"/>
                  </a:lnTo>
                  <a:lnTo>
                    <a:pt x="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3" name="Freeform 43"/>
            <p:cNvSpPr/>
            <p:nvPr/>
          </p:nvSpPr>
          <p:spPr>
            <a:xfrm>
              <a:off x="10555288" y="1828800"/>
              <a:ext cx="309563" cy="857250"/>
            </a:xfrm>
            <a:custGeom>
              <a:avLst/>
              <a:gdLst/>
              <a:ahLst/>
              <a:cxnLst>
                <a:cxn ang="0">
                  <a:pos x="2879" y="768072"/>
                </a:cxn>
                <a:cxn ang="0">
                  <a:pos x="102227" y="842866"/>
                </a:cxn>
                <a:cxn ang="0">
                  <a:pos x="309563" y="828483"/>
                </a:cxn>
                <a:cxn ang="0">
                  <a:pos x="277886" y="558075"/>
                </a:cxn>
                <a:cxn ang="0">
                  <a:pos x="293724" y="384036"/>
                </a:cxn>
                <a:cxn ang="0">
                  <a:pos x="214534" y="159655"/>
                </a:cxn>
                <a:cxn ang="0">
                  <a:pos x="203015" y="46026"/>
                </a:cxn>
                <a:cxn ang="0">
                  <a:pos x="177098" y="113628"/>
                </a:cxn>
                <a:cxn ang="0">
                  <a:pos x="35995" y="0"/>
                </a:cxn>
                <a:cxn ang="0">
                  <a:pos x="2879" y="40273"/>
                </a:cxn>
                <a:cxn ang="0">
                  <a:pos x="2879" y="768072"/>
                </a:cxn>
              </a:cxnLst>
              <a:rect l="0" t="0" r="0" b="0"/>
              <a:pathLst>
                <a:path w="215" h="596">
                  <a:moveTo>
                    <a:pt x="2" y="534"/>
                  </a:moveTo>
                  <a:cubicBezTo>
                    <a:pt x="2" y="534"/>
                    <a:pt x="0" y="576"/>
                    <a:pt x="71" y="586"/>
                  </a:cubicBezTo>
                  <a:cubicBezTo>
                    <a:pt x="141" y="596"/>
                    <a:pt x="200" y="596"/>
                    <a:pt x="215" y="576"/>
                  </a:cubicBezTo>
                  <a:lnTo>
                    <a:pt x="193" y="388"/>
                  </a:lnTo>
                  <a:cubicBezTo>
                    <a:pt x="193" y="388"/>
                    <a:pt x="208" y="305"/>
                    <a:pt x="204" y="267"/>
                  </a:cubicBezTo>
                  <a:cubicBezTo>
                    <a:pt x="200" y="228"/>
                    <a:pt x="149" y="111"/>
                    <a:pt x="149" y="111"/>
                  </a:cubicBezTo>
                  <a:cubicBezTo>
                    <a:pt x="149" y="111"/>
                    <a:pt x="161" y="54"/>
                    <a:pt x="141" y="32"/>
                  </a:cubicBezTo>
                  <a:lnTo>
                    <a:pt x="123" y="79"/>
                  </a:lnTo>
                  <a:cubicBezTo>
                    <a:pt x="123" y="79"/>
                    <a:pt x="103" y="79"/>
                    <a:pt x="25" y="0"/>
                  </a:cubicBezTo>
                  <a:cubicBezTo>
                    <a:pt x="25" y="0"/>
                    <a:pt x="9" y="18"/>
                    <a:pt x="2" y="28"/>
                  </a:cubicBezTo>
                  <a:lnTo>
                    <a:pt x="2" y="534"/>
                  </a:lnTo>
                  <a:close/>
                </a:path>
              </a:pathLst>
            </a:custGeom>
            <a:solidFill>
              <a:srgbClr val="D8DCE8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4" name="Freeform 44"/>
            <p:cNvSpPr/>
            <p:nvPr/>
          </p:nvSpPr>
          <p:spPr>
            <a:xfrm>
              <a:off x="10555288" y="1828800"/>
              <a:ext cx="309563" cy="857250"/>
            </a:xfrm>
            <a:custGeom>
              <a:avLst/>
              <a:gdLst/>
              <a:ahLst/>
              <a:cxnLst>
                <a:cxn ang="0">
                  <a:pos x="214534" y="831359"/>
                </a:cxn>
                <a:cxn ang="0">
                  <a:pos x="56153" y="732114"/>
                </a:cxn>
                <a:cxn ang="0">
                  <a:pos x="64792" y="676019"/>
                </a:cxn>
                <a:cxn ang="0">
                  <a:pos x="214534" y="762319"/>
                </a:cxn>
                <a:cxn ang="0">
                  <a:pos x="67671" y="535062"/>
                </a:cxn>
                <a:cxn ang="0">
                  <a:pos x="46074" y="113628"/>
                </a:cxn>
                <a:cxn ang="0">
                  <a:pos x="112306" y="174039"/>
                </a:cxn>
                <a:cxn ang="0">
                  <a:pos x="67671" y="99245"/>
                </a:cxn>
                <a:cxn ang="0">
                  <a:pos x="138223" y="90615"/>
                </a:cxn>
                <a:cxn ang="0">
                  <a:pos x="35995" y="0"/>
                </a:cxn>
                <a:cxn ang="0">
                  <a:pos x="2879" y="40273"/>
                </a:cxn>
                <a:cxn ang="0">
                  <a:pos x="2879" y="768072"/>
                </a:cxn>
                <a:cxn ang="0">
                  <a:pos x="102227" y="842866"/>
                </a:cxn>
                <a:cxn ang="0">
                  <a:pos x="309563" y="828483"/>
                </a:cxn>
                <a:cxn ang="0">
                  <a:pos x="309563" y="827044"/>
                </a:cxn>
                <a:cxn ang="0">
                  <a:pos x="214534" y="831359"/>
                </a:cxn>
              </a:cxnLst>
              <a:rect l="0" t="0" r="0" b="0"/>
              <a:pathLst>
                <a:path w="215" h="596">
                  <a:moveTo>
                    <a:pt x="149" y="578"/>
                  </a:moveTo>
                  <a:cubicBezTo>
                    <a:pt x="66" y="574"/>
                    <a:pt x="39" y="509"/>
                    <a:pt x="39" y="509"/>
                  </a:cubicBezTo>
                  <a:cubicBezTo>
                    <a:pt x="39" y="509"/>
                    <a:pt x="17" y="470"/>
                    <a:pt x="45" y="470"/>
                  </a:cubicBezTo>
                  <a:cubicBezTo>
                    <a:pt x="73" y="471"/>
                    <a:pt x="149" y="530"/>
                    <a:pt x="149" y="530"/>
                  </a:cubicBezTo>
                  <a:cubicBezTo>
                    <a:pt x="130" y="485"/>
                    <a:pt x="83" y="428"/>
                    <a:pt x="47" y="372"/>
                  </a:cubicBezTo>
                  <a:cubicBezTo>
                    <a:pt x="11" y="315"/>
                    <a:pt x="32" y="79"/>
                    <a:pt x="32" y="79"/>
                  </a:cubicBezTo>
                  <a:lnTo>
                    <a:pt x="78" y="121"/>
                  </a:lnTo>
                  <a:lnTo>
                    <a:pt x="47" y="69"/>
                  </a:lnTo>
                  <a:cubicBezTo>
                    <a:pt x="72" y="84"/>
                    <a:pt x="87" y="77"/>
                    <a:pt x="96" y="63"/>
                  </a:cubicBezTo>
                  <a:cubicBezTo>
                    <a:pt x="80" y="52"/>
                    <a:pt x="58" y="33"/>
                    <a:pt x="25" y="0"/>
                  </a:cubicBezTo>
                  <a:cubicBezTo>
                    <a:pt x="25" y="0"/>
                    <a:pt x="9" y="18"/>
                    <a:pt x="2" y="28"/>
                  </a:cubicBezTo>
                  <a:lnTo>
                    <a:pt x="2" y="534"/>
                  </a:lnTo>
                  <a:cubicBezTo>
                    <a:pt x="2" y="534"/>
                    <a:pt x="0" y="576"/>
                    <a:pt x="71" y="586"/>
                  </a:cubicBezTo>
                  <a:cubicBezTo>
                    <a:pt x="141" y="596"/>
                    <a:pt x="200" y="596"/>
                    <a:pt x="215" y="576"/>
                  </a:cubicBezTo>
                  <a:lnTo>
                    <a:pt x="215" y="575"/>
                  </a:lnTo>
                  <a:cubicBezTo>
                    <a:pt x="192" y="577"/>
                    <a:pt x="169" y="578"/>
                    <a:pt x="149" y="578"/>
                  </a:cubicBezTo>
                  <a:close/>
                </a:path>
              </a:pathLst>
            </a:custGeom>
            <a:solidFill>
              <a:srgbClr val="AFB0B2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5" name="Freeform 45"/>
            <p:cNvSpPr/>
            <p:nvPr/>
          </p:nvSpPr>
          <p:spPr>
            <a:xfrm>
              <a:off x="10256838" y="1855788"/>
              <a:ext cx="457200" cy="1096962"/>
            </a:xfrm>
            <a:custGeom>
              <a:avLst/>
              <a:gdLst/>
              <a:ahLst/>
              <a:cxnLst>
                <a:cxn ang="0">
                  <a:pos x="0" y="1049518"/>
                </a:cxn>
                <a:cxn ang="0">
                  <a:pos x="166777" y="1096962"/>
                </a:cxn>
                <a:cxn ang="0">
                  <a:pos x="378124" y="704471"/>
                </a:cxn>
                <a:cxn ang="0">
                  <a:pos x="444260" y="520445"/>
                </a:cxn>
                <a:cxn ang="0">
                  <a:pos x="291860" y="0"/>
                </a:cxn>
                <a:cxn ang="0">
                  <a:pos x="166777" y="69009"/>
                </a:cxn>
                <a:cxn ang="0">
                  <a:pos x="169652" y="342171"/>
                </a:cxn>
                <a:cxn ang="0">
                  <a:pos x="0" y="1049518"/>
                </a:cxn>
              </a:cxnLst>
              <a:rect l="0" t="0" r="0" b="0"/>
              <a:pathLst>
                <a:path w="318" h="763">
                  <a:moveTo>
                    <a:pt x="0" y="730"/>
                  </a:moveTo>
                  <a:lnTo>
                    <a:pt x="116" y="763"/>
                  </a:lnTo>
                  <a:cubicBezTo>
                    <a:pt x="116" y="763"/>
                    <a:pt x="251" y="503"/>
                    <a:pt x="263" y="490"/>
                  </a:cubicBezTo>
                  <a:cubicBezTo>
                    <a:pt x="275" y="476"/>
                    <a:pt x="318" y="439"/>
                    <a:pt x="309" y="362"/>
                  </a:cubicBezTo>
                  <a:cubicBezTo>
                    <a:pt x="301" y="285"/>
                    <a:pt x="292" y="104"/>
                    <a:pt x="203" y="0"/>
                  </a:cubicBezTo>
                  <a:cubicBezTo>
                    <a:pt x="203" y="0"/>
                    <a:pt x="166" y="51"/>
                    <a:pt x="116" y="48"/>
                  </a:cubicBezTo>
                  <a:lnTo>
                    <a:pt x="118" y="238"/>
                  </a:lnTo>
                  <a:cubicBezTo>
                    <a:pt x="118" y="238"/>
                    <a:pt x="92" y="554"/>
                    <a:pt x="0" y="730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6" name="Freeform 46"/>
            <p:cNvSpPr/>
            <p:nvPr/>
          </p:nvSpPr>
          <p:spPr>
            <a:xfrm>
              <a:off x="10687051" y="1941513"/>
              <a:ext cx="184150" cy="730250"/>
            </a:xfrm>
            <a:custGeom>
              <a:avLst/>
              <a:gdLst/>
              <a:ahLst/>
              <a:cxnLst>
                <a:cxn ang="0">
                  <a:pos x="98600" y="679838"/>
                </a:cxn>
                <a:cxn ang="0">
                  <a:pos x="146450" y="730250"/>
                </a:cxn>
                <a:cxn ang="0">
                  <a:pos x="184150" y="688480"/>
                </a:cxn>
                <a:cxn ang="0">
                  <a:pos x="142100" y="313993"/>
                </a:cxn>
                <a:cxn ang="0">
                  <a:pos x="62350" y="76337"/>
                </a:cxn>
                <a:cxn ang="0">
                  <a:pos x="44950" y="0"/>
                </a:cxn>
                <a:cxn ang="0">
                  <a:pos x="0" y="46090"/>
                </a:cxn>
                <a:cxn ang="0">
                  <a:pos x="20300" y="84979"/>
                </a:cxn>
                <a:cxn ang="0">
                  <a:pos x="59450" y="265021"/>
                </a:cxn>
                <a:cxn ang="0">
                  <a:pos x="98600" y="679838"/>
                </a:cxn>
              </a:cxnLst>
              <a:rect l="0" t="0" r="0" b="0"/>
              <a:pathLst>
                <a:path w="127" h="507">
                  <a:moveTo>
                    <a:pt x="68" y="472"/>
                  </a:moveTo>
                  <a:lnTo>
                    <a:pt x="101" y="507"/>
                  </a:lnTo>
                  <a:lnTo>
                    <a:pt x="127" y="478"/>
                  </a:lnTo>
                  <a:cubicBezTo>
                    <a:pt x="127" y="478"/>
                    <a:pt x="107" y="272"/>
                    <a:pt x="98" y="218"/>
                  </a:cubicBezTo>
                  <a:cubicBezTo>
                    <a:pt x="88" y="164"/>
                    <a:pt x="43" y="53"/>
                    <a:pt x="43" y="53"/>
                  </a:cubicBezTo>
                  <a:cubicBezTo>
                    <a:pt x="43" y="53"/>
                    <a:pt x="61" y="22"/>
                    <a:pt x="31" y="0"/>
                  </a:cubicBezTo>
                  <a:cubicBezTo>
                    <a:pt x="31" y="0"/>
                    <a:pt x="6" y="5"/>
                    <a:pt x="0" y="32"/>
                  </a:cubicBezTo>
                  <a:lnTo>
                    <a:pt x="14" y="59"/>
                  </a:lnTo>
                  <a:cubicBezTo>
                    <a:pt x="14" y="59"/>
                    <a:pt x="36" y="146"/>
                    <a:pt x="41" y="184"/>
                  </a:cubicBezTo>
                  <a:cubicBezTo>
                    <a:pt x="46" y="223"/>
                    <a:pt x="48" y="451"/>
                    <a:pt x="68" y="472"/>
                  </a:cubicBezTo>
                  <a:close/>
                </a:path>
              </a:pathLst>
            </a:custGeom>
            <a:solidFill>
              <a:srgbClr val="9D3D25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7" name="Freeform 47"/>
            <p:cNvSpPr/>
            <p:nvPr/>
          </p:nvSpPr>
          <p:spPr>
            <a:xfrm>
              <a:off x="10871201" y="2209800"/>
              <a:ext cx="412750" cy="296862"/>
            </a:xfrm>
            <a:custGeom>
              <a:avLst/>
              <a:gdLst/>
              <a:ahLst/>
              <a:cxnLst>
                <a:cxn ang="0">
                  <a:pos x="398368" y="217602"/>
                </a:cxn>
                <a:cxn ang="0">
                  <a:pos x="343718" y="77818"/>
                </a:cxn>
                <a:cxn ang="0">
                  <a:pos x="221475" y="109521"/>
                </a:cxn>
                <a:cxn ang="0">
                  <a:pos x="182645" y="129696"/>
                </a:cxn>
                <a:cxn ang="0">
                  <a:pos x="125119" y="129696"/>
                </a:cxn>
                <a:cxn ang="0">
                  <a:pos x="71907" y="129696"/>
                </a:cxn>
                <a:cxn ang="0">
                  <a:pos x="53211" y="110962"/>
                </a:cxn>
                <a:cxn ang="0">
                  <a:pos x="17257" y="0"/>
                </a:cxn>
                <a:cxn ang="0">
                  <a:pos x="0" y="252188"/>
                </a:cxn>
                <a:cxn ang="0">
                  <a:pos x="8628" y="295420"/>
                </a:cxn>
                <a:cxn ang="0">
                  <a:pos x="175454" y="276686"/>
                </a:cxn>
                <a:cxn ang="0">
                  <a:pos x="398368" y="217602"/>
                </a:cxn>
              </a:cxnLst>
              <a:rect l="0" t="0" r="0" b="0"/>
              <a:pathLst>
                <a:path w="287" h="206">
                  <a:moveTo>
                    <a:pt x="277" y="151"/>
                  </a:moveTo>
                  <a:cubicBezTo>
                    <a:pt x="277" y="151"/>
                    <a:pt x="287" y="89"/>
                    <a:pt x="239" y="54"/>
                  </a:cubicBezTo>
                  <a:cubicBezTo>
                    <a:pt x="239" y="54"/>
                    <a:pt x="158" y="69"/>
                    <a:pt x="154" y="76"/>
                  </a:cubicBezTo>
                  <a:cubicBezTo>
                    <a:pt x="151" y="82"/>
                    <a:pt x="127" y="90"/>
                    <a:pt x="127" y="90"/>
                  </a:cubicBezTo>
                  <a:cubicBezTo>
                    <a:pt x="127" y="90"/>
                    <a:pt x="92" y="88"/>
                    <a:pt x="87" y="90"/>
                  </a:cubicBezTo>
                  <a:cubicBezTo>
                    <a:pt x="82" y="92"/>
                    <a:pt x="58" y="76"/>
                    <a:pt x="50" y="90"/>
                  </a:cubicBezTo>
                  <a:lnTo>
                    <a:pt x="37" y="77"/>
                  </a:lnTo>
                  <a:cubicBezTo>
                    <a:pt x="37" y="77"/>
                    <a:pt x="42" y="34"/>
                    <a:pt x="12" y="0"/>
                  </a:cubicBezTo>
                  <a:lnTo>
                    <a:pt x="0" y="175"/>
                  </a:lnTo>
                  <a:lnTo>
                    <a:pt x="6" y="205"/>
                  </a:lnTo>
                  <a:cubicBezTo>
                    <a:pt x="6" y="205"/>
                    <a:pt x="95" y="206"/>
                    <a:pt x="122" y="192"/>
                  </a:cubicBezTo>
                  <a:cubicBezTo>
                    <a:pt x="149" y="178"/>
                    <a:pt x="260" y="165"/>
                    <a:pt x="277" y="151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8" name="Freeform 48"/>
            <p:cNvSpPr/>
            <p:nvPr/>
          </p:nvSpPr>
          <p:spPr>
            <a:xfrm>
              <a:off x="10910888" y="2284413"/>
              <a:ext cx="357188" cy="190500"/>
            </a:xfrm>
            <a:custGeom>
              <a:avLst/>
              <a:gdLst/>
              <a:ahLst/>
              <a:cxnLst>
                <a:cxn ang="0">
                  <a:pos x="303897" y="2864"/>
                </a:cxn>
                <a:cxn ang="0">
                  <a:pos x="181474" y="34375"/>
                </a:cxn>
                <a:cxn ang="0">
                  <a:pos x="142587" y="54428"/>
                </a:cxn>
                <a:cxn ang="0">
                  <a:pos x="84976" y="54428"/>
                </a:cxn>
                <a:cxn ang="0">
                  <a:pos x="44648" y="47266"/>
                </a:cxn>
                <a:cxn ang="0">
                  <a:pos x="20163" y="98830"/>
                </a:cxn>
                <a:cxn ang="0">
                  <a:pos x="53290" y="91669"/>
                </a:cxn>
                <a:cxn ang="0">
                  <a:pos x="0" y="190500"/>
                </a:cxn>
                <a:cxn ang="0">
                  <a:pos x="84976" y="95966"/>
                </a:cxn>
                <a:cxn ang="0">
                  <a:pos x="159870" y="73048"/>
                </a:cxn>
                <a:cxn ang="0">
                  <a:pos x="119542" y="163285"/>
                </a:cxn>
                <a:cxn ang="0">
                  <a:pos x="233324" y="54428"/>
                </a:cxn>
                <a:cxn ang="0">
                  <a:pos x="286614" y="73048"/>
                </a:cxn>
                <a:cxn ang="0">
                  <a:pos x="348546" y="95966"/>
                </a:cxn>
                <a:cxn ang="0">
                  <a:pos x="357188" y="94533"/>
                </a:cxn>
                <a:cxn ang="0">
                  <a:pos x="303897" y="2864"/>
                </a:cxn>
              </a:cxnLst>
              <a:rect l="0" t="0" r="0" b="0"/>
              <a:pathLst>
                <a:path w="248" h="133">
                  <a:moveTo>
                    <a:pt x="211" y="2"/>
                  </a:moveTo>
                  <a:cubicBezTo>
                    <a:pt x="211" y="2"/>
                    <a:pt x="130" y="17"/>
                    <a:pt x="126" y="24"/>
                  </a:cubicBezTo>
                  <a:cubicBezTo>
                    <a:pt x="123" y="30"/>
                    <a:pt x="99" y="38"/>
                    <a:pt x="99" y="38"/>
                  </a:cubicBezTo>
                  <a:cubicBezTo>
                    <a:pt x="99" y="38"/>
                    <a:pt x="64" y="36"/>
                    <a:pt x="59" y="38"/>
                  </a:cubicBezTo>
                  <a:cubicBezTo>
                    <a:pt x="55" y="40"/>
                    <a:pt x="42" y="31"/>
                    <a:pt x="31" y="33"/>
                  </a:cubicBezTo>
                  <a:cubicBezTo>
                    <a:pt x="27" y="47"/>
                    <a:pt x="22" y="63"/>
                    <a:pt x="14" y="69"/>
                  </a:cubicBezTo>
                  <a:lnTo>
                    <a:pt x="37" y="64"/>
                  </a:lnTo>
                  <a:cubicBezTo>
                    <a:pt x="37" y="64"/>
                    <a:pt x="11" y="123"/>
                    <a:pt x="0" y="133"/>
                  </a:cubicBezTo>
                  <a:cubicBezTo>
                    <a:pt x="0" y="133"/>
                    <a:pt x="59" y="96"/>
                    <a:pt x="59" y="67"/>
                  </a:cubicBezTo>
                  <a:cubicBezTo>
                    <a:pt x="59" y="38"/>
                    <a:pt x="111" y="51"/>
                    <a:pt x="111" y="51"/>
                  </a:cubicBezTo>
                  <a:cubicBezTo>
                    <a:pt x="111" y="51"/>
                    <a:pt x="142" y="77"/>
                    <a:pt x="83" y="114"/>
                  </a:cubicBezTo>
                  <a:cubicBezTo>
                    <a:pt x="83" y="114"/>
                    <a:pt x="146" y="76"/>
                    <a:pt x="162" y="38"/>
                  </a:cubicBezTo>
                  <a:cubicBezTo>
                    <a:pt x="177" y="0"/>
                    <a:pt x="199" y="51"/>
                    <a:pt x="199" y="51"/>
                  </a:cubicBezTo>
                  <a:cubicBezTo>
                    <a:pt x="199" y="51"/>
                    <a:pt x="242" y="67"/>
                    <a:pt x="242" y="67"/>
                  </a:cubicBezTo>
                  <a:lnTo>
                    <a:pt x="248" y="66"/>
                  </a:lnTo>
                  <a:cubicBezTo>
                    <a:pt x="245" y="46"/>
                    <a:pt x="236" y="20"/>
                    <a:pt x="211" y="2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9" name="Freeform 49"/>
            <p:cNvSpPr/>
            <p:nvPr/>
          </p:nvSpPr>
          <p:spPr>
            <a:xfrm>
              <a:off x="10520363" y="1876425"/>
              <a:ext cx="173038" cy="774700"/>
            </a:xfrm>
            <a:custGeom>
              <a:avLst/>
              <a:gdLst/>
              <a:ahLst/>
              <a:cxnLst>
                <a:cxn ang="0">
                  <a:pos x="62005" y="774700"/>
                </a:cxn>
                <a:cxn ang="0">
                  <a:pos x="113916" y="683982"/>
                </a:cxn>
                <a:cxn ang="0">
                  <a:pos x="164386" y="614864"/>
                </a:cxn>
                <a:cxn ang="0">
                  <a:pos x="167270" y="480947"/>
                </a:cxn>
                <a:cxn ang="0">
                  <a:pos x="23071" y="110877"/>
                </a:cxn>
                <a:cxn ang="0">
                  <a:pos x="37491" y="86397"/>
                </a:cxn>
                <a:cxn ang="0">
                  <a:pos x="8651" y="0"/>
                </a:cxn>
                <a:cxn ang="0">
                  <a:pos x="0" y="7199"/>
                </a:cxn>
                <a:cxn ang="0">
                  <a:pos x="10093" y="79197"/>
                </a:cxn>
                <a:cxn ang="0">
                  <a:pos x="10093" y="110877"/>
                </a:cxn>
                <a:cxn ang="0">
                  <a:pos x="148524" y="486707"/>
                </a:cxn>
                <a:cxn ang="0">
                  <a:pos x="90844" y="663822"/>
                </a:cxn>
                <a:cxn ang="0">
                  <a:pos x="62005" y="774700"/>
                </a:cxn>
              </a:cxnLst>
              <a:rect l="0" t="0" r="0" b="0"/>
              <a:pathLst>
                <a:path w="120" h="538">
                  <a:moveTo>
                    <a:pt x="43" y="538"/>
                  </a:moveTo>
                  <a:cubicBezTo>
                    <a:pt x="61" y="504"/>
                    <a:pt x="76" y="479"/>
                    <a:pt x="79" y="475"/>
                  </a:cubicBezTo>
                  <a:cubicBezTo>
                    <a:pt x="86" y="467"/>
                    <a:pt x="102" y="452"/>
                    <a:pt x="114" y="427"/>
                  </a:cubicBezTo>
                  <a:cubicBezTo>
                    <a:pt x="118" y="389"/>
                    <a:pt x="120" y="350"/>
                    <a:pt x="116" y="334"/>
                  </a:cubicBezTo>
                  <a:cubicBezTo>
                    <a:pt x="106" y="297"/>
                    <a:pt x="16" y="77"/>
                    <a:pt x="16" y="77"/>
                  </a:cubicBezTo>
                  <a:lnTo>
                    <a:pt x="26" y="60"/>
                  </a:lnTo>
                  <a:lnTo>
                    <a:pt x="6" y="0"/>
                  </a:lnTo>
                  <a:cubicBezTo>
                    <a:pt x="4" y="2"/>
                    <a:pt x="2" y="3"/>
                    <a:pt x="0" y="5"/>
                  </a:cubicBezTo>
                  <a:lnTo>
                    <a:pt x="7" y="55"/>
                  </a:lnTo>
                  <a:lnTo>
                    <a:pt x="7" y="77"/>
                  </a:lnTo>
                  <a:cubicBezTo>
                    <a:pt x="7" y="77"/>
                    <a:pt x="95" y="313"/>
                    <a:pt x="103" y="338"/>
                  </a:cubicBezTo>
                  <a:cubicBezTo>
                    <a:pt x="112" y="362"/>
                    <a:pt x="76" y="437"/>
                    <a:pt x="63" y="461"/>
                  </a:cubicBezTo>
                  <a:cubicBezTo>
                    <a:pt x="56" y="474"/>
                    <a:pt x="49" y="509"/>
                    <a:pt x="43" y="538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0" name="Freeform 50"/>
            <p:cNvSpPr/>
            <p:nvPr/>
          </p:nvSpPr>
          <p:spPr>
            <a:xfrm>
              <a:off x="10379076" y="1941513"/>
              <a:ext cx="198438" cy="841375"/>
            </a:xfrm>
            <a:custGeom>
              <a:avLst/>
              <a:gdLst/>
              <a:ahLst/>
              <a:cxnLst>
                <a:cxn ang="0">
                  <a:pos x="142357" y="175466"/>
                </a:cxn>
                <a:cxn ang="0">
                  <a:pos x="198438" y="221490"/>
                </a:cxn>
                <a:cxn ang="0">
                  <a:pos x="83401" y="60406"/>
                </a:cxn>
                <a:cxn ang="0">
                  <a:pos x="44576" y="0"/>
                </a:cxn>
                <a:cxn ang="0">
                  <a:pos x="46014" y="256008"/>
                </a:cxn>
                <a:cxn ang="0">
                  <a:pos x="0" y="578175"/>
                </a:cxn>
                <a:cxn ang="0">
                  <a:pos x="41700" y="664470"/>
                </a:cxn>
                <a:cxn ang="0">
                  <a:pos x="133729" y="841375"/>
                </a:cxn>
                <a:cxn ang="0">
                  <a:pos x="182620" y="750765"/>
                </a:cxn>
                <a:cxn ang="0">
                  <a:pos x="122226" y="562354"/>
                </a:cxn>
                <a:cxn ang="0">
                  <a:pos x="169678" y="562354"/>
                </a:cxn>
                <a:cxn ang="0">
                  <a:pos x="122226" y="533589"/>
                </a:cxn>
                <a:cxn ang="0">
                  <a:pos x="112160" y="415653"/>
                </a:cxn>
                <a:cxn ang="0">
                  <a:pos x="126540" y="345179"/>
                </a:cxn>
                <a:cxn ang="0">
                  <a:pos x="142357" y="267514"/>
                </a:cxn>
                <a:cxn ang="0">
                  <a:pos x="142357" y="175466"/>
                </a:cxn>
              </a:cxnLst>
              <a:rect l="0" t="0" r="0" b="0"/>
              <a:pathLst>
                <a:path w="138" h="585">
                  <a:moveTo>
                    <a:pt x="99" y="122"/>
                  </a:moveTo>
                  <a:lnTo>
                    <a:pt x="138" y="154"/>
                  </a:lnTo>
                  <a:cubicBezTo>
                    <a:pt x="138" y="154"/>
                    <a:pt x="67" y="65"/>
                    <a:pt x="58" y="42"/>
                  </a:cubicBezTo>
                  <a:cubicBezTo>
                    <a:pt x="53" y="30"/>
                    <a:pt x="42" y="14"/>
                    <a:pt x="31" y="0"/>
                  </a:cubicBezTo>
                  <a:lnTo>
                    <a:pt x="32" y="178"/>
                  </a:lnTo>
                  <a:cubicBezTo>
                    <a:pt x="32" y="178"/>
                    <a:pt x="24" y="281"/>
                    <a:pt x="0" y="402"/>
                  </a:cubicBezTo>
                  <a:lnTo>
                    <a:pt x="29" y="462"/>
                  </a:lnTo>
                  <a:lnTo>
                    <a:pt x="93" y="585"/>
                  </a:lnTo>
                  <a:cubicBezTo>
                    <a:pt x="104" y="564"/>
                    <a:pt x="116" y="542"/>
                    <a:pt x="127" y="522"/>
                  </a:cubicBezTo>
                  <a:cubicBezTo>
                    <a:pt x="111" y="475"/>
                    <a:pt x="85" y="398"/>
                    <a:pt x="85" y="391"/>
                  </a:cubicBezTo>
                  <a:cubicBezTo>
                    <a:pt x="85" y="383"/>
                    <a:pt x="105" y="383"/>
                    <a:pt x="118" y="391"/>
                  </a:cubicBezTo>
                  <a:lnTo>
                    <a:pt x="85" y="371"/>
                  </a:lnTo>
                  <a:lnTo>
                    <a:pt x="78" y="289"/>
                  </a:lnTo>
                  <a:cubicBezTo>
                    <a:pt x="78" y="289"/>
                    <a:pt x="90" y="261"/>
                    <a:pt x="88" y="240"/>
                  </a:cubicBezTo>
                  <a:cubicBezTo>
                    <a:pt x="86" y="218"/>
                    <a:pt x="99" y="186"/>
                    <a:pt x="99" y="186"/>
                  </a:cubicBezTo>
                  <a:lnTo>
                    <a:pt x="99" y="122"/>
                  </a:ln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1" name="Freeform 51"/>
            <p:cNvSpPr/>
            <p:nvPr/>
          </p:nvSpPr>
          <p:spPr>
            <a:xfrm>
              <a:off x="10453688" y="1912938"/>
              <a:ext cx="77788" cy="134937"/>
            </a:xfrm>
            <a:custGeom>
              <a:avLst/>
              <a:gdLst/>
              <a:ahLst/>
              <a:cxnLst>
                <a:cxn ang="0">
                  <a:pos x="77788" y="134937"/>
                </a:cxn>
                <a:cxn ang="0">
                  <a:pos x="25929" y="0"/>
                </a:cxn>
                <a:cxn ang="0">
                  <a:pos x="0" y="8613"/>
                </a:cxn>
                <a:cxn ang="0">
                  <a:pos x="77788" y="134937"/>
                </a:cxn>
              </a:cxnLst>
              <a:rect l="0" t="0" r="0" b="0"/>
              <a:pathLst>
                <a:path w="54" h="94">
                  <a:moveTo>
                    <a:pt x="54" y="94"/>
                  </a:moveTo>
                  <a:lnTo>
                    <a:pt x="18" y="0"/>
                  </a:lnTo>
                  <a:cubicBezTo>
                    <a:pt x="12" y="3"/>
                    <a:pt x="6" y="5"/>
                    <a:pt x="0" y="6"/>
                  </a:cubicBezTo>
                  <a:cubicBezTo>
                    <a:pt x="14" y="21"/>
                    <a:pt x="32" y="48"/>
                    <a:pt x="54" y="9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2" name="Freeform 52"/>
            <p:cNvSpPr/>
            <p:nvPr/>
          </p:nvSpPr>
          <p:spPr>
            <a:xfrm>
              <a:off x="10467976" y="2744788"/>
              <a:ext cx="123825" cy="214312"/>
            </a:xfrm>
            <a:custGeom>
              <a:avLst/>
              <a:gdLst/>
              <a:ahLst/>
              <a:cxnLst>
                <a:cxn ang="0">
                  <a:pos x="5759" y="66163"/>
                </a:cxn>
                <a:cxn ang="0">
                  <a:pos x="21597" y="165408"/>
                </a:cxn>
                <a:cxn ang="0">
                  <a:pos x="21597" y="214312"/>
                </a:cxn>
                <a:cxn ang="0">
                  <a:pos x="123825" y="126573"/>
                </a:cxn>
                <a:cxn ang="0">
                  <a:pos x="84949" y="34520"/>
                </a:cxn>
                <a:cxn ang="0">
                  <a:pos x="5759" y="66163"/>
                </a:cxn>
              </a:cxnLst>
              <a:rect l="0" t="0" r="0" b="0"/>
              <a:pathLst>
                <a:path w="86" h="149">
                  <a:moveTo>
                    <a:pt x="4" y="46"/>
                  </a:moveTo>
                  <a:cubicBezTo>
                    <a:pt x="0" y="52"/>
                    <a:pt x="2" y="110"/>
                    <a:pt x="15" y="115"/>
                  </a:cubicBezTo>
                  <a:lnTo>
                    <a:pt x="15" y="149"/>
                  </a:lnTo>
                  <a:lnTo>
                    <a:pt x="86" y="88"/>
                  </a:lnTo>
                  <a:cubicBezTo>
                    <a:pt x="86" y="88"/>
                    <a:pt x="77" y="48"/>
                    <a:pt x="59" y="24"/>
                  </a:cubicBezTo>
                  <a:cubicBezTo>
                    <a:pt x="42" y="0"/>
                    <a:pt x="4" y="46"/>
                    <a:pt x="4" y="46"/>
                  </a:cubicBez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3" name="Freeform 53"/>
            <p:cNvSpPr/>
            <p:nvPr/>
          </p:nvSpPr>
          <p:spPr>
            <a:xfrm>
              <a:off x="10277476" y="1924050"/>
              <a:ext cx="280988" cy="928687"/>
            </a:xfrm>
            <a:custGeom>
              <a:avLst/>
              <a:gdLst/>
              <a:ahLst/>
              <a:cxnLst>
                <a:cxn ang="0">
                  <a:pos x="157065" y="928687"/>
                </a:cxn>
                <a:cxn ang="0">
                  <a:pos x="280988" y="845177"/>
                </a:cxn>
                <a:cxn ang="0">
                  <a:pos x="193089" y="551452"/>
                </a:cxn>
                <a:cxn ang="0">
                  <a:pos x="201734" y="349877"/>
                </a:cxn>
                <a:cxn ang="0">
                  <a:pos x="243522" y="192936"/>
                </a:cxn>
                <a:cxn ang="0">
                  <a:pos x="145537" y="0"/>
                </a:cxn>
                <a:cxn ang="0">
                  <a:pos x="72048" y="35995"/>
                </a:cxn>
                <a:cxn ang="0">
                  <a:pos x="57638" y="56153"/>
                </a:cxn>
                <a:cxn ang="0">
                  <a:pos x="27378" y="132463"/>
                </a:cxn>
                <a:cxn ang="0">
                  <a:pos x="27378" y="226052"/>
                </a:cxn>
                <a:cxn ang="0">
                  <a:pos x="7204" y="249089"/>
                </a:cxn>
                <a:cxn ang="0">
                  <a:pos x="7204" y="306682"/>
                </a:cxn>
                <a:cxn ang="0">
                  <a:pos x="31701" y="329719"/>
                </a:cxn>
                <a:cxn ang="0">
                  <a:pos x="17291" y="414669"/>
                </a:cxn>
                <a:cxn ang="0">
                  <a:pos x="14409" y="519776"/>
                </a:cxn>
                <a:cxn ang="0">
                  <a:pos x="38906" y="619124"/>
                </a:cxn>
                <a:cxn ang="0">
                  <a:pos x="157065" y="928687"/>
                </a:cxn>
              </a:cxnLst>
              <a:rect l="0" t="0" r="0" b="0"/>
              <a:pathLst>
                <a:path w="195" h="645">
                  <a:moveTo>
                    <a:pt x="109" y="645"/>
                  </a:moveTo>
                  <a:cubicBezTo>
                    <a:pt x="109" y="645"/>
                    <a:pt x="170" y="592"/>
                    <a:pt x="195" y="587"/>
                  </a:cubicBezTo>
                  <a:cubicBezTo>
                    <a:pt x="195" y="587"/>
                    <a:pt x="144" y="410"/>
                    <a:pt x="134" y="383"/>
                  </a:cubicBezTo>
                  <a:lnTo>
                    <a:pt x="140" y="243"/>
                  </a:lnTo>
                  <a:cubicBezTo>
                    <a:pt x="140" y="243"/>
                    <a:pt x="171" y="159"/>
                    <a:pt x="169" y="134"/>
                  </a:cubicBezTo>
                  <a:cubicBezTo>
                    <a:pt x="168" y="109"/>
                    <a:pt x="101" y="0"/>
                    <a:pt x="101" y="0"/>
                  </a:cubicBezTo>
                  <a:cubicBezTo>
                    <a:pt x="101" y="0"/>
                    <a:pt x="64" y="13"/>
                    <a:pt x="50" y="25"/>
                  </a:cubicBezTo>
                  <a:cubicBezTo>
                    <a:pt x="37" y="37"/>
                    <a:pt x="40" y="39"/>
                    <a:pt x="40" y="39"/>
                  </a:cubicBezTo>
                  <a:cubicBezTo>
                    <a:pt x="40" y="39"/>
                    <a:pt x="22" y="87"/>
                    <a:pt x="19" y="92"/>
                  </a:cubicBezTo>
                  <a:cubicBezTo>
                    <a:pt x="15" y="97"/>
                    <a:pt x="19" y="157"/>
                    <a:pt x="19" y="157"/>
                  </a:cubicBezTo>
                  <a:cubicBezTo>
                    <a:pt x="19" y="157"/>
                    <a:pt x="3" y="161"/>
                    <a:pt x="5" y="173"/>
                  </a:cubicBezTo>
                  <a:cubicBezTo>
                    <a:pt x="7" y="185"/>
                    <a:pt x="0" y="205"/>
                    <a:pt x="5" y="213"/>
                  </a:cubicBezTo>
                  <a:cubicBezTo>
                    <a:pt x="10" y="222"/>
                    <a:pt x="22" y="229"/>
                    <a:pt x="22" y="229"/>
                  </a:cubicBezTo>
                  <a:cubicBezTo>
                    <a:pt x="22" y="229"/>
                    <a:pt x="13" y="279"/>
                    <a:pt x="12" y="288"/>
                  </a:cubicBezTo>
                  <a:cubicBezTo>
                    <a:pt x="10" y="297"/>
                    <a:pt x="7" y="349"/>
                    <a:pt x="10" y="361"/>
                  </a:cubicBezTo>
                  <a:cubicBezTo>
                    <a:pt x="13" y="373"/>
                    <a:pt x="27" y="430"/>
                    <a:pt x="27" y="430"/>
                  </a:cubicBezTo>
                  <a:cubicBezTo>
                    <a:pt x="27" y="430"/>
                    <a:pt x="88" y="632"/>
                    <a:pt x="109" y="645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4" name="Freeform 54"/>
            <p:cNvSpPr>
              <a:spLocks noEditPoints="1"/>
            </p:cNvSpPr>
            <p:nvPr/>
          </p:nvSpPr>
          <p:spPr>
            <a:xfrm>
              <a:off x="10277476" y="1955800"/>
              <a:ext cx="214313" cy="896937"/>
            </a:xfrm>
            <a:custGeom>
              <a:avLst/>
              <a:gdLst/>
              <a:ahLst/>
              <a:cxnLst>
                <a:cxn ang="0">
                  <a:pos x="44588" y="156927"/>
                </a:cxn>
                <a:cxn ang="0">
                  <a:pos x="43150" y="155488"/>
                </a:cxn>
                <a:cxn ang="0">
                  <a:pos x="44588" y="156927"/>
                </a:cxn>
                <a:cxn ang="0">
                  <a:pos x="100683" y="695378"/>
                </a:cxn>
                <a:cxn ang="0">
                  <a:pos x="37396" y="479422"/>
                </a:cxn>
                <a:cxn ang="0">
                  <a:pos x="63287" y="477982"/>
                </a:cxn>
                <a:cxn ang="0">
                  <a:pos x="159655" y="424713"/>
                </a:cxn>
                <a:cxn ang="0">
                  <a:pos x="81985" y="459266"/>
                </a:cxn>
                <a:cxn ang="0">
                  <a:pos x="38835" y="424713"/>
                </a:cxn>
                <a:cxn ang="0">
                  <a:pos x="67602" y="348408"/>
                </a:cxn>
                <a:cxn ang="0">
                  <a:pos x="77670" y="283622"/>
                </a:cxn>
                <a:cxn ang="0">
                  <a:pos x="192737" y="336891"/>
                </a:cxn>
                <a:cxn ang="0">
                  <a:pos x="143834" y="274983"/>
                </a:cxn>
                <a:cxn ang="0">
                  <a:pos x="87738" y="243310"/>
                </a:cxn>
                <a:cxn ang="0">
                  <a:pos x="179792" y="244750"/>
                </a:cxn>
                <a:cxn ang="0">
                  <a:pos x="100683" y="200119"/>
                </a:cxn>
                <a:cxn ang="0">
                  <a:pos x="146710" y="185722"/>
                </a:cxn>
                <a:cxn ang="0">
                  <a:pos x="38835" y="185722"/>
                </a:cxn>
                <a:cxn ang="0">
                  <a:pos x="81985" y="128133"/>
                </a:cxn>
                <a:cxn ang="0">
                  <a:pos x="41711" y="143970"/>
                </a:cxn>
                <a:cxn ang="0">
                  <a:pos x="43150" y="119495"/>
                </a:cxn>
                <a:cxn ang="0">
                  <a:pos x="81985" y="46070"/>
                </a:cxn>
                <a:cxn ang="0">
                  <a:pos x="81985" y="0"/>
                </a:cxn>
                <a:cxn ang="0">
                  <a:pos x="71917" y="4319"/>
                </a:cxn>
                <a:cxn ang="0">
                  <a:pos x="61848" y="8638"/>
                </a:cxn>
                <a:cxn ang="0">
                  <a:pos x="27328" y="100779"/>
                </a:cxn>
                <a:cxn ang="0">
                  <a:pos x="27328" y="194360"/>
                </a:cxn>
                <a:cxn ang="0">
                  <a:pos x="7191" y="217395"/>
                </a:cxn>
                <a:cxn ang="0">
                  <a:pos x="7191" y="274983"/>
                </a:cxn>
                <a:cxn ang="0">
                  <a:pos x="31643" y="298019"/>
                </a:cxn>
                <a:cxn ang="0">
                  <a:pos x="17260" y="382961"/>
                </a:cxn>
                <a:cxn ang="0">
                  <a:pos x="14383" y="488060"/>
                </a:cxn>
                <a:cxn ang="0">
                  <a:pos x="38835" y="587400"/>
                </a:cxn>
                <a:cxn ang="0">
                  <a:pos x="156779" y="896937"/>
                </a:cxn>
                <a:cxn ang="0">
                  <a:pos x="214313" y="850866"/>
                </a:cxn>
                <a:cxn ang="0">
                  <a:pos x="159655" y="827831"/>
                </a:cxn>
                <a:cxn ang="0">
                  <a:pos x="100683" y="695378"/>
                </a:cxn>
              </a:cxnLst>
              <a:rect l="0" t="0" r="0" b="0"/>
              <a:pathLst>
                <a:path w="149" h="623">
                  <a:moveTo>
                    <a:pt x="31" y="109"/>
                  </a:moveTo>
                  <a:cubicBezTo>
                    <a:pt x="31" y="108"/>
                    <a:pt x="31" y="108"/>
                    <a:pt x="30" y="108"/>
                  </a:cubicBezTo>
                  <a:cubicBezTo>
                    <a:pt x="31" y="108"/>
                    <a:pt x="31" y="108"/>
                    <a:pt x="31" y="109"/>
                  </a:cubicBezTo>
                  <a:close/>
                  <a:moveTo>
                    <a:pt x="70" y="483"/>
                  </a:moveTo>
                  <a:cubicBezTo>
                    <a:pt x="58" y="475"/>
                    <a:pt x="26" y="333"/>
                    <a:pt x="26" y="333"/>
                  </a:cubicBezTo>
                  <a:cubicBezTo>
                    <a:pt x="26" y="333"/>
                    <a:pt x="9" y="326"/>
                    <a:pt x="44" y="332"/>
                  </a:cubicBezTo>
                  <a:cubicBezTo>
                    <a:pt x="79" y="339"/>
                    <a:pt x="111" y="295"/>
                    <a:pt x="111" y="295"/>
                  </a:cubicBezTo>
                  <a:cubicBezTo>
                    <a:pt x="111" y="295"/>
                    <a:pt x="67" y="314"/>
                    <a:pt x="57" y="319"/>
                  </a:cubicBezTo>
                  <a:cubicBezTo>
                    <a:pt x="47" y="324"/>
                    <a:pt x="22" y="304"/>
                    <a:pt x="27" y="295"/>
                  </a:cubicBezTo>
                  <a:cubicBezTo>
                    <a:pt x="32" y="287"/>
                    <a:pt x="37" y="253"/>
                    <a:pt x="47" y="242"/>
                  </a:cubicBezTo>
                  <a:cubicBezTo>
                    <a:pt x="54" y="234"/>
                    <a:pt x="55" y="212"/>
                    <a:pt x="54" y="197"/>
                  </a:cubicBezTo>
                  <a:cubicBezTo>
                    <a:pt x="100" y="186"/>
                    <a:pt x="134" y="234"/>
                    <a:pt x="134" y="234"/>
                  </a:cubicBezTo>
                  <a:cubicBezTo>
                    <a:pt x="134" y="234"/>
                    <a:pt x="121" y="206"/>
                    <a:pt x="100" y="191"/>
                  </a:cubicBezTo>
                  <a:cubicBezTo>
                    <a:pt x="80" y="175"/>
                    <a:pt x="61" y="169"/>
                    <a:pt x="61" y="169"/>
                  </a:cubicBezTo>
                  <a:cubicBezTo>
                    <a:pt x="78" y="162"/>
                    <a:pt x="105" y="165"/>
                    <a:pt x="125" y="170"/>
                  </a:cubicBezTo>
                  <a:cubicBezTo>
                    <a:pt x="106" y="160"/>
                    <a:pt x="82" y="146"/>
                    <a:pt x="70" y="139"/>
                  </a:cubicBezTo>
                  <a:cubicBezTo>
                    <a:pt x="74" y="117"/>
                    <a:pt x="102" y="129"/>
                    <a:pt x="102" y="129"/>
                  </a:cubicBezTo>
                  <a:cubicBezTo>
                    <a:pt x="78" y="95"/>
                    <a:pt x="27" y="129"/>
                    <a:pt x="27" y="129"/>
                  </a:cubicBezTo>
                  <a:cubicBezTo>
                    <a:pt x="25" y="119"/>
                    <a:pt x="57" y="89"/>
                    <a:pt x="57" y="89"/>
                  </a:cubicBezTo>
                  <a:lnTo>
                    <a:pt x="29" y="100"/>
                  </a:lnTo>
                  <a:cubicBezTo>
                    <a:pt x="28" y="92"/>
                    <a:pt x="30" y="83"/>
                    <a:pt x="30" y="83"/>
                  </a:cubicBezTo>
                  <a:lnTo>
                    <a:pt x="57" y="32"/>
                  </a:lnTo>
                  <a:lnTo>
                    <a:pt x="57" y="0"/>
                  </a:lnTo>
                  <a:cubicBezTo>
                    <a:pt x="55" y="1"/>
                    <a:pt x="52" y="2"/>
                    <a:pt x="50" y="3"/>
                  </a:cubicBezTo>
                  <a:cubicBezTo>
                    <a:pt x="47" y="5"/>
                    <a:pt x="43" y="6"/>
                    <a:pt x="43" y="6"/>
                  </a:cubicBezTo>
                  <a:cubicBezTo>
                    <a:pt x="43" y="6"/>
                    <a:pt x="22" y="65"/>
                    <a:pt x="19" y="70"/>
                  </a:cubicBezTo>
                  <a:cubicBezTo>
                    <a:pt x="15" y="75"/>
                    <a:pt x="19" y="135"/>
                    <a:pt x="19" y="135"/>
                  </a:cubicBezTo>
                  <a:cubicBezTo>
                    <a:pt x="19" y="135"/>
                    <a:pt x="3" y="139"/>
                    <a:pt x="5" y="151"/>
                  </a:cubicBezTo>
                  <a:cubicBezTo>
                    <a:pt x="7" y="163"/>
                    <a:pt x="0" y="183"/>
                    <a:pt x="5" y="191"/>
                  </a:cubicBezTo>
                  <a:cubicBezTo>
                    <a:pt x="10" y="200"/>
                    <a:pt x="22" y="207"/>
                    <a:pt x="22" y="207"/>
                  </a:cubicBezTo>
                  <a:cubicBezTo>
                    <a:pt x="22" y="207"/>
                    <a:pt x="13" y="257"/>
                    <a:pt x="12" y="266"/>
                  </a:cubicBezTo>
                  <a:cubicBezTo>
                    <a:pt x="10" y="275"/>
                    <a:pt x="7" y="327"/>
                    <a:pt x="10" y="339"/>
                  </a:cubicBezTo>
                  <a:cubicBezTo>
                    <a:pt x="13" y="351"/>
                    <a:pt x="27" y="408"/>
                    <a:pt x="27" y="408"/>
                  </a:cubicBezTo>
                  <a:cubicBezTo>
                    <a:pt x="27" y="408"/>
                    <a:pt x="88" y="610"/>
                    <a:pt x="109" y="623"/>
                  </a:cubicBezTo>
                  <a:cubicBezTo>
                    <a:pt x="109" y="623"/>
                    <a:pt x="128" y="607"/>
                    <a:pt x="149" y="591"/>
                  </a:cubicBezTo>
                  <a:lnTo>
                    <a:pt x="111" y="575"/>
                  </a:lnTo>
                  <a:cubicBezTo>
                    <a:pt x="111" y="575"/>
                    <a:pt x="82" y="492"/>
                    <a:pt x="70" y="483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5" name="Freeform 55"/>
            <p:cNvSpPr/>
            <p:nvPr/>
          </p:nvSpPr>
          <p:spPr>
            <a:xfrm>
              <a:off x="10467976" y="2203450"/>
              <a:ext cx="23813" cy="12700"/>
            </a:xfrm>
            <a:custGeom>
              <a:avLst/>
              <a:gdLst/>
              <a:ahLst/>
              <a:cxnLst>
                <a:cxn ang="0">
                  <a:pos x="23813" y="5644"/>
                </a:cxn>
                <a:cxn ang="0">
                  <a:pos x="0" y="0"/>
                </a:cxn>
                <a:cxn ang="0">
                  <a:pos x="23813" y="5644"/>
                </a:cxn>
              </a:cxnLst>
              <a:rect l="0" t="0" r="0" b="0"/>
              <a:pathLst>
                <a:path w="17" h="9">
                  <a:moveTo>
                    <a:pt x="17" y="4"/>
                  </a:moveTo>
                  <a:cubicBezTo>
                    <a:pt x="17" y="4"/>
                    <a:pt x="14" y="3"/>
                    <a:pt x="0" y="0"/>
                  </a:cubicBezTo>
                  <a:cubicBezTo>
                    <a:pt x="14" y="9"/>
                    <a:pt x="14" y="6"/>
                    <a:pt x="17" y="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6" name="Freeform 56"/>
            <p:cNvSpPr/>
            <p:nvPr/>
          </p:nvSpPr>
          <p:spPr>
            <a:xfrm>
              <a:off x="10560051" y="1558925"/>
              <a:ext cx="280988" cy="354012"/>
            </a:xfrm>
            <a:custGeom>
              <a:avLst/>
              <a:gdLst/>
              <a:ahLst/>
              <a:cxnLst>
                <a:cxn ang="0">
                  <a:pos x="153396" y="351133"/>
                </a:cxn>
                <a:cxn ang="0">
                  <a:pos x="203572" y="315157"/>
                </a:cxn>
                <a:cxn ang="0">
                  <a:pos x="253749" y="223056"/>
                </a:cxn>
                <a:cxn ang="0">
                  <a:pos x="266651" y="223056"/>
                </a:cxn>
                <a:cxn ang="0">
                  <a:pos x="275253" y="174127"/>
                </a:cxn>
                <a:cxn ang="0">
                  <a:pos x="266651" y="130955"/>
                </a:cxn>
                <a:cxn ang="0">
                  <a:pos x="275253" y="20147"/>
                </a:cxn>
                <a:cxn ang="0">
                  <a:pos x="113255" y="0"/>
                </a:cxn>
                <a:cxn ang="0">
                  <a:pos x="43008" y="37415"/>
                </a:cxn>
                <a:cxn ang="0">
                  <a:pos x="43008" y="130955"/>
                </a:cxn>
                <a:cxn ang="0">
                  <a:pos x="12902" y="130955"/>
                </a:cxn>
                <a:cxn ang="0">
                  <a:pos x="43008" y="214421"/>
                </a:cxn>
                <a:cxn ang="0">
                  <a:pos x="70247" y="306522"/>
                </a:cxn>
                <a:cxn ang="0">
                  <a:pos x="153396" y="351133"/>
                </a:cxn>
              </a:cxnLst>
              <a:rect l="0" t="0" r="0" b="0"/>
              <a:pathLst>
                <a:path w="196" h="246">
                  <a:moveTo>
                    <a:pt x="107" y="244"/>
                  </a:moveTo>
                  <a:cubicBezTo>
                    <a:pt x="124" y="246"/>
                    <a:pt x="137" y="225"/>
                    <a:pt x="142" y="219"/>
                  </a:cubicBezTo>
                  <a:cubicBezTo>
                    <a:pt x="147" y="213"/>
                    <a:pt x="173" y="171"/>
                    <a:pt x="177" y="155"/>
                  </a:cubicBezTo>
                  <a:cubicBezTo>
                    <a:pt x="177" y="155"/>
                    <a:pt x="185" y="160"/>
                    <a:pt x="186" y="155"/>
                  </a:cubicBezTo>
                  <a:cubicBezTo>
                    <a:pt x="186" y="155"/>
                    <a:pt x="190" y="127"/>
                    <a:pt x="192" y="121"/>
                  </a:cubicBezTo>
                  <a:cubicBezTo>
                    <a:pt x="194" y="115"/>
                    <a:pt x="196" y="92"/>
                    <a:pt x="186" y="91"/>
                  </a:cubicBezTo>
                  <a:lnTo>
                    <a:pt x="192" y="14"/>
                  </a:lnTo>
                  <a:lnTo>
                    <a:pt x="79" y="0"/>
                  </a:lnTo>
                  <a:lnTo>
                    <a:pt x="30" y="26"/>
                  </a:lnTo>
                  <a:lnTo>
                    <a:pt x="30" y="91"/>
                  </a:lnTo>
                  <a:cubicBezTo>
                    <a:pt x="30" y="91"/>
                    <a:pt x="13" y="83"/>
                    <a:pt x="9" y="91"/>
                  </a:cubicBezTo>
                  <a:cubicBezTo>
                    <a:pt x="9" y="91"/>
                    <a:pt x="0" y="150"/>
                    <a:pt x="30" y="149"/>
                  </a:cubicBezTo>
                  <a:cubicBezTo>
                    <a:pt x="30" y="149"/>
                    <a:pt x="36" y="194"/>
                    <a:pt x="49" y="213"/>
                  </a:cubicBezTo>
                  <a:cubicBezTo>
                    <a:pt x="63" y="232"/>
                    <a:pt x="82" y="242"/>
                    <a:pt x="107" y="244"/>
                  </a:cubicBez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7" name="Freeform 57"/>
            <p:cNvSpPr/>
            <p:nvPr/>
          </p:nvSpPr>
          <p:spPr>
            <a:xfrm>
              <a:off x="10560051" y="1560513"/>
              <a:ext cx="134938" cy="341312"/>
            </a:xfrm>
            <a:custGeom>
              <a:avLst/>
              <a:gdLst/>
              <a:ahLst/>
              <a:cxnLst>
                <a:cxn ang="0">
                  <a:pos x="117711" y="341312"/>
                </a:cxn>
                <a:cxn ang="0">
                  <a:pos x="78953" y="243382"/>
                </a:cxn>
                <a:cxn ang="0">
                  <a:pos x="91872" y="192978"/>
                </a:cxn>
                <a:cxn ang="0">
                  <a:pos x="78953" y="162735"/>
                </a:cxn>
                <a:cxn ang="0">
                  <a:pos x="104792" y="138252"/>
                </a:cxn>
                <a:cxn ang="0">
                  <a:pos x="122018" y="84967"/>
                </a:cxn>
                <a:cxn ang="0">
                  <a:pos x="134938" y="1440"/>
                </a:cxn>
                <a:cxn ang="0">
                  <a:pos x="113405" y="0"/>
                </a:cxn>
                <a:cxn ang="0">
                  <a:pos x="43065" y="36003"/>
                </a:cxn>
                <a:cxn ang="0">
                  <a:pos x="43065" y="129612"/>
                </a:cxn>
                <a:cxn ang="0">
                  <a:pos x="12919" y="129612"/>
                </a:cxn>
                <a:cxn ang="0">
                  <a:pos x="43065" y="213139"/>
                </a:cxn>
                <a:cxn ang="0">
                  <a:pos x="70340" y="305308"/>
                </a:cxn>
                <a:cxn ang="0">
                  <a:pos x="117711" y="341312"/>
                </a:cxn>
              </a:cxnLst>
              <a:rect l="0" t="0" r="0" b="0"/>
              <a:pathLst>
                <a:path w="94" h="237">
                  <a:moveTo>
                    <a:pt x="82" y="237"/>
                  </a:moveTo>
                  <a:cubicBezTo>
                    <a:pt x="68" y="217"/>
                    <a:pt x="55" y="169"/>
                    <a:pt x="55" y="169"/>
                  </a:cubicBezTo>
                  <a:cubicBezTo>
                    <a:pt x="53" y="157"/>
                    <a:pt x="64" y="134"/>
                    <a:pt x="64" y="134"/>
                  </a:cubicBezTo>
                  <a:lnTo>
                    <a:pt x="55" y="113"/>
                  </a:lnTo>
                  <a:cubicBezTo>
                    <a:pt x="55" y="106"/>
                    <a:pt x="73" y="96"/>
                    <a:pt x="73" y="96"/>
                  </a:cubicBezTo>
                  <a:cubicBezTo>
                    <a:pt x="73" y="96"/>
                    <a:pt x="84" y="69"/>
                    <a:pt x="85" y="59"/>
                  </a:cubicBezTo>
                  <a:cubicBezTo>
                    <a:pt x="86" y="53"/>
                    <a:pt x="91" y="26"/>
                    <a:pt x="94" y="1"/>
                  </a:cubicBezTo>
                  <a:lnTo>
                    <a:pt x="79" y="0"/>
                  </a:lnTo>
                  <a:lnTo>
                    <a:pt x="30" y="25"/>
                  </a:lnTo>
                  <a:lnTo>
                    <a:pt x="30" y="90"/>
                  </a:lnTo>
                  <a:cubicBezTo>
                    <a:pt x="30" y="90"/>
                    <a:pt x="13" y="82"/>
                    <a:pt x="9" y="90"/>
                  </a:cubicBezTo>
                  <a:cubicBezTo>
                    <a:pt x="9" y="90"/>
                    <a:pt x="0" y="149"/>
                    <a:pt x="30" y="148"/>
                  </a:cubicBezTo>
                  <a:cubicBezTo>
                    <a:pt x="30" y="148"/>
                    <a:pt x="36" y="193"/>
                    <a:pt x="49" y="212"/>
                  </a:cubicBezTo>
                  <a:cubicBezTo>
                    <a:pt x="58" y="224"/>
                    <a:pt x="69" y="232"/>
                    <a:pt x="82" y="237"/>
                  </a:cubicBezTo>
                  <a:close/>
                </a:path>
              </a:pathLst>
            </a:custGeom>
            <a:solidFill>
              <a:srgbClr val="E2A069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8" name="Freeform 58"/>
            <p:cNvSpPr/>
            <p:nvPr/>
          </p:nvSpPr>
          <p:spPr>
            <a:xfrm>
              <a:off x="10775951" y="1690688"/>
              <a:ext cx="68263" cy="166687"/>
            </a:xfrm>
            <a:custGeom>
              <a:avLst/>
              <a:gdLst/>
              <a:ahLst/>
              <a:cxnLst>
                <a:cxn ang="0">
                  <a:pos x="38397" y="91965"/>
                </a:cxn>
                <a:cxn ang="0">
                  <a:pos x="51197" y="91965"/>
                </a:cxn>
                <a:cxn ang="0">
                  <a:pos x="68263" y="27302"/>
                </a:cxn>
                <a:cxn ang="0">
                  <a:pos x="51197" y="0"/>
                </a:cxn>
                <a:cxn ang="0">
                  <a:pos x="29865" y="80469"/>
                </a:cxn>
                <a:cxn ang="0">
                  <a:pos x="0" y="107771"/>
                </a:cxn>
                <a:cxn ang="0">
                  <a:pos x="0" y="166687"/>
                </a:cxn>
                <a:cxn ang="0">
                  <a:pos x="38397" y="91965"/>
                </a:cxn>
              </a:cxnLst>
              <a:rect l="0" t="0" r="0" b="0"/>
              <a:pathLst>
                <a:path w="48" h="116">
                  <a:moveTo>
                    <a:pt x="27" y="64"/>
                  </a:moveTo>
                  <a:cubicBezTo>
                    <a:pt x="27" y="64"/>
                    <a:pt x="35" y="69"/>
                    <a:pt x="36" y="64"/>
                  </a:cubicBezTo>
                  <a:cubicBezTo>
                    <a:pt x="36" y="64"/>
                    <a:pt x="48" y="35"/>
                    <a:pt x="48" y="19"/>
                  </a:cubicBezTo>
                  <a:cubicBezTo>
                    <a:pt x="47" y="12"/>
                    <a:pt x="46" y="1"/>
                    <a:pt x="36" y="0"/>
                  </a:cubicBezTo>
                  <a:cubicBezTo>
                    <a:pt x="36" y="0"/>
                    <a:pt x="27" y="48"/>
                    <a:pt x="21" y="56"/>
                  </a:cubicBezTo>
                  <a:cubicBezTo>
                    <a:pt x="15" y="65"/>
                    <a:pt x="0" y="75"/>
                    <a:pt x="0" y="75"/>
                  </a:cubicBezTo>
                  <a:cubicBezTo>
                    <a:pt x="3" y="79"/>
                    <a:pt x="4" y="97"/>
                    <a:pt x="0" y="116"/>
                  </a:cubicBezTo>
                  <a:cubicBezTo>
                    <a:pt x="10" y="101"/>
                    <a:pt x="24" y="76"/>
                    <a:pt x="27" y="64"/>
                  </a:cubicBezTo>
                  <a:close/>
                </a:path>
              </a:pathLst>
            </a:custGeom>
            <a:solidFill>
              <a:srgbClr val="E2A069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9" name="Freeform 59"/>
            <p:cNvSpPr/>
            <p:nvPr/>
          </p:nvSpPr>
          <p:spPr>
            <a:xfrm>
              <a:off x="10583863" y="1484313"/>
              <a:ext cx="268288" cy="255587"/>
            </a:xfrm>
            <a:custGeom>
              <a:avLst/>
              <a:gdLst/>
              <a:ahLst/>
              <a:cxnLst>
                <a:cxn ang="0">
                  <a:pos x="266845" y="109127"/>
                </a:cxn>
                <a:cxn ang="0">
                  <a:pos x="183185" y="0"/>
                </a:cxn>
                <a:cxn ang="0">
                  <a:pos x="134144" y="10051"/>
                </a:cxn>
                <a:cxn ang="0">
                  <a:pos x="79332" y="15794"/>
                </a:cxn>
                <a:cxn ang="0">
                  <a:pos x="49041" y="31589"/>
                </a:cxn>
                <a:cxn ang="0">
                  <a:pos x="0" y="101947"/>
                </a:cxn>
                <a:cxn ang="0">
                  <a:pos x="4327" y="201023"/>
                </a:cxn>
                <a:cxn ang="0">
                  <a:pos x="15866" y="203895"/>
                </a:cxn>
                <a:cxn ang="0">
                  <a:pos x="21636" y="242664"/>
                </a:cxn>
                <a:cxn ang="0">
                  <a:pos x="28848" y="236920"/>
                </a:cxn>
                <a:cxn ang="0">
                  <a:pos x="36060" y="180921"/>
                </a:cxn>
                <a:cxn ang="0">
                  <a:pos x="36060" y="137844"/>
                </a:cxn>
                <a:cxn ang="0">
                  <a:pos x="63465" y="113434"/>
                </a:cxn>
                <a:cxn ang="0">
                  <a:pos x="115392" y="130665"/>
                </a:cxn>
                <a:cxn ang="0">
                  <a:pos x="154337" y="150767"/>
                </a:cxn>
                <a:cxn ang="0">
                  <a:pos x="158664" y="150767"/>
                </a:cxn>
                <a:cxn ang="0">
                  <a:pos x="178858" y="149331"/>
                </a:cxn>
                <a:cxn ang="0">
                  <a:pos x="216361" y="166562"/>
                </a:cxn>
                <a:cxn ang="0">
                  <a:pos x="207706" y="139280"/>
                </a:cxn>
                <a:cxn ang="0">
                  <a:pos x="214918" y="137844"/>
                </a:cxn>
                <a:cxn ang="0">
                  <a:pos x="226458" y="155075"/>
                </a:cxn>
                <a:cxn ang="0">
                  <a:pos x="230785" y="205331"/>
                </a:cxn>
                <a:cxn ang="0">
                  <a:pos x="229342" y="249843"/>
                </a:cxn>
                <a:cxn ang="0">
                  <a:pos x="232227" y="255587"/>
                </a:cxn>
                <a:cxn ang="0">
                  <a:pos x="243767" y="205331"/>
                </a:cxn>
                <a:cxn ang="0">
                  <a:pos x="253863" y="211074"/>
                </a:cxn>
                <a:cxn ang="0">
                  <a:pos x="265403" y="165126"/>
                </a:cxn>
                <a:cxn ang="0">
                  <a:pos x="266845" y="109127"/>
                </a:cxn>
              </a:cxnLst>
              <a:rect l="0" t="0" r="0" b="0"/>
              <a:pathLst>
                <a:path w="186" h="178">
                  <a:moveTo>
                    <a:pt x="185" y="76"/>
                  </a:moveTo>
                  <a:cubicBezTo>
                    <a:pt x="185" y="69"/>
                    <a:pt x="181" y="20"/>
                    <a:pt x="127" y="0"/>
                  </a:cubicBezTo>
                  <a:cubicBezTo>
                    <a:pt x="127" y="0"/>
                    <a:pt x="115" y="2"/>
                    <a:pt x="93" y="7"/>
                  </a:cubicBezTo>
                  <a:cubicBezTo>
                    <a:pt x="93" y="7"/>
                    <a:pt x="62" y="6"/>
                    <a:pt x="55" y="11"/>
                  </a:cubicBezTo>
                  <a:cubicBezTo>
                    <a:pt x="49" y="16"/>
                    <a:pt x="34" y="22"/>
                    <a:pt x="34" y="22"/>
                  </a:cubicBezTo>
                  <a:cubicBezTo>
                    <a:pt x="34" y="22"/>
                    <a:pt x="4" y="32"/>
                    <a:pt x="0" y="71"/>
                  </a:cubicBezTo>
                  <a:cubicBezTo>
                    <a:pt x="0" y="71"/>
                    <a:pt x="0" y="121"/>
                    <a:pt x="3" y="140"/>
                  </a:cubicBezTo>
                  <a:cubicBezTo>
                    <a:pt x="3" y="140"/>
                    <a:pt x="7" y="139"/>
                    <a:pt x="11" y="142"/>
                  </a:cubicBezTo>
                  <a:lnTo>
                    <a:pt x="15" y="169"/>
                  </a:lnTo>
                  <a:lnTo>
                    <a:pt x="20" y="165"/>
                  </a:lnTo>
                  <a:cubicBezTo>
                    <a:pt x="20" y="165"/>
                    <a:pt x="17" y="135"/>
                    <a:pt x="25" y="126"/>
                  </a:cubicBezTo>
                  <a:cubicBezTo>
                    <a:pt x="28" y="122"/>
                    <a:pt x="25" y="96"/>
                    <a:pt x="25" y="96"/>
                  </a:cubicBezTo>
                  <a:cubicBezTo>
                    <a:pt x="25" y="96"/>
                    <a:pt x="42" y="80"/>
                    <a:pt x="44" y="79"/>
                  </a:cubicBezTo>
                  <a:cubicBezTo>
                    <a:pt x="44" y="79"/>
                    <a:pt x="68" y="84"/>
                    <a:pt x="80" y="91"/>
                  </a:cubicBezTo>
                  <a:cubicBezTo>
                    <a:pt x="80" y="91"/>
                    <a:pt x="83" y="101"/>
                    <a:pt x="107" y="105"/>
                  </a:cubicBezTo>
                  <a:cubicBezTo>
                    <a:pt x="108" y="105"/>
                    <a:pt x="109" y="105"/>
                    <a:pt x="110" y="105"/>
                  </a:cubicBezTo>
                  <a:cubicBezTo>
                    <a:pt x="114" y="105"/>
                    <a:pt x="119" y="105"/>
                    <a:pt x="124" y="104"/>
                  </a:cubicBezTo>
                  <a:cubicBezTo>
                    <a:pt x="149" y="96"/>
                    <a:pt x="150" y="116"/>
                    <a:pt x="150" y="116"/>
                  </a:cubicBezTo>
                  <a:cubicBezTo>
                    <a:pt x="153" y="107"/>
                    <a:pt x="149" y="101"/>
                    <a:pt x="144" y="97"/>
                  </a:cubicBezTo>
                  <a:lnTo>
                    <a:pt x="149" y="96"/>
                  </a:lnTo>
                  <a:cubicBezTo>
                    <a:pt x="149" y="96"/>
                    <a:pt x="154" y="100"/>
                    <a:pt x="157" y="108"/>
                  </a:cubicBezTo>
                  <a:cubicBezTo>
                    <a:pt x="159" y="119"/>
                    <a:pt x="155" y="132"/>
                    <a:pt x="160" y="143"/>
                  </a:cubicBezTo>
                  <a:cubicBezTo>
                    <a:pt x="164" y="151"/>
                    <a:pt x="159" y="174"/>
                    <a:pt x="159" y="174"/>
                  </a:cubicBezTo>
                  <a:lnTo>
                    <a:pt x="161" y="178"/>
                  </a:lnTo>
                  <a:lnTo>
                    <a:pt x="169" y="143"/>
                  </a:lnTo>
                  <a:cubicBezTo>
                    <a:pt x="169" y="143"/>
                    <a:pt x="175" y="144"/>
                    <a:pt x="176" y="147"/>
                  </a:cubicBezTo>
                  <a:lnTo>
                    <a:pt x="184" y="115"/>
                  </a:lnTo>
                  <a:cubicBezTo>
                    <a:pt x="184" y="115"/>
                    <a:pt x="186" y="82"/>
                    <a:pt x="185" y="76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00" name="Freeform 60"/>
            <p:cNvSpPr/>
            <p:nvPr/>
          </p:nvSpPr>
          <p:spPr>
            <a:xfrm>
              <a:off x="10871201" y="2224088"/>
              <a:ext cx="50800" cy="280987"/>
            </a:xfrm>
            <a:custGeom>
              <a:avLst/>
              <a:gdLst/>
              <a:ahLst/>
              <a:cxnLst>
                <a:cxn ang="0">
                  <a:pos x="39511" y="157064"/>
                </a:cxn>
                <a:cxn ang="0">
                  <a:pos x="15522" y="0"/>
                </a:cxn>
                <a:cxn ang="0">
                  <a:pos x="0" y="237758"/>
                </a:cxn>
                <a:cxn ang="0">
                  <a:pos x="8466" y="280987"/>
                </a:cxn>
                <a:cxn ang="0">
                  <a:pos x="47977" y="280987"/>
                </a:cxn>
                <a:cxn ang="0">
                  <a:pos x="39511" y="157064"/>
                </a:cxn>
              </a:cxnLst>
              <a:rect l="0" t="0" r="0" b="0"/>
              <a:pathLst>
                <a:path w="36" h="195">
                  <a:moveTo>
                    <a:pt x="28" y="109"/>
                  </a:moveTo>
                  <a:cubicBezTo>
                    <a:pt x="36" y="79"/>
                    <a:pt x="20" y="16"/>
                    <a:pt x="11" y="0"/>
                  </a:cubicBezTo>
                  <a:lnTo>
                    <a:pt x="0" y="165"/>
                  </a:lnTo>
                  <a:lnTo>
                    <a:pt x="6" y="195"/>
                  </a:lnTo>
                  <a:cubicBezTo>
                    <a:pt x="6" y="195"/>
                    <a:pt x="18" y="195"/>
                    <a:pt x="34" y="195"/>
                  </a:cubicBezTo>
                  <a:cubicBezTo>
                    <a:pt x="29" y="170"/>
                    <a:pt x="23" y="129"/>
                    <a:pt x="28" y="109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01" name="Freeform 61"/>
            <p:cNvSpPr/>
            <p:nvPr/>
          </p:nvSpPr>
          <p:spPr>
            <a:xfrm>
              <a:off x="10769601" y="1960563"/>
              <a:ext cx="173038" cy="1022350"/>
            </a:xfrm>
            <a:custGeom>
              <a:avLst/>
              <a:gdLst/>
              <a:ahLst/>
              <a:cxnLst>
                <a:cxn ang="0">
                  <a:pos x="79309" y="997905"/>
                </a:cxn>
                <a:cxn ang="0">
                  <a:pos x="155734" y="1022350"/>
                </a:cxn>
                <a:cxn ang="0">
                  <a:pos x="173038" y="1010846"/>
                </a:cxn>
                <a:cxn ang="0">
                  <a:pos x="126894" y="529148"/>
                </a:cxn>
                <a:cxn ang="0">
                  <a:pos x="126894" y="313463"/>
                </a:cxn>
                <a:cxn ang="0">
                  <a:pos x="126894" y="181175"/>
                </a:cxn>
                <a:cxn ang="0">
                  <a:pos x="79309" y="57516"/>
                </a:cxn>
                <a:cxn ang="0">
                  <a:pos x="1441" y="0"/>
                </a:cxn>
                <a:cxn ang="0">
                  <a:pos x="0" y="57516"/>
                </a:cxn>
                <a:cxn ang="0">
                  <a:pos x="79309" y="277515"/>
                </a:cxn>
                <a:cxn ang="0">
                  <a:pos x="63447" y="425619"/>
                </a:cxn>
                <a:cxn ang="0">
                  <a:pos x="95170" y="731893"/>
                </a:cxn>
                <a:cxn ang="0">
                  <a:pos x="79309" y="997905"/>
                </a:cxn>
              </a:cxnLst>
              <a:rect l="0" t="0" r="0" b="0"/>
              <a:pathLst>
                <a:path w="120" h="711">
                  <a:moveTo>
                    <a:pt x="55" y="694"/>
                  </a:moveTo>
                  <a:lnTo>
                    <a:pt x="108" y="711"/>
                  </a:lnTo>
                  <a:lnTo>
                    <a:pt x="120" y="703"/>
                  </a:lnTo>
                  <a:cubicBezTo>
                    <a:pt x="120" y="703"/>
                    <a:pt x="111" y="437"/>
                    <a:pt x="88" y="368"/>
                  </a:cubicBezTo>
                  <a:cubicBezTo>
                    <a:pt x="88" y="368"/>
                    <a:pt x="87" y="244"/>
                    <a:pt x="88" y="218"/>
                  </a:cubicBezTo>
                  <a:cubicBezTo>
                    <a:pt x="88" y="193"/>
                    <a:pt x="89" y="140"/>
                    <a:pt x="88" y="126"/>
                  </a:cubicBezTo>
                  <a:cubicBezTo>
                    <a:pt x="87" y="113"/>
                    <a:pt x="67" y="57"/>
                    <a:pt x="55" y="40"/>
                  </a:cubicBezTo>
                  <a:lnTo>
                    <a:pt x="1" y="0"/>
                  </a:lnTo>
                  <a:lnTo>
                    <a:pt x="0" y="40"/>
                  </a:lnTo>
                  <a:cubicBezTo>
                    <a:pt x="0" y="40"/>
                    <a:pt x="57" y="160"/>
                    <a:pt x="55" y="193"/>
                  </a:cubicBezTo>
                  <a:cubicBezTo>
                    <a:pt x="55" y="193"/>
                    <a:pt x="43" y="288"/>
                    <a:pt x="44" y="296"/>
                  </a:cubicBezTo>
                  <a:cubicBezTo>
                    <a:pt x="45" y="304"/>
                    <a:pt x="66" y="492"/>
                    <a:pt x="66" y="509"/>
                  </a:cubicBezTo>
                  <a:cubicBezTo>
                    <a:pt x="66" y="526"/>
                    <a:pt x="55" y="694"/>
                    <a:pt x="55" y="694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TextBox 7"/>
          <p:cNvSpPr txBox="1"/>
          <p:nvPr/>
        </p:nvSpPr>
        <p:spPr>
          <a:xfrm>
            <a:off x="190500" y="180975"/>
            <a:ext cx="1415772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任务一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3" name="TextBox 43"/>
          <p:cNvSpPr txBox="1"/>
          <p:nvPr/>
        </p:nvSpPr>
        <p:spPr>
          <a:xfrm>
            <a:off x="2590800" y="189230"/>
            <a:ext cx="8013700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电压、电流刻度线的读数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27"/>
          <p:cNvSpPr>
            <a:spLocks noChangeArrowheads="1"/>
          </p:cNvSpPr>
          <p:nvPr/>
        </p:nvSpPr>
        <p:spPr bwMode="auto">
          <a:xfrm>
            <a:off x="3862958" y="5375112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19502" name="Rectangle 33"/>
          <p:cNvSpPr>
            <a:spLocks noChangeArrowheads="1"/>
          </p:cNvSpPr>
          <p:nvPr/>
        </p:nvSpPr>
        <p:spPr bwMode="auto">
          <a:xfrm>
            <a:off x="5519142" y="5584314"/>
            <a:ext cx="2183347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r="27759"/>
          <a:stretch>
            <a:fillRect/>
          </a:stretch>
        </p:blipFill>
        <p:spPr>
          <a:xfrm>
            <a:off x="2134870" y="1341755"/>
            <a:ext cx="6525387" cy="43681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l="71652" t="74186"/>
          <a:stretch>
            <a:fillRect/>
          </a:stretch>
        </p:blipFill>
        <p:spPr>
          <a:xfrm>
            <a:off x="8903625" y="2570269"/>
            <a:ext cx="2560643" cy="112759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6"/>
          <p:cNvGrpSpPr/>
          <p:nvPr/>
        </p:nvGrpSpPr>
        <p:grpSpPr>
          <a:xfrm>
            <a:off x="137957" y="1504481"/>
            <a:ext cx="1865312" cy="4575175"/>
            <a:chOff x="10256838" y="1484313"/>
            <a:chExt cx="1163638" cy="2852737"/>
          </a:xfrm>
        </p:grpSpPr>
        <p:sp>
          <p:nvSpPr>
            <p:cNvPr id="19473" name="Freeform 33"/>
            <p:cNvSpPr/>
            <p:nvPr/>
          </p:nvSpPr>
          <p:spPr>
            <a:xfrm>
              <a:off x="10591801" y="1736725"/>
              <a:ext cx="188913" cy="273050"/>
            </a:xfrm>
            <a:custGeom>
              <a:avLst/>
              <a:gdLst/>
              <a:ahLst/>
              <a:cxnLst>
                <a:cxn ang="0">
                  <a:pos x="0" y="119279"/>
                </a:cxn>
                <a:cxn ang="0">
                  <a:pos x="7155" y="10059"/>
                </a:cxn>
                <a:cxn ang="0">
                  <a:pos x="128804" y="63232"/>
                </a:cxn>
                <a:cxn ang="0">
                  <a:pos x="177463" y="188260"/>
                </a:cxn>
                <a:cxn ang="0">
                  <a:pos x="88731" y="273050"/>
                </a:cxn>
                <a:cxn ang="0">
                  <a:pos x="0" y="119279"/>
                </a:cxn>
              </a:cxnLst>
              <a:rect l="0" t="0" r="0" b="0"/>
              <a:pathLst>
                <a:path w="132" h="190">
                  <a:moveTo>
                    <a:pt x="0" y="83"/>
                  </a:moveTo>
                  <a:cubicBezTo>
                    <a:pt x="0" y="83"/>
                    <a:pt x="5" y="15"/>
                    <a:pt x="5" y="7"/>
                  </a:cubicBezTo>
                  <a:cubicBezTo>
                    <a:pt x="5" y="0"/>
                    <a:pt x="90" y="44"/>
                    <a:pt x="90" y="44"/>
                  </a:cubicBezTo>
                  <a:cubicBezTo>
                    <a:pt x="90" y="44"/>
                    <a:pt x="116" y="103"/>
                    <a:pt x="124" y="131"/>
                  </a:cubicBezTo>
                  <a:cubicBezTo>
                    <a:pt x="132" y="159"/>
                    <a:pt x="62" y="190"/>
                    <a:pt x="62" y="190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rgbClr val="C68C5E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4" name="Freeform 34"/>
            <p:cNvSpPr/>
            <p:nvPr/>
          </p:nvSpPr>
          <p:spPr>
            <a:xfrm>
              <a:off x="10456863" y="4075113"/>
              <a:ext cx="282575" cy="261937"/>
            </a:xfrm>
            <a:custGeom>
              <a:avLst/>
              <a:gdLst/>
              <a:ahLst/>
              <a:cxnLst>
                <a:cxn ang="0">
                  <a:pos x="38926" y="23027"/>
                </a:cxn>
                <a:cxn ang="0">
                  <a:pos x="23067" y="146799"/>
                </a:cxn>
                <a:cxn ang="0">
                  <a:pos x="15858" y="181341"/>
                </a:cxn>
                <a:cxn ang="0">
                  <a:pos x="54784" y="181341"/>
                </a:cxn>
                <a:cxn ang="0">
                  <a:pos x="185980" y="250423"/>
                </a:cxn>
                <a:cxn ang="0">
                  <a:pos x="282575" y="220199"/>
                </a:cxn>
                <a:cxn ang="0">
                  <a:pos x="232115" y="138164"/>
                </a:cxn>
                <a:cxn ang="0">
                  <a:pos x="174446" y="23027"/>
                </a:cxn>
                <a:cxn ang="0">
                  <a:pos x="38926" y="23027"/>
                </a:cxn>
              </a:cxnLst>
              <a:rect l="0" t="0" r="0" b="0"/>
              <a:pathLst>
                <a:path w="196" h="182">
                  <a:moveTo>
                    <a:pt x="27" y="16"/>
                  </a:moveTo>
                  <a:cubicBezTo>
                    <a:pt x="27" y="16"/>
                    <a:pt x="0" y="81"/>
                    <a:pt x="16" y="102"/>
                  </a:cubicBezTo>
                  <a:lnTo>
                    <a:pt x="11" y="126"/>
                  </a:lnTo>
                  <a:lnTo>
                    <a:pt x="38" y="126"/>
                  </a:lnTo>
                  <a:cubicBezTo>
                    <a:pt x="38" y="126"/>
                    <a:pt x="46" y="182"/>
                    <a:pt x="129" y="174"/>
                  </a:cubicBezTo>
                  <a:lnTo>
                    <a:pt x="196" y="153"/>
                  </a:lnTo>
                  <a:cubicBezTo>
                    <a:pt x="196" y="153"/>
                    <a:pt x="166" y="103"/>
                    <a:pt x="161" y="96"/>
                  </a:cubicBezTo>
                  <a:cubicBezTo>
                    <a:pt x="156" y="89"/>
                    <a:pt x="124" y="33"/>
                    <a:pt x="121" y="16"/>
                  </a:cubicBezTo>
                  <a:cubicBezTo>
                    <a:pt x="118" y="0"/>
                    <a:pt x="27" y="16"/>
                    <a:pt x="27" y="16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5" name="Freeform 35"/>
            <p:cNvSpPr/>
            <p:nvPr/>
          </p:nvSpPr>
          <p:spPr>
            <a:xfrm>
              <a:off x="11185526" y="2214563"/>
              <a:ext cx="234950" cy="152400"/>
            </a:xfrm>
            <a:custGeom>
              <a:avLst/>
              <a:gdLst/>
              <a:ahLst/>
              <a:cxnLst>
                <a:cxn ang="0">
                  <a:pos x="41800" y="145211"/>
                </a:cxn>
                <a:cxn ang="0">
                  <a:pos x="131168" y="145211"/>
                </a:cxn>
                <a:cxn ang="0">
                  <a:pos x="234950" y="87701"/>
                </a:cxn>
                <a:cxn ang="0">
                  <a:pos x="234950" y="57509"/>
                </a:cxn>
                <a:cxn ang="0">
                  <a:pos x="172969" y="57509"/>
                </a:cxn>
                <a:cxn ang="0">
                  <a:pos x="89367" y="69011"/>
                </a:cxn>
                <a:cxn ang="0">
                  <a:pos x="69187" y="50320"/>
                </a:cxn>
                <a:cxn ang="0">
                  <a:pos x="80719" y="10064"/>
                </a:cxn>
                <a:cxn ang="0">
                  <a:pos x="41800" y="60384"/>
                </a:cxn>
                <a:cxn ang="0">
                  <a:pos x="0" y="99203"/>
                </a:cxn>
                <a:cxn ang="0">
                  <a:pos x="41800" y="145211"/>
                </a:cxn>
              </a:cxnLst>
              <a:rect l="0" t="0" r="0" b="0"/>
              <a:pathLst>
                <a:path w="163" h="106">
                  <a:moveTo>
                    <a:pt x="29" y="101"/>
                  </a:moveTo>
                  <a:cubicBezTo>
                    <a:pt x="29" y="101"/>
                    <a:pt x="80" y="106"/>
                    <a:pt x="91" y="101"/>
                  </a:cubicBezTo>
                  <a:cubicBezTo>
                    <a:pt x="102" y="96"/>
                    <a:pt x="163" y="61"/>
                    <a:pt x="163" y="61"/>
                  </a:cubicBezTo>
                  <a:lnTo>
                    <a:pt x="163" y="40"/>
                  </a:lnTo>
                  <a:cubicBezTo>
                    <a:pt x="163" y="40"/>
                    <a:pt x="131" y="29"/>
                    <a:pt x="120" y="40"/>
                  </a:cubicBezTo>
                  <a:cubicBezTo>
                    <a:pt x="120" y="40"/>
                    <a:pt x="72" y="48"/>
                    <a:pt x="62" y="48"/>
                  </a:cubicBezTo>
                  <a:lnTo>
                    <a:pt x="48" y="35"/>
                  </a:lnTo>
                  <a:cubicBezTo>
                    <a:pt x="48" y="35"/>
                    <a:pt x="64" y="16"/>
                    <a:pt x="56" y="7"/>
                  </a:cubicBezTo>
                  <a:cubicBezTo>
                    <a:pt x="48" y="0"/>
                    <a:pt x="29" y="42"/>
                    <a:pt x="29" y="42"/>
                  </a:cubicBezTo>
                  <a:lnTo>
                    <a:pt x="0" y="69"/>
                  </a:lnTo>
                  <a:lnTo>
                    <a:pt x="29" y="101"/>
                  </a:ln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6" name="Freeform 36"/>
            <p:cNvSpPr/>
            <p:nvPr/>
          </p:nvSpPr>
          <p:spPr>
            <a:xfrm>
              <a:off x="10599738" y="4027488"/>
              <a:ext cx="347663" cy="182562"/>
            </a:xfrm>
            <a:custGeom>
              <a:avLst/>
              <a:gdLst/>
              <a:ahLst/>
              <a:cxnLst>
                <a:cxn ang="0">
                  <a:pos x="31736" y="142312"/>
                </a:cxn>
                <a:cxn ang="0">
                  <a:pos x="170225" y="181124"/>
                </a:cxn>
                <a:cxn ang="0">
                  <a:pos x="328909" y="181124"/>
                </a:cxn>
                <a:cxn ang="0">
                  <a:pos x="289959" y="142312"/>
                </a:cxn>
                <a:cxn ang="0">
                  <a:pos x="181765" y="103499"/>
                </a:cxn>
                <a:cxn ang="0">
                  <a:pos x="82227" y="0"/>
                </a:cxn>
                <a:cxn ang="0">
                  <a:pos x="7212" y="14374"/>
                </a:cxn>
                <a:cxn ang="0">
                  <a:pos x="31736" y="142312"/>
                </a:cxn>
              </a:cxnLst>
              <a:rect l="0" t="0" r="0" b="0"/>
              <a:pathLst>
                <a:path w="241" h="127">
                  <a:moveTo>
                    <a:pt x="22" y="99"/>
                  </a:moveTo>
                  <a:cubicBezTo>
                    <a:pt x="22" y="99"/>
                    <a:pt x="75" y="127"/>
                    <a:pt x="118" y="126"/>
                  </a:cubicBezTo>
                  <a:lnTo>
                    <a:pt x="228" y="126"/>
                  </a:lnTo>
                  <a:cubicBezTo>
                    <a:pt x="228" y="126"/>
                    <a:pt x="241" y="99"/>
                    <a:pt x="201" y="99"/>
                  </a:cubicBezTo>
                  <a:cubicBezTo>
                    <a:pt x="201" y="99"/>
                    <a:pt x="168" y="99"/>
                    <a:pt x="126" y="72"/>
                  </a:cubicBezTo>
                  <a:cubicBezTo>
                    <a:pt x="83" y="45"/>
                    <a:pt x="57" y="0"/>
                    <a:pt x="57" y="0"/>
                  </a:cubicBezTo>
                  <a:lnTo>
                    <a:pt x="5" y="10"/>
                  </a:lnTo>
                  <a:cubicBezTo>
                    <a:pt x="5" y="10"/>
                    <a:pt x="0" y="69"/>
                    <a:pt x="22" y="99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7" name="Freeform 37"/>
            <p:cNvSpPr/>
            <p:nvPr/>
          </p:nvSpPr>
          <p:spPr>
            <a:xfrm>
              <a:off x="10563226" y="2703513"/>
              <a:ext cx="322263" cy="1371600"/>
            </a:xfrm>
            <a:custGeom>
              <a:avLst/>
              <a:gdLst/>
              <a:ahLst/>
              <a:cxnLst>
                <a:cxn ang="0">
                  <a:pos x="28773" y="1371600"/>
                </a:cxn>
                <a:cxn ang="0">
                  <a:pos x="130919" y="1341407"/>
                </a:cxn>
                <a:cxn ang="0">
                  <a:pos x="130919" y="1295400"/>
                </a:cxn>
                <a:cxn ang="0">
                  <a:pos x="107900" y="1255143"/>
                </a:cxn>
                <a:cxn ang="0">
                  <a:pos x="120848" y="1210573"/>
                </a:cxn>
                <a:cxn ang="0">
                  <a:pos x="100707" y="1173192"/>
                </a:cxn>
                <a:cxn ang="0">
                  <a:pos x="135235" y="1144437"/>
                </a:cxn>
                <a:cxn ang="0">
                  <a:pos x="116532" y="1078301"/>
                </a:cxn>
                <a:cxn ang="0">
                  <a:pos x="135235" y="960407"/>
                </a:cxn>
                <a:cxn ang="0">
                  <a:pos x="148183" y="881332"/>
                </a:cxn>
                <a:cxn ang="0">
                  <a:pos x="145306" y="869830"/>
                </a:cxn>
                <a:cxn ang="0">
                  <a:pos x="189904" y="833886"/>
                </a:cxn>
                <a:cxn ang="0">
                  <a:pos x="176956" y="783566"/>
                </a:cxn>
                <a:cxn ang="0">
                  <a:pos x="205730" y="723181"/>
                </a:cxn>
                <a:cxn ang="0">
                  <a:pos x="306437" y="224286"/>
                </a:cxn>
                <a:cxn ang="0">
                  <a:pos x="307876" y="0"/>
                </a:cxn>
                <a:cxn ang="0">
                  <a:pos x="205730" y="25879"/>
                </a:cxn>
                <a:cxn ang="0">
                  <a:pos x="145306" y="94890"/>
                </a:cxn>
                <a:cxn ang="0">
                  <a:pos x="44598" y="401128"/>
                </a:cxn>
                <a:cxn ang="0">
                  <a:pos x="57546" y="685800"/>
                </a:cxn>
                <a:cxn ang="0">
                  <a:pos x="10070" y="920150"/>
                </a:cxn>
                <a:cxn ang="0">
                  <a:pos x="10070" y="1263769"/>
                </a:cxn>
                <a:cxn ang="0">
                  <a:pos x="28773" y="1371600"/>
                </a:cxn>
              </a:cxnLst>
              <a:rect l="0" t="0" r="0" b="0"/>
              <a:pathLst>
                <a:path w="224" h="954">
                  <a:moveTo>
                    <a:pt x="20" y="954"/>
                  </a:moveTo>
                  <a:lnTo>
                    <a:pt x="91" y="933"/>
                  </a:lnTo>
                  <a:cubicBezTo>
                    <a:pt x="91" y="933"/>
                    <a:pt x="97" y="908"/>
                    <a:pt x="91" y="901"/>
                  </a:cubicBezTo>
                  <a:cubicBezTo>
                    <a:pt x="86" y="895"/>
                    <a:pt x="75" y="873"/>
                    <a:pt x="75" y="873"/>
                  </a:cubicBezTo>
                  <a:cubicBezTo>
                    <a:pt x="75" y="873"/>
                    <a:pt x="90" y="855"/>
                    <a:pt x="84" y="842"/>
                  </a:cubicBezTo>
                  <a:cubicBezTo>
                    <a:pt x="77" y="829"/>
                    <a:pt x="70" y="816"/>
                    <a:pt x="70" y="816"/>
                  </a:cubicBezTo>
                  <a:lnTo>
                    <a:pt x="94" y="796"/>
                  </a:lnTo>
                  <a:cubicBezTo>
                    <a:pt x="94" y="796"/>
                    <a:pt x="79" y="761"/>
                    <a:pt x="81" y="750"/>
                  </a:cubicBezTo>
                  <a:cubicBezTo>
                    <a:pt x="84" y="739"/>
                    <a:pt x="94" y="668"/>
                    <a:pt x="94" y="668"/>
                  </a:cubicBezTo>
                  <a:cubicBezTo>
                    <a:pt x="94" y="668"/>
                    <a:pt x="106" y="622"/>
                    <a:pt x="103" y="613"/>
                  </a:cubicBezTo>
                  <a:lnTo>
                    <a:pt x="101" y="605"/>
                  </a:lnTo>
                  <a:lnTo>
                    <a:pt x="132" y="580"/>
                  </a:lnTo>
                  <a:lnTo>
                    <a:pt x="123" y="545"/>
                  </a:lnTo>
                  <a:lnTo>
                    <a:pt x="143" y="503"/>
                  </a:lnTo>
                  <a:cubicBezTo>
                    <a:pt x="143" y="503"/>
                    <a:pt x="224" y="174"/>
                    <a:pt x="213" y="156"/>
                  </a:cubicBezTo>
                  <a:cubicBezTo>
                    <a:pt x="202" y="139"/>
                    <a:pt x="214" y="0"/>
                    <a:pt x="214" y="0"/>
                  </a:cubicBezTo>
                  <a:lnTo>
                    <a:pt x="143" y="18"/>
                  </a:lnTo>
                  <a:cubicBezTo>
                    <a:pt x="143" y="18"/>
                    <a:pt x="103" y="53"/>
                    <a:pt x="101" y="66"/>
                  </a:cubicBezTo>
                  <a:cubicBezTo>
                    <a:pt x="99" y="79"/>
                    <a:pt x="31" y="279"/>
                    <a:pt x="31" y="279"/>
                  </a:cubicBezTo>
                  <a:lnTo>
                    <a:pt x="40" y="477"/>
                  </a:lnTo>
                  <a:lnTo>
                    <a:pt x="7" y="640"/>
                  </a:lnTo>
                  <a:cubicBezTo>
                    <a:pt x="7" y="640"/>
                    <a:pt x="13" y="873"/>
                    <a:pt x="7" y="879"/>
                  </a:cubicBezTo>
                  <a:cubicBezTo>
                    <a:pt x="0" y="886"/>
                    <a:pt x="20" y="954"/>
                    <a:pt x="20" y="954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8" name="Freeform 38"/>
            <p:cNvSpPr/>
            <p:nvPr/>
          </p:nvSpPr>
          <p:spPr>
            <a:xfrm>
              <a:off x="10563226" y="2703513"/>
              <a:ext cx="307975" cy="1371600"/>
            </a:xfrm>
            <a:custGeom>
              <a:avLst/>
              <a:gdLst/>
              <a:ahLst/>
              <a:cxnLst>
                <a:cxn ang="0">
                  <a:pos x="307975" y="0"/>
                </a:cxn>
                <a:cxn ang="0">
                  <a:pos x="205796" y="25879"/>
                </a:cxn>
                <a:cxn ang="0">
                  <a:pos x="145352" y="94890"/>
                </a:cxn>
                <a:cxn ang="0">
                  <a:pos x="44613" y="401128"/>
                </a:cxn>
                <a:cxn ang="0">
                  <a:pos x="57565" y="685800"/>
                </a:cxn>
                <a:cxn ang="0">
                  <a:pos x="10073" y="920150"/>
                </a:cxn>
                <a:cxn ang="0">
                  <a:pos x="10073" y="1263769"/>
                </a:cxn>
                <a:cxn ang="0">
                  <a:pos x="28782" y="1371600"/>
                </a:cxn>
                <a:cxn ang="0">
                  <a:pos x="130961" y="1341407"/>
                </a:cxn>
                <a:cxn ang="0">
                  <a:pos x="133839" y="1321279"/>
                </a:cxn>
                <a:cxn ang="0">
                  <a:pos x="89226" y="1275271"/>
                </a:cxn>
                <a:cxn ang="0">
                  <a:pos x="109374" y="1258018"/>
                </a:cxn>
                <a:cxn ang="0">
                  <a:pos x="107935" y="1255143"/>
                </a:cxn>
                <a:cxn ang="0">
                  <a:pos x="122326" y="1227826"/>
                </a:cxn>
                <a:cxn ang="0">
                  <a:pos x="79152" y="1164566"/>
                </a:cxn>
                <a:cxn ang="0">
                  <a:pos x="105056" y="1170316"/>
                </a:cxn>
                <a:cxn ang="0">
                  <a:pos x="135278" y="1144437"/>
                </a:cxn>
                <a:cxn ang="0">
                  <a:pos x="133839" y="1141562"/>
                </a:cxn>
                <a:cxn ang="0">
                  <a:pos x="79152" y="1111369"/>
                </a:cxn>
                <a:cxn ang="0">
                  <a:pos x="57565" y="1029418"/>
                </a:cxn>
                <a:cxn ang="0">
                  <a:pos x="118009" y="1088366"/>
                </a:cxn>
                <a:cxn ang="0">
                  <a:pos x="94982" y="970471"/>
                </a:cxn>
                <a:cxn ang="0">
                  <a:pos x="125204" y="1026543"/>
                </a:cxn>
                <a:cxn ang="0">
                  <a:pos x="133839" y="964720"/>
                </a:cxn>
                <a:cxn ang="0">
                  <a:pos x="94982" y="874143"/>
                </a:cxn>
                <a:cxn ang="0">
                  <a:pos x="112252" y="802256"/>
                </a:cxn>
                <a:cxn ang="0">
                  <a:pos x="152548" y="862641"/>
                </a:cxn>
                <a:cxn ang="0">
                  <a:pos x="189965" y="833886"/>
                </a:cxn>
                <a:cxn ang="0">
                  <a:pos x="112252" y="746184"/>
                </a:cxn>
                <a:cxn ang="0">
                  <a:pos x="133839" y="705928"/>
                </a:cxn>
                <a:cxn ang="0">
                  <a:pos x="201478" y="733245"/>
                </a:cxn>
                <a:cxn ang="0">
                  <a:pos x="205796" y="724618"/>
                </a:cxn>
                <a:cxn ang="0">
                  <a:pos x="135278" y="644105"/>
                </a:cxn>
                <a:cxn ang="0">
                  <a:pos x="205796" y="424132"/>
                </a:cxn>
                <a:cxn ang="0">
                  <a:pos x="305096" y="219973"/>
                </a:cxn>
                <a:cxn ang="0">
                  <a:pos x="307975" y="0"/>
                </a:cxn>
              </a:cxnLst>
              <a:rect l="0" t="0" r="0" b="0"/>
              <a:pathLst>
                <a:path w="214" h="954">
                  <a:moveTo>
                    <a:pt x="214" y="0"/>
                  </a:moveTo>
                  <a:lnTo>
                    <a:pt x="143" y="18"/>
                  </a:lnTo>
                  <a:cubicBezTo>
                    <a:pt x="143" y="18"/>
                    <a:pt x="103" y="53"/>
                    <a:pt x="101" y="66"/>
                  </a:cubicBezTo>
                  <a:cubicBezTo>
                    <a:pt x="99" y="79"/>
                    <a:pt x="31" y="279"/>
                    <a:pt x="31" y="279"/>
                  </a:cubicBezTo>
                  <a:lnTo>
                    <a:pt x="40" y="477"/>
                  </a:lnTo>
                  <a:lnTo>
                    <a:pt x="7" y="640"/>
                  </a:lnTo>
                  <a:cubicBezTo>
                    <a:pt x="7" y="640"/>
                    <a:pt x="13" y="873"/>
                    <a:pt x="7" y="879"/>
                  </a:cubicBezTo>
                  <a:cubicBezTo>
                    <a:pt x="0" y="886"/>
                    <a:pt x="20" y="954"/>
                    <a:pt x="20" y="954"/>
                  </a:cubicBezTo>
                  <a:lnTo>
                    <a:pt x="91" y="933"/>
                  </a:lnTo>
                  <a:cubicBezTo>
                    <a:pt x="91" y="933"/>
                    <a:pt x="93" y="926"/>
                    <a:pt x="93" y="919"/>
                  </a:cubicBezTo>
                  <a:cubicBezTo>
                    <a:pt x="72" y="906"/>
                    <a:pt x="54" y="893"/>
                    <a:pt x="62" y="887"/>
                  </a:cubicBezTo>
                  <a:cubicBezTo>
                    <a:pt x="66" y="884"/>
                    <a:pt x="71" y="880"/>
                    <a:pt x="76" y="875"/>
                  </a:cubicBezTo>
                  <a:cubicBezTo>
                    <a:pt x="75" y="874"/>
                    <a:pt x="75" y="873"/>
                    <a:pt x="75" y="873"/>
                  </a:cubicBezTo>
                  <a:cubicBezTo>
                    <a:pt x="75" y="873"/>
                    <a:pt x="83" y="864"/>
                    <a:pt x="85" y="854"/>
                  </a:cubicBezTo>
                  <a:cubicBezTo>
                    <a:pt x="29" y="866"/>
                    <a:pt x="55" y="810"/>
                    <a:pt x="55" y="810"/>
                  </a:cubicBezTo>
                  <a:cubicBezTo>
                    <a:pt x="58" y="811"/>
                    <a:pt x="65" y="813"/>
                    <a:pt x="73" y="814"/>
                  </a:cubicBezTo>
                  <a:lnTo>
                    <a:pt x="94" y="796"/>
                  </a:lnTo>
                  <a:cubicBezTo>
                    <a:pt x="94" y="796"/>
                    <a:pt x="93" y="795"/>
                    <a:pt x="93" y="794"/>
                  </a:cubicBezTo>
                  <a:cubicBezTo>
                    <a:pt x="78" y="788"/>
                    <a:pt x="62" y="781"/>
                    <a:pt x="55" y="773"/>
                  </a:cubicBezTo>
                  <a:cubicBezTo>
                    <a:pt x="39" y="757"/>
                    <a:pt x="40" y="716"/>
                    <a:pt x="40" y="716"/>
                  </a:cubicBezTo>
                  <a:cubicBezTo>
                    <a:pt x="49" y="739"/>
                    <a:pt x="82" y="757"/>
                    <a:pt x="82" y="757"/>
                  </a:cubicBezTo>
                  <a:lnTo>
                    <a:pt x="66" y="675"/>
                  </a:lnTo>
                  <a:lnTo>
                    <a:pt x="87" y="714"/>
                  </a:lnTo>
                  <a:cubicBezTo>
                    <a:pt x="90" y="696"/>
                    <a:pt x="92" y="677"/>
                    <a:pt x="93" y="671"/>
                  </a:cubicBezTo>
                  <a:cubicBezTo>
                    <a:pt x="81" y="645"/>
                    <a:pt x="69" y="618"/>
                    <a:pt x="66" y="608"/>
                  </a:cubicBezTo>
                  <a:cubicBezTo>
                    <a:pt x="62" y="588"/>
                    <a:pt x="78" y="558"/>
                    <a:pt x="78" y="558"/>
                  </a:cubicBezTo>
                  <a:cubicBezTo>
                    <a:pt x="85" y="576"/>
                    <a:pt x="96" y="590"/>
                    <a:pt x="106" y="600"/>
                  </a:cubicBezTo>
                  <a:lnTo>
                    <a:pt x="132" y="580"/>
                  </a:lnTo>
                  <a:lnTo>
                    <a:pt x="78" y="519"/>
                  </a:lnTo>
                  <a:lnTo>
                    <a:pt x="93" y="491"/>
                  </a:lnTo>
                  <a:cubicBezTo>
                    <a:pt x="102" y="488"/>
                    <a:pt x="125" y="500"/>
                    <a:pt x="140" y="510"/>
                  </a:cubicBezTo>
                  <a:lnTo>
                    <a:pt x="143" y="504"/>
                  </a:lnTo>
                  <a:lnTo>
                    <a:pt x="94" y="448"/>
                  </a:lnTo>
                  <a:cubicBezTo>
                    <a:pt x="85" y="416"/>
                    <a:pt x="133" y="318"/>
                    <a:pt x="143" y="295"/>
                  </a:cubicBezTo>
                  <a:cubicBezTo>
                    <a:pt x="149" y="282"/>
                    <a:pt x="183" y="213"/>
                    <a:pt x="212" y="153"/>
                  </a:cubicBezTo>
                  <a:cubicBezTo>
                    <a:pt x="203" y="125"/>
                    <a:pt x="214" y="0"/>
                    <a:pt x="214" y="0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9" name="Freeform 39"/>
            <p:cNvSpPr/>
            <p:nvPr/>
          </p:nvSpPr>
          <p:spPr>
            <a:xfrm>
              <a:off x="10394951" y="2676525"/>
              <a:ext cx="438150" cy="1462087"/>
            </a:xfrm>
            <a:custGeom>
              <a:avLst/>
              <a:gdLst/>
              <a:ahLst/>
              <a:cxnLst>
                <a:cxn ang="0">
                  <a:pos x="50444" y="1244788"/>
                </a:cxn>
                <a:cxn ang="0">
                  <a:pos x="87918" y="1462087"/>
                </a:cxn>
                <a:cxn ang="0">
                  <a:pos x="174395" y="1462087"/>
                </a:cxn>
                <a:cxn ang="0">
                  <a:pos x="236370" y="1421793"/>
                </a:cxn>
                <a:cxn ang="0">
                  <a:pos x="236370" y="1316741"/>
                </a:cxn>
                <a:cxn ang="0">
                  <a:pos x="211868" y="1231837"/>
                </a:cxn>
                <a:cxn ang="0">
                  <a:pos x="211868" y="1086491"/>
                </a:cxn>
                <a:cxn ang="0">
                  <a:pos x="230605" y="844729"/>
                </a:cxn>
                <a:cxn ang="0">
                  <a:pos x="265196" y="712335"/>
                </a:cxn>
                <a:cxn ang="0">
                  <a:pos x="265196" y="554038"/>
                </a:cxn>
                <a:cxn ang="0">
                  <a:pos x="325729" y="418767"/>
                </a:cxn>
                <a:cxn ang="0">
                  <a:pos x="407883" y="155418"/>
                </a:cxn>
                <a:cxn ang="0">
                  <a:pos x="438150" y="35976"/>
                </a:cxn>
                <a:cxn ang="0">
                  <a:pos x="255107" y="7195"/>
                </a:cxn>
                <a:cxn ang="0">
                  <a:pos x="72064" y="7195"/>
                </a:cxn>
                <a:cxn ang="0">
                  <a:pos x="18736" y="233128"/>
                </a:cxn>
                <a:cxn ang="0">
                  <a:pos x="37473" y="405815"/>
                </a:cxn>
                <a:cxn ang="0">
                  <a:pos x="43238" y="497915"/>
                </a:cxn>
                <a:cxn ang="0">
                  <a:pos x="56210" y="646138"/>
                </a:cxn>
                <a:cxn ang="0">
                  <a:pos x="17295" y="749751"/>
                </a:cxn>
                <a:cxn ang="0">
                  <a:pos x="14412" y="1060588"/>
                </a:cxn>
                <a:cxn ang="0">
                  <a:pos x="50444" y="1244788"/>
                </a:cxn>
              </a:cxnLst>
              <a:rect l="0" t="0" r="0" b="0"/>
              <a:pathLst>
                <a:path w="304" h="1016">
                  <a:moveTo>
                    <a:pt x="35" y="865"/>
                  </a:moveTo>
                  <a:cubicBezTo>
                    <a:pt x="35" y="865"/>
                    <a:pt x="17" y="989"/>
                    <a:pt x="61" y="1016"/>
                  </a:cubicBezTo>
                  <a:lnTo>
                    <a:pt x="121" y="1016"/>
                  </a:lnTo>
                  <a:lnTo>
                    <a:pt x="164" y="988"/>
                  </a:lnTo>
                  <a:cubicBezTo>
                    <a:pt x="164" y="988"/>
                    <a:pt x="183" y="937"/>
                    <a:pt x="164" y="915"/>
                  </a:cubicBezTo>
                  <a:cubicBezTo>
                    <a:pt x="145" y="893"/>
                    <a:pt x="147" y="856"/>
                    <a:pt x="147" y="856"/>
                  </a:cubicBezTo>
                  <a:lnTo>
                    <a:pt x="147" y="755"/>
                  </a:lnTo>
                  <a:cubicBezTo>
                    <a:pt x="147" y="755"/>
                    <a:pt x="145" y="645"/>
                    <a:pt x="160" y="587"/>
                  </a:cubicBezTo>
                  <a:cubicBezTo>
                    <a:pt x="175" y="530"/>
                    <a:pt x="184" y="495"/>
                    <a:pt x="184" y="495"/>
                  </a:cubicBezTo>
                  <a:cubicBezTo>
                    <a:pt x="184" y="495"/>
                    <a:pt x="180" y="398"/>
                    <a:pt x="184" y="385"/>
                  </a:cubicBezTo>
                  <a:cubicBezTo>
                    <a:pt x="189" y="372"/>
                    <a:pt x="226" y="302"/>
                    <a:pt x="226" y="291"/>
                  </a:cubicBezTo>
                  <a:cubicBezTo>
                    <a:pt x="226" y="280"/>
                    <a:pt x="274" y="119"/>
                    <a:pt x="283" y="108"/>
                  </a:cubicBezTo>
                  <a:cubicBezTo>
                    <a:pt x="292" y="97"/>
                    <a:pt x="304" y="25"/>
                    <a:pt x="304" y="25"/>
                  </a:cubicBezTo>
                  <a:cubicBezTo>
                    <a:pt x="304" y="25"/>
                    <a:pt x="185" y="9"/>
                    <a:pt x="177" y="5"/>
                  </a:cubicBezTo>
                  <a:cubicBezTo>
                    <a:pt x="169" y="0"/>
                    <a:pt x="50" y="5"/>
                    <a:pt x="50" y="5"/>
                  </a:cubicBezTo>
                  <a:cubicBezTo>
                    <a:pt x="50" y="5"/>
                    <a:pt x="6" y="135"/>
                    <a:pt x="13" y="162"/>
                  </a:cubicBezTo>
                  <a:cubicBezTo>
                    <a:pt x="19" y="189"/>
                    <a:pt x="33" y="264"/>
                    <a:pt x="26" y="282"/>
                  </a:cubicBezTo>
                  <a:cubicBezTo>
                    <a:pt x="19" y="299"/>
                    <a:pt x="30" y="346"/>
                    <a:pt x="30" y="346"/>
                  </a:cubicBezTo>
                  <a:cubicBezTo>
                    <a:pt x="30" y="346"/>
                    <a:pt x="37" y="436"/>
                    <a:pt x="39" y="449"/>
                  </a:cubicBezTo>
                  <a:cubicBezTo>
                    <a:pt x="41" y="462"/>
                    <a:pt x="0" y="497"/>
                    <a:pt x="12" y="521"/>
                  </a:cubicBezTo>
                  <a:cubicBezTo>
                    <a:pt x="24" y="546"/>
                    <a:pt x="3" y="719"/>
                    <a:pt x="10" y="737"/>
                  </a:cubicBezTo>
                  <a:cubicBezTo>
                    <a:pt x="17" y="755"/>
                    <a:pt x="35" y="865"/>
                    <a:pt x="35" y="865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0" name="Freeform 40"/>
            <p:cNvSpPr/>
            <p:nvPr/>
          </p:nvSpPr>
          <p:spPr>
            <a:xfrm>
              <a:off x="10396538" y="3327400"/>
              <a:ext cx="238125" cy="811212"/>
            </a:xfrm>
            <a:custGeom>
              <a:avLst/>
              <a:gdLst/>
              <a:ahLst/>
              <a:cxnLst>
                <a:cxn ang="0">
                  <a:pos x="238125" y="81984"/>
                </a:cxn>
                <a:cxn ang="0">
                  <a:pos x="54840" y="0"/>
                </a:cxn>
                <a:cxn ang="0">
                  <a:pos x="15875" y="99244"/>
                </a:cxn>
                <a:cxn ang="0">
                  <a:pos x="11545" y="401291"/>
                </a:cxn>
                <a:cxn ang="0">
                  <a:pos x="11545" y="404167"/>
                </a:cxn>
                <a:cxn ang="0">
                  <a:pos x="11545" y="405606"/>
                </a:cxn>
                <a:cxn ang="0">
                  <a:pos x="11545" y="407044"/>
                </a:cxn>
                <a:cxn ang="0">
                  <a:pos x="12988" y="409920"/>
                </a:cxn>
                <a:cxn ang="0">
                  <a:pos x="49068" y="594025"/>
                </a:cxn>
                <a:cxn ang="0">
                  <a:pos x="80818" y="806897"/>
                </a:cxn>
                <a:cxn ang="0">
                  <a:pos x="82261" y="805458"/>
                </a:cxn>
                <a:cxn ang="0">
                  <a:pos x="86590" y="811212"/>
                </a:cxn>
                <a:cxn ang="0">
                  <a:pos x="173181" y="811212"/>
                </a:cxn>
                <a:cxn ang="0">
                  <a:pos x="229465" y="775254"/>
                </a:cxn>
                <a:cxn ang="0">
                  <a:pos x="199159" y="724912"/>
                </a:cxn>
                <a:cxn ang="0">
                  <a:pos x="106795" y="724912"/>
                </a:cxn>
                <a:cxn ang="0">
                  <a:pos x="235238" y="665941"/>
                </a:cxn>
                <a:cxn ang="0">
                  <a:pos x="72159" y="688954"/>
                </a:cxn>
                <a:cxn ang="0">
                  <a:pos x="73602" y="595464"/>
                </a:cxn>
                <a:cxn ang="0">
                  <a:pos x="134215" y="632860"/>
                </a:cxn>
                <a:cxn ang="0">
                  <a:pos x="76488" y="533616"/>
                </a:cxn>
                <a:cxn ang="0">
                  <a:pos x="134215" y="546561"/>
                </a:cxn>
                <a:cxn ang="0">
                  <a:pos x="73602" y="487590"/>
                </a:cxn>
                <a:cxn ang="0">
                  <a:pos x="134215" y="425742"/>
                </a:cxn>
                <a:cxn ang="0">
                  <a:pos x="114011" y="349511"/>
                </a:cxn>
                <a:cxn ang="0">
                  <a:pos x="57727" y="336566"/>
                </a:cxn>
                <a:cxn ang="0">
                  <a:pos x="60613" y="323621"/>
                </a:cxn>
                <a:cxn ang="0">
                  <a:pos x="134215" y="221501"/>
                </a:cxn>
                <a:cxn ang="0">
                  <a:pos x="53397" y="221501"/>
                </a:cxn>
                <a:cxn ang="0">
                  <a:pos x="155863" y="158215"/>
                </a:cxn>
                <a:cxn ang="0">
                  <a:pos x="129886" y="142393"/>
                </a:cxn>
                <a:cxn ang="0">
                  <a:pos x="53397" y="129448"/>
                </a:cxn>
                <a:cxn ang="0">
                  <a:pos x="106795" y="116503"/>
                </a:cxn>
                <a:cxn ang="0">
                  <a:pos x="57727" y="81984"/>
                </a:cxn>
                <a:cxn ang="0">
                  <a:pos x="238125" y="81984"/>
                </a:cxn>
              </a:cxnLst>
              <a:rect l="0" t="0" r="0" b="0"/>
              <a:pathLst>
                <a:path w="165" h="564">
                  <a:moveTo>
                    <a:pt x="165" y="57"/>
                  </a:moveTo>
                  <a:cubicBezTo>
                    <a:pt x="148" y="40"/>
                    <a:pt x="82" y="15"/>
                    <a:pt x="38" y="0"/>
                  </a:cubicBezTo>
                  <a:cubicBezTo>
                    <a:pt x="34" y="15"/>
                    <a:pt x="0" y="47"/>
                    <a:pt x="11" y="69"/>
                  </a:cubicBezTo>
                  <a:cubicBezTo>
                    <a:pt x="22" y="92"/>
                    <a:pt x="5" y="243"/>
                    <a:pt x="8" y="279"/>
                  </a:cubicBezTo>
                  <a:cubicBezTo>
                    <a:pt x="8" y="279"/>
                    <a:pt x="8" y="280"/>
                    <a:pt x="8" y="281"/>
                  </a:cubicBezTo>
                  <a:cubicBezTo>
                    <a:pt x="8" y="281"/>
                    <a:pt x="8" y="282"/>
                    <a:pt x="8" y="282"/>
                  </a:cubicBezTo>
                  <a:cubicBezTo>
                    <a:pt x="8" y="283"/>
                    <a:pt x="8" y="283"/>
                    <a:pt x="8" y="283"/>
                  </a:cubicBezTo>
                  <a:cubicBezTo>
                    <a:pt x="9" y="284"/>
                    <a:pt x="9" y="284"/>
                    <a:pt x="9" y="285"/>
                  </a:cubicBezTo>
                  <a:cubicBezTo>
                    <a:pt x="16" y="303"/>
                    <a:pt x="34" y="413"/>
                    <a:pt x="34" y="413"/>
                  </a:cubicBezTo>
                  <a:cubicBezTo>
                    <a:pt x="34" y="413"/>
                    <a:pt x="17" y="530"/>
                    <a:pt x="56" y="561"/>
                  </a:cubicBezTo>
                  <a:lnTo>
                    <a:pt x="57" y="560"/>
                  </a:lnTo>
                  <a:cubicBezTo>
                    <a:pt x="58" y="561"/>
                    <a:pt x="59" y="563"/>
                    <a:pt x="60" y="564"/>
                  </a:cubicBezTo>
                  <a:lnTo>
                    <a:pt x="120" y="564"/>
                  </a:lnTo>
                  <a:lnTo>
                    <a:pt x="159" y="539"/>
                  </a:lnTo>
                  <a:cubicBezTo>
                    <a:pt x="148" y="521"/>
                    <a:pt x="138" y="504"/>
                    <a:pt x="138" y="504"/>
                  </a:cubicBezTo>
                  <a:lnTo>
                    <a:pt x="74" y="504"/>
                  </a:lnTo>
                  <a:cubicBezTo>
                    <a:pt x="79" y="471"/>
                    <a:pt x="163" y="463"/>
                    <a:pt x="163" y="463"/>
                  </a:cubicBezTo>
                  <a:cubicBezTo>
                    <a:pt x="150" y="443"/>
                    <a:pt x="81" y="467"/>
                    <a:pt x="50" y="479"/>
                  </a:cubicBezTo>
                  <a:cubicBezTo>
                    <a:pt x="41" y="463"/>
                    <a:pt x="48" y="429"/>
                    <a:pt x="51" y="414"/>
                  </a:cubicBezTo>
                  <a:cubicBezTo>
                    <a:pt x="71" y="417"/>
                    <a:pt x="93" y="440"/>
                    <a:pt x="93" y="440"/>
                  </a:cubicBezTo>
                  <a:lnTo>
                    <a:pt x="53" y="371"/>
                  </a:lnTo>
                  <a:cubicBezTo>
                    <a:pt x="49" y="357"/>
                    <a:pt x="93" y="380"/>
                    <a:pt x="93" y="380"/>
                  </a:cubicBezTo>
                  <a:lnTo>
                    <a:pt x="51" y="339"/>
                  </a:lnTo>
                  <a:cubicBezTo>
                    <a:pt x="51" y="339"/>
                    <a:pt x="76" y="325"/>
                    <a:pt x="93" y="296"/>
                  </a:cubicBezTo>
                  <a:cubicBezTo>
                    <a:pt x="110" y="266"/>
                    <a:pt x="79" y="243"/>
                    <a:pt x="79" y="243"/>
                  </a:cubicBezTo>
                  <a:cubicBezTo>
                    <a:pt x="79" y="243"/>
                    <a:pt x="30" y="277"/>
                    <a:pt x="40" y="234"/>
                  </a:cubicBezTo>
                  <a:cubicBezTo>
                    <a:pt x="40" y="231"/>
                    <a:pt x="41" y="228"/>
                    <a:pt x="42" y="225"/>
                  </a:cubicBezTo>
                  <a:cubicBezTo>
                    <a:pt x="54" y="186"/>
                    <a:pt x="93" y="154"/>
                    <a:pt x="93" y="154"/>
                  </a:cubicBezTo>
                  <a:lnTo>
                    <a:pt x="37" y="154"/>
                  </a:lnTo>
                  <a:cubicBezTo>
                    <a:pt x="49" y="122"/>
                    <a:pt x="124" y="129"/>
                    <a:pt x="108" y="110"/>
                  </a:cubicBezTo>
                  <a:cubicBezTo>
                    <a:pt x="104" y="106"/>
                    <a:pt x="98" y="102"/>
                    <a:pt x="90" y="99"/>
                  </a:cubicBezTo>
                  <a:cubicBezTo>
                    <a:pt x="68" y="91"/>
                    <a:pt x="37" y="90"/>
                    <a:pt x="37" y="90"/>
                  </a:cubicBezTo>
                  <a:lnTo>
                    <a:pt x="74" y="81"/>
                  </a:lnTo>
                  <a:lnTo>
                    <a:pt x="40" y="57"/>
                  </a:lnTo>
                  <a:cubicBezTo>
                    <a:pt x="68" y="45"/>
                    <a:pt x="165" y="57"/>
                    <a:pt x="165" y="57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1" name="Freeform 41"/>
            <p:cNvSpPr/>
            <p:nvPr/>
          </p:nvSpPr>
          <p:spPr>
            <a:xfrm>
              <a:off x="10380663" y="2678113"/>
              <a:ext cx="452438" cy="608012"/>
            </a:xfrm>
            <a:custGeom>
              <a:avLst/>
              <a:gdLst/>
              <a:ahLst/>
              <a:cxnLst>
                <a:cxn ang="0">
                  <a:pos x="269445" y="5763"/>
                </a:cxn>
                <a:cxn ang="0">
                  <a:pos x="86453" y="5763"/>
                </a:cxn>
                <a:cxn ang="0">
                  <a:pos x="10086" y="210354"/>
                </a:cxn>
                <a:cxn ang="0">
                  <a:pos x="12967" y="384690"/>
                </a:cxn>
                <a:cxn ang="0">
                  <a:pos x="25935" y="502834"/>
                </a:cxn>
                <a:cxn ang="0">
                  <a:pos x="66280" y="608012"/>
                </a:cxn>
                <a:cxn ang="0">
                  <a:pos x="149852" y="485545"/>
                </a:cxn>
                <a:cxn ang="0">
                  <a:pos x="89334" y="508597"/>
                </a:cxn>
                <a:cxn ang="0">
                  <a:pos x="128238" y="301124"/>
                </a:cxn>
                <a:cxn ang="0">
                  <a:pos x="149852" y="142637"/>
                </a:cxn>
                <a:cxn ang="0">
                  <a:pos x="340048" y="142637"/>
                </a:cxn>
                <a:cxn ang="0">
                  <a:pos x="414974" y="171453"/>
                </a:cxn>
                <a:cxn ang="0">
                  <a:pos x="422179" y="154164"/>
                </a:cxn>
                <a:cxn ang="0">
                  <a:pos x="452438" y="34578"/>
                </a:cxn>
                <a:cxn ang="0">
                  <a:pos x="269445" y="5763"/>
                </a:cxn>
              </a:cxnLst>
              <a:rect l="0" t="0" r="0" b="0"/>
              <a:pathLst>
                <a:path w="314" h="422">
                  <a:moveTo>
                    <a:pt x="187" y="4"/>
                  </a:moveTo>
                  <a:cubicBezTo>
                    <a:pt x="179" y="0"/>
                    <a:pt x="60" y="4"/>
                    <a:pt x="60" y="4"/>
                  </a:cubicBezTo>
                  <a:cubicBezTo>
                    <a:pt x="60" y="4"/>
                    <a:pt x="0" y="119"/>
                    <a:pt x="7" y="146"/>
                  </a:cubicBezTo>
                  <a:cubicBezTo>
                    <a:pt x="13" y="173"/>
                    <a:pt x="15" y="250"/>
                    <a:pt x="9" y="267"/>
                  </a:cubicBezTo>
                  <a:cubicBezTo>
                    <a:pt x="2" y="285"/>
                    <a:pt x="18" y="349"/>
                    <a:pt x="18" y="349"/>
                  </a:cubicBezTo>
                  <a:cubicBezTo>
                    <a:pt x="18" y="349"/>
                    <a:pt x="44" y="391"/>
                    <a:pt x="46" y="422"/>
                  </a:cubicBezTo>
                  <a:cubicBezTo>
                    <a:pt x="79" y="388"/>
                    <a:pt x="104" y="337"/>
                    <a:pt x="104" y="337"/>
                  </a:cubicBezTo>
                  <a:cubicBezTo>
                    <a:pt x="91" y="346"/>
                    <a:pt x="62" y="353"/>
                    <a:pt x="62" y="353"/>
                  </a:cubicBezTo>
                  <a:cubicBezTo>
                    <a:pt x="65" y="321"/>
                    <a:pt x="89" y="209"/>
                    <a:pt x="89" y="209"/>
                  </a:cubicBezTo>
                  <a:cubicBezTo>
                    <a:pt x="89" y="209"/>
                    <a:pt x="202" y="129"/>
                    <a:pt x="104" y="99"/>
                  </a:cubicBezTo>
                  <a:cubicBezTo>
                    <a:pt x="114" y="60"/>
                    <a:pt x="236" y="99"/>
                    <a:pt x="236" y="99"/>
                  </a:cubicBezTo>
                  <a:lnTo>
                    <a:pt x="288" y="119"/>
                  </a:lnTo>
                  <a:cubicBezTo>
                    <a:pt x="290" y="113"/>
                    <a:pt x="292" y="109"/>
                    <a:pt x="293" y="107"/>
                  </a:cubicBezTo>
                  <a:cubicBezTo>
                    <a:pt x="302" y="96"/>
                    <a:pt x="314" y="24"/>
                    <a:pt x="314" y="24"/>
                  </a:cubicBezTo>
                  <a:cubicBezTo>
                    <a:pt x="314" y="24"/>
                    <a:pt x="195" y="8"/>
                    <a:pt x="187" y="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2" name="Freeform 42"/>
            <p:cNvSpPr/>
            <p:nvPr/>
          </p:nvSpPr>
          <p:spPr>
            <a:xfrm>
              <a:off x="10531476" y="2614613"/>
              <a:ext cx="339725" cy="120650"/>
            </a:xfrm>
            <a:custGeom>
              <a:avLst/>
              <a:gdLst/>
              <a:ahLst/>
              <a:cxnLst>
                <a:cxn ang="0">
                  <a:pos x="0" y="56690"/>
                </a:cxn>
                <a:cxn ang="0">
                  <a:pos x="274946" y="117742"/>
                </a:cxn>
                <a:cxn ang="0">
                  <a:pos x="339725" y="88670"/>
                </a:cxn>
                <a:cxn ang="0">
                  <a:pos x="331087" y="24711"/>
                </a:cxn>
                <a:cxn ang="0">
                  <a:pos x="12955" y="0"/>
                </a:cxn>
                <a:cxn ang="0">
                  <a:pos x="0" y="56690"/>
                </a:cxn>
              </a:cxnLst>
              <a:rect l="0" t="0" r="0" b="0"/>
              <a:pathLst>
                <a:path w="236" h="83">
                  <a:moveTo>
                    <a:pt x="0" y="39"/>
                  </a:moveTo>
                  <a:cubicBezTo>
                    <a:pt x="0" y="39"/>
                    <a:pt x="136" y="83"/>
                    <a:pt x="191" y="81"/>
                  </a:cubicBezTo>
                  <a:lnTo>
                    <a:pt x="236" y="61"/>
                  </a:lnTo>
                  <a:lnTo>
                    <a:pt x="230" y="17"/>
                  </a:lnTo>
                  <a:lnTo>
                    <a:pt x="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3" name="Freeform 43"/>
            <p:cNvSpPr/>
            <p:nvPr/>
          </p:nvSpPr>
          <p:spPr>
            <a:xfrm>
              <a:off x="10555288" y="1828800"/>
              <a:ext cx="309563" cy="857250"/>
            </a:xfrm>
            <a:custGeom>
              <a:avLst/>
              <a:gdLst/>
              <a:ahLst/>
              <a:cxnLst>
                <a:cxn ang="0">
                  <a:pos x="2879" y="768072"/>
                </a:cxn>
                <a:cxn ang="0">
                  <a:pos x="102227" y="842866"/>
                </a:cxn>
                <a:cxn ang="0">
                  <a:pos x="309563" y="828483"/>
                </a:cxn>
                <a:cxn ang="0">
                  <a:pos x="277886" y="558075"/>
                </a:cxn>
                <a:cxn ang="0">
                  <a:pos x="293724" y="384036"/>
                </a:cxn>
                <a:cxn ang="0">
                  <a:pos x="214534" y="159655"/>
                </a:cxn>
                <a:cxn ang="0">
                  <a:pos x="203015" y="46026"/>
                </a:cxn>
                <a:cxn ang="0">
                  <a:pos x="177098" y="113628"/>
                </a:cxn>
                <a:cxn ang="0">
                  <a:pos x="35995" y="0"/>
                </a:cxn>
                <a:cxn ang="0">
                  <a:pos x="2879" y="40273"/>
                </a:cxn>
                <a:cxn ang="0">
                  <a:pos x="2879" y="768072"/>
                </a:cxn>
              </a:cxnLst>
              <a:rect l="0" t="0" r="0" b="0"/>
              <a:pathLst>
                <a:path w="215" h="596">
                  <a:moveTo>
                    <a:pt x="2" y="534"/>
                  </a:moveTo>
                  <a:cubicBezTo>
                    <a:pt x="2" y="534"/>
                    <a:pt x="0" y="576"/>
                    <a:pt x="71" y="586"/>
                  </a:cubicBezTo>
                  <a:cubicBezTo>
                    <a:pt x="141" y="596"/>
                    <a:pt x="200" y="596"/>
                    <a:pt x="215" y="576"/>
                  </a:cubicBezTo>
                  <a:lnTo>
                    <a:pt x="193" y="388"/>
                  </a:lnTo>
                  <a:cubicBezTo>
                    <a:pt x="193" y="388"/>
                    <a:pt x="208" y="305"/>
                    <a:pt x="204" y="267"/>
                  </a:cubicBezTo>
                  <a:cubicBezTo>
                    <a:pt x="200" y="228"/>
                    <a:pt x="149" y="111"/>
                    <a:pt x="149" y="111"/>
                  </a:cubicBezTo>
                  <a:cubicBezTo>
                    <a:pt x="149" y="111"/>
                    <a:pt x="161" y="54"/>
                    <a:pt x="141" y="32"/>
                  </a:cubicBezTo>
                  <a:lnTo>
                    <a:pt x="123" y="79"/>
                  </a:lnTo>
                  <a:cubicBezTo>
                    <a:pt x="123" y="79"/>
                    <a:pt x="103" y="79"/>
                    <a:pt x="25" y="0"/>
                  </a:cubicBezTo>
                  <a:cubicBezTo>
                    <a:pt x="25" y="0"/>
                    <a:pt x="9" y="18"/>
                    <a:pt x="2" y="28"/>
                  </a:cubicBezTo>
                  <a:lnTo>
                    <a:pt x="2" y="534"/>
                  </a:lnTo>
                  <a:close/>
                </a:path>
              </a:pathLst>
            </a:custGeom>
            <a:solidFill>
              <a:srgbClr val="D8DCE8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4" name="Freeform 44"/>
            <p:cNvSpPr/>
            <p:nvPr/>
          </p:nvSpPr>
          <p:spPr>
            <a:xfrm>
              <a:off x="10555288" y="1828800"/>
              <a:ext cx="309563" cy="857250"/>
            </a:xfrm>
            <a:custGeom>
              <a:avLst/>
              <a:gdLst/>
              <a:ahLst/>
              <a:cxnLst>
                <a:cxn ang="0">
                  <a:pos x="214534" y="831359"/>
                </a:cxn>
                <a:cxn ang="0">
                  <a:pos x="56153" y="732114"/>
                </a:cxn>
                <a:cxn ang="0">
                  <a:pos x="64792" y="676019"/>
                </a:cxn>
                <a:cxn ang="0">
                  <a:pos x="214534" y="762319"/>
                </a:cxn>
                <a:cxn ang="0">
                  <a:pos x="67671" y="535062"/>
                </a:cxn>
                <a:cxn ang="0">
                  <a:pos x="46074" y="113628"/>
                </a:cxn>
                <a:cxn ang="0">
                  <a:pos x="112306" y="174039"/>
                </a:cxn>
                <a:cxn ang="0">
                  <a:pos x="67671" y="99245"/>
                </a:cxn>
                <a:cxn ang="0">
                  <a:pos x="138223" y="90615"/>
                </a:cxn>
                <a:cxn ang="0">
                  <a:pos x="35995" y="0"/>
                </a:cxn>
                <a:cxn ang="0">
                  <a:pos x="2879" y="40273"/>
                </a:cxn>
                <a:cxn ang="0">
                  <a:pos x="2879" y="768072"/>
                </a:cxn>
                <a:cxn ang="0">
                  <a:pos x="102227" y="842866"/>
                </a:cxn>
                <a:cxn ang="0">
                  <a:pos x="309563" y="828483"/>
                </a:cxn>
                <a:cxn ang="0">
                  <a:pos x="309563" y="827044"/>
                </a:cxn>
                <a:cxn ang="0">
                  <a:pos x="214534" y="831359"/>
                </a:cxn>
              </a:cxnLst>
              <a:rect l="0" t="0" r="0" b="0"/>
              <a:pathLst>
                <a:path w="215" h="596">
                  <a:moveTo>
                    <a:pt x="149" y="578"/>
                  </a:moveTo>
                  <a:cubicBezTo>
                    <a:pt x="66" y="574"/>
                    <a:pt x="39" y="509"/>
                    <a:pt x="39" y="509"/>
                  </a:cubicBezTo>
                  <a:cubicBezTo>
                    <a:pt x="39" y="509"/>
                    <a:pt x="17" y="470"/>
                    <a:pt x="45" y="470"/>
                  </a:cubicBezTo>
                  <a:cubicBezTo>
                    <a:pt x="73" y="471"/>
                    <a:pt x="149" y="530"/>
                    <a:pt x="149" y="530"/>
                  </a:cubicBezTo>
                  <a:cubicBezTo>
                    <a:pt x="130" y="485"/>
                    <a:pt x="83" y="428"/>
                    <a:pt x="47" y="372"/>
                  </a:cubicBezTo>
                  <a:cubicBezTo>
                    <a:pt x="11" y="315"/>
                    <a:pt x="32" y="79"/>
                    <a:pt x="32" y="79"/>
                  </a:cubicBezTo>
                  <a:lnTo>
                    <a:pt x="78" y="121"/>
                  </a:lnTo>
                  <a:lnTo>
                    <a:pt x="47" y="69"/>
                  </a:lnTo>
                  <a:cubicBezTo>
                    <a:pt x="72" y="84"/>
                    <a:pt x="87" y="77"/>
                    <a:pt x="96" y="63"/>
                  </a:cubicBezTo>
                  <a:cubicBezTo>
                    <a:pt x="80" y="52"/>
                    <a:pt x="58" y="33"/>
                    <a:pt x="25" y="0"/>
                  </a:cubicBezTo>
                  <a:cubicBezTo>
                    <a:pt x="25" y="0"/>
                    <a:pt x="9" y="18"/>
                    <a:pt x="2" y="28"/>
                  </a:cubicBezTo>
                  <a:lnTo>
                    <a:pt x="2" y="534"/>
                  </a:lnTo>
                  <a:cubicBezTo>
                    <a:pt x="2" y="534"/>
                    <a:pt x="0" y="576"/>
                    <a:pt x="71" y="586"/>
                  </a:cubicBezTo>
                  <a:cubicBezTo>
                    <a:pt x="141" y="596"/>
                    <a:pt x="200" y="596"/>
                    <a:pt x="215" y="576"/>
                  </a:cubicBezTo>
                  <a:lnTo>
                    <a:pt x="215" y="575"/>
                  </a:lnTo>
                  <a:cubicBezTo>
                    <a:pt x="192" y="577"/>
                    <a:pt x="169" y="578"/>
                    <a:pt x="149" y="578"/>
                  </a:cubicBezTo>
                  <a:close/>
                </a:path>
              </a:pathLst>
            </a:custGeom>
            <a:solidFill>
              <a:srgbClr val="AFB0B2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5" name="Freeform 45"/>
            <p:cNvSpPr/>
            <p:nvPr/>
          </p:nvSpPr>
          <p:spPr>
            <a:xfrm>
              <a:off x="10256838" y="1855788"/>
              <a:ext cx="457200" cy="1096962"/>
            </a:xfrm>
            <a:custGeom>
              <a:avLst/>
              <a:gdLst/>
              <a:ahLst/>
              <a:cxnLst>
                <a:cxn ang="0">
                  <a:pos x="0" y="1049518"/>
                </a:cxn>
                <a:cxn ang="0">
                  <a:pos x="166777" y="1096962"/>
                </a:cxn>
                <a:cxn ang="0">
                  <a:pos x="378124" y="704471"/>
                </a:cxn>
                <a:cxn ang="0">
                  <a:pos x="444260" y="520445"/>
                </a:cxn>
                <a:cxn ang="0">
                  <a:pos x="291860" y="0"/>
                </a:cxn>
                <a:cxn ang="0">
                  <a:pos x="166777" y="69009"/>
                </a:cxn>
                <a:cxn ang="0">
                  <a:pos x="169652" y="342171"/>
                </a:cxn>
                <a:cxn ang="0">
                  <a:pos x="0" y="1049518"/>
                </a:cxn>
              </a:cxnLst>
              <a:rect l="0" t="0" r="0" b="0"/>
              <a:pathLst>
                <a:path w="318" h="763">
                  <a:moveTo>
                    <a:pt x="0" y="730"/>
                  </a:moveTo>
                  <a:lnTo>
                    <a:pt x="116" y="763"/>
                  </a:lnTo>
                  <a:cubicBezTo>
                    <a:pt x="116" y="763"/>
                    <a:pt x="251" y="503"/>
                    <a:pt x="263" y="490"/>
                  </a:cubicBezTo>
                  <a:cubicBezTo>
                    <a:pt x="275" y="476"/>
                    <a:pt x="318" y="439"/>
                    <a:pt x="309" y="362"/>
                  </a:cubicBezTo>
                  <a:cubicBezTo>
                    <a:pt x="301" y="285"/>
                    <a:pt x="292" y="104"/>
                    <a:pt x="203" y="0"/>
                  </a:cubicBezTo>
                  <a:cubicBezTo>
                    <a:pt x="203" y="0"/>
                    <a:pt x="166" y="51"/>
                    <a:pt x="116" y="48"/>
                  </a:cubicBezTo>
                  <a:lnTo>
                    <a:pt x="118" y="238"/>
                  </a:lnTo>
                  <a:cubicBezTo>
                    <a:pt x="118" y="238"/>
                    <a:pt x="92" y="554"/>
                    <a:pt x="0" y="730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6" name="Freeform 46"/>
            <p:cNvSpPr/>
            <p:nvPr/>
          </p:nvSpPr>
          <p:spPr>
            <a:xfrm>
              <a:off x="10687051" y="1941513"/>
              <a:ext cx="184150" cy="730250"/>
            </a:xfrm>
            <a:custGeom>
              <a:avLst/>
              <a:gdLst/>
              <a:ahLst/>
              <a:cxnLst>
                <a:cxn ang="0">
                  <a:pos x="98600" y="679838"/>
                </a:cxn>
                <a:cxn ang="0">
                  <a:pos x="146450" y="730250"/>
                </a:cxn>
                <a:cxn ang="0">
                  <a:pos x="184150" y="688480"/>
                </a:cxn>
                <a:cxn ang="0">
                  <a:pos x="142100" y="313993"/>
                </a:cxn>
                <a:cxn ang="0">
                  <a:pos x="62350" y="76337"/>
                </a:cxn>
                <a:cxn ang="0">
                  <a:pos x="44950" y="0"/>
                </a:cxn>
                <a:cxn ang="0">
                  <a:pos x="0" y="46090"/>
                </a:cxn>
                <a:cxn ang="0">
                  <a:pos x="20300" y="84979"/>
                </a:cxn>
                <a:cxn ang="0">
                  <a:pos x="59450" y="265021"/>
                </a:cxn>
                <a:cxn ang="0">
                  <a:pos x="98600" y="679838"/>
                </a:cxn>
              </a:cxnLst>
              <a:rect l="0" t="0" r="0" b="0"/>
              <a:pathLst>
                <a:path w="127" h="507">
                  <a:moveTo>
                    <a:pt x="68" y="472"/>
                  </a:moveTo>
                  <a:lnTo>
                    <a:pt x="101" y="507"/>
                  </a:lnTo>
                  <a:lnTo>
                    <a:pt x="127" y="478"/>
                  </a:lnTo>
                  <a:cubicBezTo>
                    <a:pt x="127" y="478"/>
                    <a:pt x="107" y="272"/>
                    <a:pt x="98" y="218"/>
                  </a:cubicBezTo>
                  <a:cubicBezTo>
                    <a:pt x="88" y="164"/>
                    <a:pt x="43" y="53"/>
                    <a:pt x="43" y="53"/>
                  </a:cubicBezTo>
                  <a:cubicBezTo>
                    <a:pt x="43" y="53"/>
                    <a:pt x="61" y="22"/>
                    <a:pt x="31" y="0"/>
                  </a:cubicBezTo>
                  <a:cubicBezTo>
                    <a:pt x="31" y="0"/>
                    <a:pt x="6" y="5"/>
                    <a:pt x="0" y="32"/>
                  </a:cubicBezTo>
                  <a:lnTo>
                    <a:pt x="14" y="59"/>
                  </a:lnTo>
                  <a:cubicBezTo>
                    <a:pt x="14" y="59"/>
                    <a:pt x="36" y="146"/>
                    <a:pt x="41" y="184"/>
                  </a:cubicBezTo>
                  <a:cubicBezTo>
                    <a:pt x="46" y="223"/>
                    <a:pt x="48" y="451"/>
                    <a:pt x="68" y="472"/>
                  </a:cubicBezTo>
                  <a:close/>
                </a:path>
              </a:pathLst>
            </a:custGeom>
            <a:solidFill>
              <a:srgbClr val="9D3D25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7" name="Freeform 47"/>
            <p:cNvSpPr/>
            <p:nvPr/>
          </p:nvSpPr>
          <p:spPr>
            <a:xfrm>
              <a:off x="10871201" y="2209800"/>
              <a:ext cx="412750" cy="296862"/>
            </a:xfrm>
            <a:custGeom>
              <a:avLst/>
              <a:gdLst/>
              <a:ahLst/>
              <a:cxnLst>
                <a:cxn ang="0">
                  <a:pos x="398368" y="217602"/>
                </a:cxn>
                <a:cxn ang="0">
                  <a:pos x="343718" y="77818"/>
                </a:cxn>
                <a:cxn ang="0">
                  <a:pos x="221475" y="109521"/>
                </a:cxn>
                <a:cxn ang="0">
                  <a:pos x="182645" y="129696"/>
                </a:cxn>
                <a:cxn ang="0">
                  <a:pos x="125119" y="129696"/>
                </a:cxn>
                <a:cxn ang="0">
                  <a:pos x="71907" y="129696"/>
                </a:cxn>
                <a:cxn ang="0">
                  <a:pos x="53211" y="110962"/>
                </a:cxn>
                <a:cxn ang="0">
                  <a:pos x="17257" y="0"/>
                </a:cxn>
                <a:cxn ang="0">
                  <a:pos x="0" y="252188"/>
                </a:cxn>
                <a:cxn ang="0">
                  <a:pos x="8628" y="295420"/>
                </a:cxn>
                <a:cxn ang="0">
                  <a:pos x="175454" y="276686"/>
                </a:cxn>
                <a:cxn ang="0">
                  <a:pos x="398368" y="217602"/>
                </a:cxn>
              </a:cxnLst>
              <a:rect l="0" t="0" r="0" b="0"/>
              <a:pathLst>
                <a:path w="287" h="206">
                  <a:moveTo>
                    <a:pt x="277" y="151"/>
                  </a:moveTo>
                  <a:cubicBezTo>
                    <a:pt x="277" y="151"/>
                    <a:pt x="287" y="89"/>
                    <a:pt x="239" y="54"/>
                  </a:cubicBezTo>
                  <a:cubicBezTo>
                    <a:pt x="239" y="54"/>
                    <a:pt x="158" y="69"/>
                    <a:pt x="154" y="76"/>
                  </a:cubicBezTo>
                  <a:cubicBezTo>
                    <a:pt x="151" y="82"/>
                    <a:pt x="127" y="90"/>
                    <a:pt x="127" y="90"/>
                  </a:cubicBezTo>
                  <a:cubicBezTo>
                    <a:pt x="127" y="90"/>
                    <a:pt x="92" y="88"/>
                    <a:pt x="87" y="90"/>
                  </a:cubicBezTo>
                  <a:cubicBezTo>
                    <a:pt x="82" y="92"/>
                    <a:pt x="58" y="76"/>
                    <a:pt x="50" y="90"/>
                  </a:cubicBezTo>
                  <a:lnTo>
                    <a:pt x="37" y="77"/>
                  </a:lnTo>
                  <a:cubicBezTo>
                    <a:pt x="37" y="77"/>
                    <a:pt x="42" y="34"/>
                    <a:pt x="12" y="0"/>
                  </a:cubicBezTo>
                  <a:lnTo>
                    <a:pt x="0" y="175"/>
                  </a:lnTo>
                  <a:lnTo>
                    <a:pt x="6" y="205"/>
                  </a:lnTo>
                  <a:cubicBezTo>
                    <a:pt x="6" y="205"/>
                    <a:pt x="95" y="206"/>
                    <a:pt x="122" y="192"/>
                  </a:cubicBezTo>
                  <a:cubicBezTo>
                    <a:pt x="149" y="178"/>
                    <a:pt x="260" y="165"/>
                    <a:pt x="277" y="151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8" name="Freeform 48"/>
            <p:cNvSpPr/>
            <p:nvPr/>
          </p:nvSpPr>
          <p:spPr>
            <a:xfrm>
              <a:off x="10910888" y="2284413"/>
              <a:ext cx="357188" cy="190500"/>
            </a:xfrm>
            <a:custGeom>
              <a:avLst/>
              <a:gdLst/>
              <a:ahLst/>
              <a:cxnLst>
                <a:cxn ang="0">
                  <a:pos x="303897" y="2864"/>
                </a:cxn>
                <a:cxn ang="0">
                  <a:pos x="181474" y="34375"/>
                </a:cxn>
                <a:cxn ang="0">
                  <a:pos x="142587" y="54428"/>
                </a:cxn>
                <a:cxn ang="0">
                  <a:pos x="84976" y="54428"/>
                </a:cxn>
                <a:cxn ang="0">
                  <a:pos x="44648" y="47266"/>
                </a:cxn>
                <a:cxn ang="0">
                  <a:pos x="20163" y="98830"/>
                </a:cxn>
                <a:cxn ang="0">
                  <a:pos x="53290" y="91669"/>
                </a:cxn>
                <a:cxn ang="0">
                  <a:pos x="0" y="190500"/>
                </a:cxn>
                <a:cxn ang="0">
                  <a:pos x="84976" y="95966"/>
                </a:cxn>
                <a:cxn ang="0">
                  <a:pos x="159870" y="73048"/>
                </a:cxn>
                <a:cxn ang="0">
                  <a:pos x="119542" y="163285"/>
                </a:cxn>
                <a:cxn ang="0">
                  <a:pos x="233324" y="54428"/>
                </a:cxn>
                <a:cxn ang="0">
                  <a:pos x="286614" y="73048"/>
                </a:cxn>
                <a:cxn ang="0">
                  <a:pos x="348546" y="95966"/>
                </a:cxn>
                <a:cxn ang="0">
                  <a:pos x="357188" y="94533"/>
                </a:cxn>
                <a:cxn ang="0">
                  <a:pos x="303897" y="2864"/>
                </a:cxn>
              </a:cxnLst>
              <a:rect l="0" t="0" r="0" b="0"/>
              <a:pathLst>
                <a:path w="248" h="133">
                  <a:moveTo>
                    <a:pt x="211" y="2"/>
                  </a:moveTo>
                  <a:cubicBezTo>
                    <a:pt x="211" y="2"/>
                    <a:pt x="130" y="17"/>
                    <a:pt x="126" y="24"/>
                  </a:cubicBezTo>
                  <a:cubicBezTo>
                    <a:pt x="123" y="30"/>
                    <a:pt x="99" y="38"/>
                    <a:pt x="99" y="38"/>
                  </a:cubicBezTo>
                  <a:cubicBezTo>
                    <a:pt x="99" y="38"/>
                    <a:pt x="64" y="36"/>
                    <a:pt x="59" y="38"/>
                  </a:cubicBezTo>
                  <a:cubicBezTo>
                    <a:pt x="55" y="40"/>
                    <a:pt x="42" y="31"/>
                    <a:pt x="31" y="33"/>
                  </a:cubicBezTo>
                  <a:cubicBezTo>
                    <a:pt x="27" y="47"/>
                    <a:pt x="22" y="63"/>
                    <a:pt x="14" y="69"/>
                  </a:cubicBezTo>
                  <a:lnTo>
                    <a:pt x="37" y="64"/>
                  </a:lnTo>
                  <a:cubicBezTo>
                    <a:pt x="37" y="64"/>
                    <a:pt x="11" y="123"/>
                    <a:pt x="0" y="133"/>
                  </a:cubicBezTo>
                  <a:cubicBezTo>
                    <a:pt x="0" y="133"/>
                    <a:pt x="59" y="96"/>
                    <a:pt x="59" y="67"/>
                  </a:cubicBezTo>
                  <a:cubicBezTo>
                    <a:pt x="59" y="38"/>
                    <a:pt x="111" y="51"/>
                    <a:pt x="111" y="51"/>
                  </a:cubicBezTo>
                  <a:cubicBezTo>
                    <a:pt x="111" y="51"/>
                    <a:pt x="142" y="77"/>
                    <a:pt x="83" y="114"/>
                  </a:cubicBezTo>
                  <a:cubicBezTo>
                    <a:pt x="83" y="114"/>
                    <a:pt x="146" y="76"/>
                    <a:pt x="162" y="38"/>
                  </a:cubicBezTo>
                  <a:cubicBezTo>
                    <a:pt x="177" y="0"/>
                    <a:pt x="199" y="51"/>
                    <a:pt x="199" y="51"/>
                  </a:cubicBezTo>
                  <a:cubicBezTo>
                    <a:pt x="199" y="51"/>
                    <a:pt x="242" y="67"/>
                    <a:pt x="242" y="67"/>
                  </a:cubicBezTo>
                  <a:lnTo>
                    <a:pt x="248" y="66"/>
                  </a:lnTo>
                  <a:cubicBezTo>
                    <a:pt x="245" y="46"/>
                    <a:pt x="236" y="20"/>
                    <a:pt x="211" y="2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89" name="Freeform 49"/>
            <p:cNvSpPr/>
            <p:nvPr/>
          </p:nvSpPr>
          <p:spPr>
            <a:xfrm>
              <a:off x="10520363" y="1876425"/>
              <a:ext cx="173038" cy="774700"/>
            </a:xfrm>
            <a:custGeom>
              <a:avLst/>
              <a:gdLst/>
              <a:ahLst/>
              <a:cxnLst>
                <a:cxn ang="0">
                  <a:pos x="62005" y="774700"/>
                </a:cxn>
                <a:cxn ang="0">
                  <a:pos x="113916" y="683982"/>
                </a:cxn>
                <a:cxn ang="0">
                  <a:pos x="164386" y="614864"/>
                </a:cxn>
                <a:cxn ang="0">
                  <a:pos x="167270" y="480947"/>
                </a:cxn>
                <a:cxn ang="0">
                  <a:pos x="23071" y="110877"/>
                </a:cxn>
                <a:cxn ang="0">
                  <a:pos x="37491" y="86397"/>
                </a:cxn>
                <a:cxn ang="0">
                  <a:pos x="8651" y="0"/>
                </a:cxn>
                <a:cxn ang="0">
                  <a:pos x="0" y="7199"/>
                </a:cxn>
                <a:cxn ang="0">
                  <a:pos x="10093" y="79197"/>
                </a:cxn>
                <a:cxn ang="0">
                  <a:pos x="10093" y="110877"/>
                </a:cxn>
                <a:cxn ang="0">
                  <a:pos x="148524" y="486707"/>
                </a:cxn>
                <a:cxn ang="0">
                  <a:pos x="90844" y="663822"/>
                </a:cxn>
                <a:cxn ang="0">
                  <a:pos x="62005" y="774700"/>
                </a:cxn>
              </a:cxnLst>
              <a:rect l="0" t="0" r="0" b="0"/>
              <a:pathLst>
                <a:path w="120" h="538">
                  <a:moveTo>
                    <a:pt x="43" y="538"/>
                  </a:moveTo>
                  <a:cubicBezTo>
                    <a:pt x="61" y="504"/>
                    <a:pt x="76" y="479"/>
                    <a:pt x="79" y="475"/>
                  </a:cubicBezTo>
                  <a:cubicBezTo>
                    <a:pt x="86" y="467"/>
                    <a:pt x="102" y="452"/>
                    <a:pt x="114" y="427"/>
                  </a:cubicBezTo>
                  <a:cubicBezTo>
                    <a:pt x="118" y="389"/>
                    <a:pt x="120" y="350"/>
                    <a:pt x="116" y="334"/>
                  </a:cubicBezTo>
                  <a:cubicBezTo>
                    <a:pt x="106" y="297"/>
                    <a:pt x="16" y="77"/>
                    <a:pt x="16" y="77"/>
                  </a:cubicBezTo>
                  <a:lnTo>
                    <a:pt x="26" y="60"/>
                  </a:lnTo>
                  <a:lnTo>
                    <a:pt x="6" y="0"/>
                  </a:lnTo>
                  <a:cubicBezTo>
                    <a:pt x="4" y="2"/>
                    <a:pt x="2" y="3"/>
                    <a:pt x="0" y="5"/>
                  </a:cubicBezTo>
                  <a:lnTo>
                    <a:pt x="7" y="55"/>
                  </a:lnTo>
                  <a:lnTo>
                    <a:pt x="7" y="77"/>
                  </a:lnTo>
                  <a:cubicBezTo>
                    <a:pt x="7" y="77"/>
                    <a:pt x="95" y="313"/>
                    <a:pt x="103" y="338"/>
                  </a:cubicBezTo>
                  <a:cubicBezTo>
                    <a:pt x="112" y="362"/>
                    <a:pt x="76" y="437"/>
                    <a:pt x="63" y="461"/>
                  </a:cubicBezTo>
                  <a:cubicBezTo>
                    <a:pt x="56" y="474"/>
                    <a:pt x="49" y="509"/>
                    <a:pt x="43" y="538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0" name="Freeform 50"/>
            <p:cNvSpPr/>
            <p:nvPr/>
          </p:nvSpPr>
          <p:spPr>
            <a:xfrm>
              <a:off x="10379076" y="1941513"/>
              <a:ext cx="198438" cy="841375"/>
            </a:xfrm>
            <a:custGeom>
              <a:avLst/>
              <a:gdLst/>
              <a:ahLst/>
              <a:cxnLst>
                <a:cxn ang="0">
                  <a:pos x="142357" y="175466"/>
                </a:cxn>
                <a:cxn ang="0">
                  <a:pos x="198438" y="221490"/>
                </a:cxn>
                <a:cxn ang="0">
                  <a:pos x="83401" y="60406"/>
                </a:cxn>
                <a:cxn ang="0">
                  <a:pos x="44576" y="0"/>
                </a:cxn>
                <a:cxn ang="0">
                  <a:pos x="46014" y="256008"/>
                </a:cxn>
                <a:cxn ang="0">
                  <a:pos x="0" y="578175"/>
                </a:cxn>
                <a:cxn ang="0">
                  <a:pos x="41700" y="664470"/>
                </a:cxn>
                <a:cxn ang="0">
                  <a:pos x="133729" y="841375"/>
                </a:cxn>
                <a:cxn ang="0">
                  <a:pos x="182620" y="750765"/>
                </a:cxn>
                <a:cxn ang="0">
                  <a:pos x="122226" y="562354"/>
                </a:cxn>
                <a:cxn ang="0">
                  <a:pos x="169678" y="562354"/>
                </a:cxn>
                <a:cxn ang="0">
                  <a:pos x="122226" y="533589"/>
                </a:cxn>
                <a:cxn ang="0">
                  <a:pos x="112160" y="415653"/>
                </a:cxn>
                <a:cxn ang="0">
                  <a:pos x="126540" y="345179"/>
                </a:cxn>
                <a:cxn ang="0">
                  <a:pos x="142357" y="267514"/>
                </a:cxn>
                <a:cxn ang="0">
                  <a:pos x="142357" y="175466"/>
                </a:cxn>
              </a:cxnLst>
              <a:rect l="0" t="0" r="0" b="0"/>
              <a:pathLst>
                <a:path w="138" h="585">
                  <a:moveTo>
                    <a:pt x="99" y="122"/>
                  </a:moveTo>
                  <a:lnTo>
                    <a:pt x="138" y="154"/>
                  </a:lnTo>
                  <a:cubicBezTo>
                    <a:pt x="138" y="154"/>
                    <a:pt x="67" y="65"/>
                    <a:pt x="58" y="42"/>
                  </a:cubicBezTo>
                  <a:cubicBezTo>
                    <a:pt x="53" y="30"/>
                    <a:pt x="42" y="14"/>
                    <a:pt x="31" y="0"/>
                  </a:cubicBezTo>
                  <a:lnTo>
                    <a:pt x="32" y="178"/>
                  </a:lnTo>
                  <a:cubicBezTo>
                    <a:pt x="32" y="178"/>
                    <a:pt x="24" y="281"/>
                    <a:pt x="0" y="402"/>
                  </a:cubicBezTo>
                  <a:lnTo>
                    <a:pt x="29" y="462"/>
                  </a:lnTo>
                  <a:lnTo>
                    <a:pt x="93" y="585"/>
                  </a:lnTo>
                  <a:cubicBezTo>
                    <a:pt x="104" y="564"/>
                    <a:pt x="116" y="542"/>
                    <a:pt x="127" y="522"/>
                  </a:cubicBezTo>
                  <a:cubicBezTo>
                    <a:pt x="111" y="475"/>
                    <a:pt x="85" y="398"/>
                    <a:pt x="85" y="391"/>
                  </a:cubicBezTo>
                  <a:cubicBezTo>
                    <a:pt x="85" y="383"/>
                    <a:pt x="105" y="383"/>
                    <a:pt x="118" y="391"/>
                  </a:cubicBezTo>
                  <a:lnTo>
                    <a:pt x="85" y="371"/>
                  </a:lnTo>
                  <a:lnTo>
                    <a:pt x="78" y="289"/>
                  </a:lnTo>
                  <a:cubicBezTo>
                    <a:pt x="78" y="289"/>
                    <a:pt x="90" y="261"/>
                    <a:pt x="88" y="240"/>
                  </a:cubicBezTo>
                  <a:cubicBezTo>
                    <a:pt x="86" y="218"/>
                    <a:pt x="99" y="186"/>
                    <a:pt x="99" y="186"/>
                  </a:cubicBezTo>
                  <a:lnTo>
                    <a:pt x="99" y="122"/>
                  </a:ln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1" name="Freeform 51"/>
            <p:cNvSpPr/>
            <p:nvPr/>
          </p:nvSpPr>
          <p:spPr>
            <a:xfrm>
              <a:off x="10453688" y="1912938"/>
              <a:ext cx="77788" cy="134937"/>
            </a:xfrm>
            <a:custGeom>
              <a:avLst/>
              <a:gdLst/>
              <a:ahLst/>
              <a:cxnLst>
                <a:cxn ang="0">
                  <a:pos x="77788" y="134937"/>
                </a:cxn>
                <a:cxn ang="0">
                  <a:pos x="25929" y="0"/>
                </a:cxn>
                <a:cxn ang="0">
                  <a:pos x="0" y="8613"/>
                </a:cxn>
                <a:cxn ang="0">
                  <a:pos x="77788" y="134937"/>
                </a:cxn>
              </a:cxnLst>
              <a:rect l="0" t="0" r="0" b="0"/>
              <a:pathLst>
                <a:path w="54" h="94">
                  <a:moveTo>
                    <a:pt x="54" y="94"/>
                  </a:moveTo>
                  <a:lnTo>
                    <a:pt x="18" y="0"/>
                  </a:lnTo>
                  <a:cubicBezTo>
                    <a:pt x="12" y="3"/>
                    <a:pt x="6" y="5"/>
                    <a:pt x="0" y="6"/>
                  </a:cubicBezTo>
                  <a:cubicBezTo>
                    <a:pt x="14" y="21"/>
                    <a:pt x="32" y="48"/>
                    <a:pt x="54" y="9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2" name="Freeform 52"/>
            <p:cNvSpPr/>
            <p:nvPr/>
          </p:nvSpPr>
          <p:spPr>
            <a:xfrm>
              <a:off x="10467976" y="2744788"/>
              <a:ext cx="123825" cy="214312"/>
            </a:xfrm>
            <a:custGeom>
              <a:avLst/>
              <a:gdLst/>
              <a:ahLst/>
              <a:cxnLst>
                <a:cxn ang="0">
                  <a:pos x="5759" y="66163"/>
                </a:cxn>
                <a:cxn ang="0">
                  <a:pos x="21597" y="165408"/>
                </a:cxn>
                <a:cxn ang="0">
                  <a:pos x="21597" y="214312"/>
                </a:cxn>
                <a:cxn ang="0">
                  <a:pos x="123825" y="126573"/>
                </a:cxn>
                <a:cxn ang="0">
                  <a:pos x="84949" y="34520"/>
                </a:cxn>
                <a:cxn ang="0">
                  <a:pos x="5759" y="66163"/>
                </a:cxn>
              </a:cxnLst>
              <a:rect l="0" t="0" r="0" b="0"/>
              <a:pathLst>
                <a:path w="86" h="149">
                  <a:moveTo>
                    <a:pt x="4" y="46"/>
                  </a:moveTo>
                  <a:cubicBezTo>
                    <a:pt x="0" y="52"/>
                    <a:pt x="2" y="110"/>
                    <a:pt x="15" y="115"/>
                  </a:cubicBezTo>
                  <a:lnTo>
                    <a:pt x="15" y="149"/>
                  </a:lnTo>
                  <a:lnTo>
                    <a:pt x="86" y="88"/>
                  </a:lnTo>
                  <a:cubicBezTo>
                    <a:pt x="86" y="88"/>
                    <a:pt x="77" y="48"/>
                    <a:pt x="59" y="24"/>
                  </a:cubicBezTo>
                  <a:cubicBezTo>
                    <a:pt x="42" y="0"/>
                    <a:pt x="4" y="46"/>
                    <a:pt x="4" y="46"/>
                  </a:cubicBez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3" name="Freeform 53"/>
            <p:cNvSpPr/>
            <p:nvPr/>
          </p:nvSpPr>
          <p:spPr>
            <a:xfrm>
              <a:off x="10277476" y="1924050"/>
              <a:ext cx="280988" cy="928687"/>
            </a:xfrm>
            <a:custGeom>
              <a:avLst/>
              <a:gdLst/>
              <a:ahLst/>
              <a:cxnLst>
                <a:cxn ang="0">
                  <a:pos x="157065" y="928687"/>
                </a:cxn>
                <a:cxn ang="0">
                  <a:pos x="280988" y="845177"/>
                </a:cxn>
                <a:cxn ang="0">
                  <a:pos x="193089" y="551452"/>
                </a:cxn>
                <a:cxn ang="0">
                  <a:pos x="201734" y="349877"/>
                </a:cxn>
                <a:cxn ang="0">
                  <a:pos x="243522" y="192936"/>
                </a:cxn>
                <a:cxn ang="0">
                  <a:pos x="145537" y="0"/>
                </a:cxn>
                <a:cxn ang="0">
                  <a:pos x="72048" y="35995"/>
                </a:cxn>
                <a:cxn ang="0">
                  <a:pos x="57638" y="56153"/>
                </a:cxn>
                <a:cxn ang="0">
                  <a:pos x="27378" y="132463"/>
                </a:cxn>
                <a:cxn ang="0">
                  <a:pos x="27378" y="226052"/>
                </a:cxn>
                <a:cxn ang="0">
                  <a:pos x="7204" y="249089"/>
                </a:cxn>
                <a:cxn ang="0">
                  <a:pos x="7204" y="306682"/>
                </a:cxn>
                <a:cxn ang="0">
                  <a:pos x="31701" y="329719"/>
                </a:cxn>
                <a:cxn ang="0">
                  <a:pos x="17291" y="414669"/>
                </a:cxn>
                <a:cxn ang="0">
                  <a:pos x="14409" y="519776"/>
                </a:cxn>
                <a:cxn ang="0">
                  <a:pos x="38906" y="619124"/>
                </a:cxn>
                <a:cxn ang="0">
                  <a:pos x="157065" y="928687"/>
                </a:cxn>
              </a:cxnLst>
              <a:rect l="0" t="0" r="0" b="0"/>
              <a:pathLst>
                <a:path w="195" h="645">
                  <a:moveTo>
                    <a:pt x="109" y="645"/>
                  </a:moveTo>
                  <a:cubicBezTo>
                    <a:pt x="109" y="645"/>
                    <a:pt x="170" y="592"/>
                    <a:pt x="195" y="587"/>
                  </a:cubicBezTo>
                  <a:cubicBezTo>
                    <a:pt x="195" y="587"/>
                    <a:pt x="144" y="410"/>
                    <a:pt x="134" y="383"/>
                  </a:cubicBezTo>
                  <a:lnTo>
                    <a:pt x="140" y="243"/>
                  </a:lnTo>
                  <a:cubicBezTo>
                    <a:pt x="140" y="243"/>
                    <a:pt x="171" y="159"/>
                    <a:pt x="169" y="134"/>
                  </a:cubicBezTo>
                  <a:cubicBezTo>
                    <a:pt x="168" y="109"/>
                    <a:pt x="101" y="0"/>
                    <a:pt x="101" y="0"/>
                  </a:cubicBezTo>
                  <a:cubicBezTo>
                    <a:pt x="101" y="0"/>
                    <a:pt x="64" y="13"/>
                    <a:pt x="50" y="25"/>
                  </a:cubicBezTo>
                  <a:cubicBezTo>
                    <a:pt x="37" y="37"/>
                    <a:pt x="40" y="39"/>
                    <a:pt x="40" y="39"/>
                  </a:cubicBezTo>
                  <a:cubicBezTo>
                    <a:pt x="40" y="39"/>
                    <a:pt x="22" y="87"/>
                    <a:pt x="19" y="92"/>
                  </a:cubicBezTo>
                  <a:cubicBezTo>
                    <a:pt x="15" y="97"/>
                    <a:pt x="19" y="157"/>
                    <a:pt x="19" y="157"/>
                  </a:cubicBezTo>
                  <a:cubicBezTo>
                    <a:pt x="19" y="157"/>
                    <a:pt x="3" y="161"/>
                    <a:pt x="5" y="173"/>
                  </a:cubicBezTo>
                  <a:cubicBezTo>
                    <a:pt x="7" y="185"/>
                    <a:pt x="0" y="205"/>
                    <a:pt x="5" y="213"/>
                  </a:cubicBezTo>
                  <a:cubicBezTo>
                    <a:pt x="10" y="222"/>
                    <a:pt x="22" y="229"/>
                    <a:pt x="22" y="229"/>
                  </a:cubicBezTo>
                  <a:cubicBezTo>
                    <a:pt x="22" y="229"/>
                    <a:pt x="13" y="279"/>
                    <a:pt x="12" y="288"/>
                  </a:cubicBezTo>
                  <a:cubicBezTo>
                    <a:pt x="10" y="297"/>
                    <a:pt x="7" y="349"/>
                    <a:pt x="10" y="361"/>
                  </a:cubicBezTo>
                  <a:cubicBezTo>
                    <a:pt x="13" y="373"/>
                    <a:pt x="27" y="430"/>
                    <a:pt x="27" y="430"/>
                  </a:cubicBezTo>
                  <a:cubicBezTo>
                    <a:pt x="27" y="430"/>
                    <a:pt x="88" y="632"/>
                    <a:pt x="109" y="645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4" name="Freeform 54"/>
            <p:cNvSpPr>
              <a:spLocks noEditPoints="1"/>
            </p:cNvSpPr>
            <p:nvPr/>
          </p:nvSpPr>
          <p:spPr>
            <a:xfrm>
              <a:off x="10277476" y="1955800"/>
              <a:ext cx="214313" cy="896937"/>
            </a:xfrm>
            <a:custGeom>
              <a:avLst/>
              <a:gdLst/>
              <a:ahLst/>
              <a:cxnLst>
                <a:cxn ang="0">
                  <a:pos x="44588" y="156927"/>
                </a:cxn>
                <a:cxn ang="0">
                  <a:pos x="43150" y="155488"/>
                </a:cxn>
                <a:cxn ang="0">
                  <a:pos x="44588" y="156927"/>
                </a:cxn>
                <a:cxn ang="0">
                  <a:pos x="100683" y="695378"/>
                </a:cxn>
                <a:cxn ang="0">
                  <a:pos x="37396" y="479422"/>
                </a:cxn>
                <a:cxn ang="0">
                  <a:pos x="63287" y="477982"/>
                </a:cxn>
                <a:cxn ang="0">
                  <a:pos x="159655" y="424713"/>
                </a:cxn>
                <a:cxn ang="0">
                  <a:pos x="81985" y="459266"/>
                </a:cxn>
                <a:cxn ang="0">
                  <a:pos x="38835" y="424713"/>
                </a:cxn>
                <a:cxn ang="0">
                  <a:pos x="67602" y="348408"/>
                </a:cxn>
                <a:cxn ang="0">
                  <a:pos x="77670" y="283622"/>
                </a:cxn>
                <a:cxn ang="0">
                  <a:pos x="192737" y="336891"/>
                </a:cxn>
                <a:cxn ang="0">
                  <a:pos x="143834" y="274983"/>
                </a:cxn>
                <a:cxn ang="0">
                  <a:pos x="87738" y="243310"/>
                </a:cxn>
                <a:cxn ang="0">
                  <a:pos x="179792" y="244750"/>
                </a:cxn>
                <a:cxn ang="0">
                  <a:pos x="100683" y="200119"/>
                </a:cxn>
                <a:cxn ang="0">
                  <a:pos x="146710" y="185722"/>
                </a:cxn>
                <a:cxn ang="0">
                  <a:pos x="38835" y="185722"/>
                </a:cxn>
                <a:cxn ang="0">
                  <a:pos x="81985" y="128133"/>
                </a:cxn>
                <a:cxn ang="0">
                  <a:pos x="41711" y="143970"/>
                </a:cxn>
                <a:cxn ang="0">
                  <a:pos x="43150" y="119495"/>
                </a:cxn>
                <a:cxn ang="0">
                  <a:pos x="81985" y="46070"/>
                </a:cxn>
                <a:cxn ang="0">
                  <a:pos x="81985" y="0"/>
                </a:cxn>
                <a:cxn ang="0">
                  <a:pos x="71917" y="4319"/>
                </a:cxn>
                <a:cxn ang="0">
                  <a:pos x="61848" y="8638"/>
                </a:cxn>
                <a:cxn ang="0">
                  <a:pos x="27328" y="100779"/>
                </a:cxn>
                <a:cxn ang="0">
                  <a:pos x="27328" y="194360"/>
                </a:cxn>
                <a:cxn ang="0">
                  <a:pos x="7191" y="217395"/>
                </a:cxn>
                <a:cxn ang="0">
                  <a:pos x="7191" y="274983"/>
                </a:cxn>
                <a:cxn ang="0">
                  <a:pos x="31643" y="298019"/>
                </a:cxn>
                <a:cxn ang="0">
                  <a:pos x="17260" y="382961"/>
                </a:cxn>
                <a:cxn ang="0">
                  <a:pos x="14383" y="488060"/>
                </a:cxn>
                <a:cxn ang="0">
                  <a:pos x="38835" y="587400"/>
                </a:cxn>
                <a:cxn ang="0">
                  <a:pos x="156779" y="896937"/>
                </a:cxn>
                <a:cxn ang="0">
                  <a:pos x="214313" y="850866"/>
                </a:cxn>
                <a:cxn ang="0">
                  <a:pos x="159655" y="827831"/>
                </a:cxn>
                <a:cxn ang="0">
                  <a:pos x="100683" y="695378"/>
                </a:cxn>
              </a:cxnLst>
              <a:rect l="0" t="0" r="0" b="0"/>
              <a:pathLst>
                <a:path w="149" h="623">
                  <a:moveTo>
                    <a:pt x="31" y="109"/>
                  </a:moveTo>
                  <a:cubicBezTo>
                    <a:pt x="31" y="108"/>
                    <a:pt x="31" y="108"/>
                    <a:pt x="30" y="108"/>
                  </a:cubicBezTo>
                  <a:cubicBezTo>
                    <a:pt x="31" y="108"/>
                    <a:pt x="31" y="108"/>
                    <a:pt x="31" y="109"/>
                  </a:cubicBezTo>
                  <a:close/>
                  <a:moveTo>
                    <a:pt x="70" y="483"/>
                  </a:moveTo>
                  <a:cubicBezTo>
                    <a:pt x="58" y="475"/>
                    <a:pt x="26" y="333"/>
                    <a:pt x="26" y="333"/>
                  </a:cubicBezTo>
                  <a:cubicBezTo>
                    <a:pt x="26" y="333"/>
                    <a:pt x="9" y="326"/>
                    <a:pt x="44" y="332"/>
                  </a:cubicBezTo>
                  <a:cubicBezTo>
                    <a:pt x="79" y="339"/>
                    <a:pt x="111" y="295"/>
                    <a:pt x="111" y="295"/>
                  </a:cubicBezTo>
                  <a:cubicBezTo>
                    <a:pt x="111" y="295"/>
                    <a:pt x="67" y="314"/>
                    <a:pt x="57" y="319"/>
                  </a:cubicBezTo>
                  <a:cubicBezTo>
                    <a:pt x="47" y="324"/>
                    <a:pt x="22" y="304"/>
                    <a:pt x="27" y="295"/>
                  </a:cubicBezTo>
                  <a:cubicBezTo>
                    <a:pt x="32" y="287"/>
                    <a:pt x="37" y="253"/>
                    <a:pt x="47" y="242"/>
                  </a:cubicBezTo>
                  <a:cubicBezTo>
                    <a:pt x="54" y="234"/>
                    <a:pt x="55" y="212"/>
                    <a:pt x="54" y="197"/>
                  </a:cubicBezTo>
                  <a:cubicBezTo>
                    <a:pt x="100" y="186"/>
                    <a:pt x="134" y="234"/>
                    <a:pt x="134" y="234"/>
                  </a:cubicBezTo>
                  <a:cubicBezTo>
                    <a:pt x="134" y="234"/>
                    <a:pt x="121" y="206"/>
                    <a:pt x="100" y="191"/>
                  </a:cubicBezTo>
                  <a:cubicBezTo>
                    <a:pt x="80" y="175"/>
                    <a:pt x="61" y="169"/>
                    <a:pt x="61" y="169"/>
                  </a:cubicBezTo>
                  <a:cubicBezTo>
                    <a:pt x="78" y="162"/>
                    <a:pt x="105" y="165"/>
                    <a:pt x="125" y="170"/>
                  </a:cubicBezTo>
                  <a:cubicBezTo>
                    <a:pt x="106" y="160"/>
                    <a:pt x="82" y="146"/>
                    <a:pt x="70" y="139"/>
                  </a:cubicBezTo>
                  <a:cubicBezTo>
                    <a:pt x="74" y="117"/>
                    <a:pt x="102" y="129"/>
                    <a:pt x="102" y="129"/>
                  </a:cubicBezTo>
                  <a:cubicBezTo>
                    <a:pt x="78" y="95"/>
                    <a:pt x="27" y="129"/>
                    <a:pt x="27" y="129"/>
                  </a:cubicBezTo>
                  <a:cubicBezTo>
                    <a:pt x="25" y="119"/>
                    <a:pt x="57" y="89"/>
                    <a:pt x="57" y="89"/>
                  </a:cubicBezTo>
                  <a:lnTo>
                    <a:pt x="29" y="100"/>
                  </a:lnTo>
                  <a:cubicBezTo>
                    <a:pt x="28" y="92"/>
                    <a:pt x="30" y="83"/>
                    <a:pt x="30" y="83"/>
                  </a:cubicBezTo>
                  <a:lnTo>
                    <a:pt x="57" y="32"/>
                  </a:lnTo>
                  <a:lnTo>
                    <a:pt x="57" y="0"/>
                  </a:lnTo>
                  <a:cubicBezTo>
                    <a:pt x="55" y="1"/>
                    <a:pt x="52" y="2"/>
                    <a:pt x="50" y="3"/>
                  </a:cubicBezTo>
                  <a:cubicBezTo>
                    <a:pt x="47" y="5"/>
                    <a:pt x="43" y="6"/>
                    <a:pt x="43" y="6"/>
                  </a:cubicBezTo>
                  <a:cubicBezTo>
                    <a:pt x="43" y="6"/>
                    <a:pt x="22" y="65"/>
                    <a:pt x="19" y="70"/>
                  </a:cubicBezTo>
                  <a:cubicBezTo>
                    <a:pt x="15" y="75"/>
                    <a:pt x="19" y="135"/>
                    <a:pt x="19" y="135"/>
                  </a:cubicBezTo>
                  <a:cubicBezTo>
                    <a:pt x="19" y="135"/>
                    <a:pt x="3" y="139"/>
                    <a:pt x="5" y="151"/>
                  </a:cubicBezTo>
                  <a:cubicBezTo>
                    <a:pt x="7" y="163"/>
                    <a:pt x="0" y="183"/>
                    <a:pt x="5" y="191"/>
                  </a:cubicBezTo>
                  <a:cubicBezTo>
                    <a:pt x="10" y="200"/>
                    <a:pt x="22" y="207"/>
                    <a:pt x="22" y="207"/>
                  </a:cubicBezTo>
                  <a:cubicBezTo>
                    <a:pt x="22" y="207"/>
                    <a:pt x="13" y="257"/>
                    <a:pt x="12" y="266"/>
                  </a:cubicBezTo>
                  <a:cubicBezTo>
                    <a:pt x="10" y="275"/>
                    <a:pt x="7" y="327"/>
                    <a:pt x="10" y="339"/>
                  </a:cubicBezTo>
                  <a:cubicBezTo>
                    <a:pt x="13" y="351"/>
                    <a:pt x="27" y="408"/>
                    <a:pt x="27" y="408"/>
                  </a:cubicBezTo>
                  <a:cubicBezTo>
                    <a:pt x="27" y="408"/>
                    <a:pt x="88" y="610"/>
                    <a:pt x="109" y="623"/>
                  </a:cubicBezTo>
                  <a:cubicBezTo>
                    <a:pt x="109" y="623"/>
                    <a:pt x="128" y="607"/>
                    <a:pt x="149" y="591"/>
                  </a:cubicBezTo>
                  <a:lnTo>
                    <a:pt x="111" y="575"/>
                  </a:lnTo>
                  <a:cubicBezTo>
                    <a:pt x="111" y="575"/>
                    <a:pt x="82" y="492"/>
                    <a:pt x="70" y="483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5" name="Freeform 55"/>
            <p:cNvSpPr/>
            <p:nvPr/>
          </p:nvSpPr>
          <p:spPr>
            <a:xfrm>
              <a:off x="10467976" y="2203450"/>
              <a:ext cx="23813" cy="12700"/>
            </a:xfrm>
            <a:custGeom>
              <a:avLst/>
              <a:gdLst/>
              <a:ahLst/>
              <a:cxnLst>
                <a:cxn ang="0">
                  <a:pos x="23813" y="5644"/>
                </a:cxn>
                <a:cxn ang="0">
                  <a:pos x="0" y="0"/>
                </a:cxn>
                <a:cxn ang="0">
                  <a:pos x="23813" y="5644"/>
                </a:cxn>
              </a:cxnLst>
              <a:rect l="0" t="0" r="0" b="0"/>
              <a:pathLst>
                <a:path w="17" h="9">
                  <a:moveTo>
                    <a:pt x="17" y="4"/>
                  </a:moveTo>
                  <a:cubicBezTo>
                    <a:pt x="17" y="4"/>
                    <a:pt x="14" y="3"/>
                    <a:pt x="0" y="0"/>
                  </a:cubicBezTo>
                  <a:cubicBezTo>
                    <a:pt x="14" y="9"/>
                    <a:pt x="14" y="6"/>
                    <a:pt x="17" y="4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6" name="Freeform 56"/>
            <p:cNvSpPr/>
            <p:nvPr/>
          </p:nvSpPr>
          <p:spPr>
            <a:xfrm>
              <a:off x="10560051" y="1558925"/>
              <a:ext cx="280988" cy="354012"/>
            </a:xfrm>
            <a:custGeom>
              <a:avLst/>
              <a:gdLst/>
              <a:ahLst/>
              <a:cxnLst>
                <a:cxn ang="0">
                  <a:pos x="153396" y="351133"/>
                </a:cxn>
                <a:cxn ang="0">
                  <a:pos x="203572" y="315157"/>
                </a:cxn>
                <a:cxn ang="0">
                  <a:pos x="253749" y="223056"/>
                </a:cxn>
                <a:cxn ang="0">
                  <a:pos x="266651" y="223056"/>
                </a:cxn>
                <a:cxn ang="0">
                  <a:pos x="275253" y="174127"/>
                </a:cxn>
                <a:cxn ang="0">
                  <a:pos x="266651" y="130955"/>
                </a:cxn>
                <a:cxn ang="0">
                  <a:pos x="275253" y="20147"/>
                </a:cxn>
                <a:cxn ang="0">
                  <a:pos x="113255" y="0"/>
                </a:cxn>
                <a:cxn ang="0">
                  <a:pos x="43008" y="37415"/>
                </a:cxn>
                <a:cxn ang="0">
                  <a:pos x="43008" y="130955"/>
                </a:cxn>
                <a:cxn ang="0">
                  <a:pos x="12902" y="130955"/>
                </a:cxn>
                <a:cxn ang="0">
                  <a:pos x="43008" y="214421"/>
                </a:cxn>
                <a:cxn ang="0">
                  <a:pos x="70247" y="306522"/>
                </a:cxn>
                <a:cxn ang="0">
                  <a:pos x="153396" y="351133"/>
                </a:cxn>
              </a:cxnLst>
              <a:rect l="0" t="0" r="0" b="0"/>
              <a:pathLst>
                <a:path w="196" h="246">
                  <a:moveTo>
                    <a:pt x="107" y="244"/>
                  </a:moveTo>
                  <a:cubicBezTo>
                    <a:pt x="124" y="246"/>
                    <a:pt x="137" y="225"/>
                    <a:pt x="142" y="219"/>
                  </a:cubicBezTo>
                  <a:cubicBezTo>
                    <a:pt x="147" y="213"/>
                    <a:pt x="173" y="171"/>
                    <a:pt x="177" y="155"/>
                  </a:cubicBezTo>
                  <a:cubicBezTo>
                    <a:pt x="177" y="155"/>
                    <a:pt x="185" y="160"/>
                    <a:pt x="186" y="155"/>
                  </a:cubicBezTo>
                  <a:cubicBezTo>
                    <a:pt x="186" y="155"/>
                    <a:pt x="190" y="127"/>
                    <a:pt x="192" y="121"/>
                  </a:cubicBezTo>
                  <a:cubicBezTo>
                    <a:pt x="194" y="115"/>
                    <a:pt x="196" y="92"/>
                    <a:pt x="186" y="91"/>
                  </a:cubicBezTo>
                  <a:lnTo>
                    <a:pt x="192" y="14"/>
                  </a:lnTo>
                  <a:lnTo>
                    <a:pt x="79" y="0"/>
                  </a:lnTo>
                  <a:lnTo>
                    <a:pt x="30" y="26"/>
                  </a:lnTo>
                  <a:lnTo>
                    <a:pt x="30" y="91"/>
                  </a:lnTo>
                  <a:cubicBezTo>
                    <a:pt x="30" y="91"/>
                    <a:pt x="13" y="83"/>
                    <a:pt x="9" y="91"/>
                  </a:cubicBezTo>
                  <a:cubicBezTo>
                    <a:pt x="9" y="91"/>
                    <a:pt x="0" y="150"/>
                    <a:pt x="30" y="149"/>
                  </a:cubicBezTo>
                  <a:cubicBezTo>
                    <a:pt x="30" y="149"/>
                    <a:pt x="36" y="194"/>
                    <a:pt x="49" y="213"/>
                  </a:cubicBezTo>
                  <a:cubicBezTo>
                    <a:pt x="63" y="232"/>
                    <a:pt x="82" y="242"/>
                    <a:pt x="107" y="244"/>
                  </a:cubicBezTo>
                  <a:close/>
                </a:path>
              </a:pathLst>
            </a:custGeom>
            <a:solidFill>
              <a:srgbClr val="EAAD6A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7" name="Freeform 57"/>
            <p:cNvSpPr/>
            <p:nvPr/>
          </p:nvSpPr>
          <p:spPr>
            <a:xfrm>
              <a:off x="10560051" y="1560513"/>
              <a:ext cx="134938" cy="341312"/>
            </a:xfrm>
            <a:custGeom>
              <a:avLst/>
              <a:gdLst/>
              <a:ahLst/>
              <a:cxnLst>
                <a:cxn ang="0">
                  <a:pos x="117711" y="341312"/>
                </a:cxn>
                <a:cxn ang="0">
                  <a:pos x="78953" y="243382"/>
                </a:cxn>
                <a:cxn ang="0">
                  <a:pos x="91872" y="192978"/>
                </a:cxn>
                <a:cxn ang="0">
                  <a:pos x="78953" y="162735"/>
                </a:cxn>
                <a:cxn ang="0">
                  <a:pos x="104792" y="138252"/>
                </a:cxn>
                <a:cxn ang="0">
                  <a:pos x="122018" y="84967"/>
                </a:cxn>
                <a:cxn ang="0">
                  <a:pos x="134938" y="1440"/>
                </a:cxn>
                <a:cxn ang="0">
                  <a:pos x="113405" y="0"/>
                </a:cxn>
                <a:cxn ang="0">
                  <a:pos x="43065" y="36003"/>
                </a:cxn>
                <a:cxn ang="0">
                  <a:pos x="43065" y="129612"/>
                </a:cxn>
                <a:cxn ang="0">
                  <a:pos x="12919" y="129612"/>
                </a:cxn>
                <a:cxn ang="0">
                  <a:pos x="43065" y="213139"/>
                </a:cxn>
                <a:cxn ang="0">
                  <a:pos x="70340" y="305308"/>
                </a:cxn>
                <a:cxn ang="0">
                  <a:pos x="117711" y="341312"/>
                </a:cxn>
              </a:cxnLst>
              <a:rect l="0" t="0" r="0" b="0"/>
              <a:pathLst>
                <a:path w="94" h="237">
                  <a:moveTo>
                    <a:pt x="82" y="237"/>
                  </a:moveTo>
                  <a:cubicBezTo>
                    <a:pt x="68" y="217"/>
                    <a:pt x="55" y="169"/>
                    <a:pt x="55" y="169"/>
                  </a:cubicBezTo>
                  <a:cubicBezTo>
                    <a:pt x="53" y="157"/>
                    <a:pt x="64" y="134"/>
                    <a:pt x="64" y="134"/>
                  </a:cubicBezTo>
                  <a:lnTo>
                    <a:pt x="55" y="113"/>
                  </a:lnTo>
                  <a:cubicBezTo>
                    <a:pt x="55" y="106"/>
                    <a:pt x="73" y="96"/>
                    <a:pt x="73" y="96"/>
                  </a:cubicBezTo>
                  <a:cubicBezTo>
                    <a:pt x="73" y="96"/>
                    <a:pt x="84" y="69"/>
                    <a:pt x="85" y="59"/>
                  </a:cubicBezTo>
                  <a:cubicBezTo>
                    <a:pt x="86" y="53"/>
                    <a:pt x="91" y="26"/>
                    <a:pt x="94" y="1"/>
                  </a:cubicBezTo>
                  <a:lnTo>
                    <a:pt x="79" y="0"/>
                  </a:lnTo>
                  <a:lnTo>
                    <a:pt x="30" y="25"/>
                  </a:lnTo>
                  <a:lnTo>
                    <a:pt x="30" y="90"/>
                  </a:lnTo>
                  <a:cubicBezTo>
                    <a:pt x="30" y="90"/>
                    <a:pt x="13" y="82"/>
                    <a:pt x="9" y="90"/>
                  </a:cubicBezTo>
                  <a:cubicBezTo>
                    <a:pt x="9" y="90"/>
                    <a:pt x="0" y="149"/>
                    <a:pt x="30" y="148"/>
                  </a:cubicBezTo>
                  <a:cubicBezTo>
                    <a:pt x="30" y="148"/>
                    <a:pt x="36" y="193"/>
                    <a:pt x="49" y="212"/>
                  </a:cubicBezTo>
                  <a:cubicBezTo>
                    <a:pt x="58" y="224"/>
                    <a:pt x="69" y="232"/>
                    <a:pt x="82" y="237"/>
                  </a:cubicBezTo>
                  <a:close/>
                </a:path>
              </a:pathLst>
            </a:custGeom>
            <a:solidFill>
              <a:srgbClr val="E2A069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8" name="Freeform 58"/>
            <p:cNvSpPr/>
            <p:nvPr/>
          </p:nvSpPr>
          <p:spPr>
            <a:xfrm>
              <a:off x="10775951" y="1690688"/>
              <a:ext cx="68263" cy="166687"/>
            </a:xfrm>
            <a:custGeom>
              <a:avLst/>
              <a:gdLst/>
              <a:ahLst/>
              <a:cxnLst>
                <a:cxn ang="0">
                  <a:pos x="38397" y="91965"/>
                </a:cxn>
                <a:cxn ang="0">
                  <a:pos x="51197" y="91965"/>
                </a:cxn>
                <a:cxn ang="0">
                  <a:pos x="68263" y="27302"/>
                </a:cxn>
                <a:cxn ang="0">
                  <a:pos x="51197" y="0"/>
                </a:cxn>
                <a:cxn ang="0">
                  <a:pos x="29865" y="80469"/>
                </a:cxn>
                <a:cxn ang="0">
                  <a:pos x="0" y="107771"/>
                </a:cxn>
                <a:cxn ang="0">
                  <a:pos x="0" y="166687"/>
                </a:cxn>
                <a:cxn ang="0">
                  <a:pos x="38397" y="91965"/>
                </a:cxn>
              </a:cxnLst>
              <a:rect l="0" t="0" r="0" b="0"/>
              <a:pathLst>
                <a:path w="48" h="116">
                  <a:moveTo>
                    <a:pt x="27" y="64"/>
                  </a:moveTo>
                  <a:cubicBezTo>
                    <a:pt x="27" y="64"/>
                    <a:pt x="35" y="69"/>
                    <a:pt x="36" y="64"/>
                  </a:cubicBezTo>
                  <a:cubicBezTo>
                    <a:pt x="36" y="64"/>
                    <a:pt x="48" y="35"/>
                    <a:pt x="48" y="19"/>
                  </a:cubicBezTo>
                  <a:cubicBezTo>
                    <a:pt x="47" y="12"/>
                    <a:pt x="46" y="1"/>
                    <a:pt x="36" y="0"/>
                  </a:cubicBezTo>
                  <a:cubicBezTo>
                    <a:pt x="36" y="0"/>
                    <a:pt x="27" y="48"/>
                    <a:pt x="21" y="56"/>
                  </a:cubicBezTo>
                  <a:cubicBezTo>
                    <a:pt x="15" y="65"/>
                    <a:pt x="0" y="75"/>
                    <a:pt x="0" y="75"/>
                  </a:cubicBezTo>
                  <a:cubicBezTo>
                    <a:pt x="3" y="79"/>
                    <a:pt x="4" y="97"/>
                    <a:pt x="0" y="116"/>
                  </a:cubicBezTo>
                  <a:cubicBezTo>
                    <a:pt x="10" y="101"/>
                    <a:pt x="24" y="76"/>
                    <a:pt x="27" y="64"/>
                  </a:cubicBezTo>
                  <a:close/>
                </a:path>
              </a:pathLst>
            </a:custGeom>
            <a:solidFill>
              <a:srgbClr val="E2A069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99" name="Freeform 59"/>
            <p:cNvSpPr/>
            <p:nvPr/>
          </p:nvSpPr>
          <p:spPr>
            <a:xfrm>
              <a:off x="10583863" y="1484313"/>
              <a:ext cx="268288" cy="255587"/>
            </a:xfrm>
            <a:custGeom>
              <a:avLst/>
              <a:gdLst/>
              <a:ahLst/>
              <a:cxnLst>
                <a:cxn ang="0">
                  <a:pos x="266845" y="109127"/>
                </a:cxn>
                <a:cxn ang="0">
                  <a:pos x="183185" y="0"/>
                </a:cxn>
                <a:cxn ang="0">
                  <a:pos x="134144" y="10051"/>
                </a:cxn>
                <a:cxn ang="0">
                  <a:pos x="79332" y="15794"/>
                </a:cxn>
                <a:cxn ang="0">
                  <a:pos x="49041" y="31589"/>
                </a:cxn>
                <a:cxn ang="0">
                  <a:pos x="0" y="101947"/>
                </a:cxn>
                <a:cxn ang="0">
                  <a:pos x="4327" y="201023"/>
                </a:cxn>
                <a:cxn ang="0">
                  <a:pos x="15866" y="203895"/>
                </a:cxn>
                <a:cxn ang="0">
                  <a:pos x="21636" y="242664"/>
                </a:cxn>
                <a:cxn ang="0">
                  <a:pos x="28848" y="236920"/>
                </a:cxn>
                <a:cxn ang="0">
                  <a:pos x="36060" y="180921"/>
                </a:cxn>
                <a:cxn ang="0">
                  <a:pos x="36060" y="137844"/>
                </a:cxn>
                <a:cxn ang="0">
                  <a:pos x="63465" y="113434"/>
                </a:cxn>
                <a:cxn ang="0">
                  <a:pos x="115392" y="130665"/>
                </a:cxn>
                <a:cxn ang="0">
                  <a:pos x="154337" y="150767"/>
                </a:cxn>
                <a:cxn ang="0">
                  <a:pos x="158664" y="150767"/>
                </a:cxn>
                <a:cxn ang="0">
                  <a:pos x="178858" y="149331"/>
                </a:cxn>
                <a:cxn ang="0">
                  <a:pos x="216361" y="166562"/>
                </a:cxn>
                <a:cxn ang="0">
                  <a:pos x="207706" y="139280"/>
                </a:cxn>
                <a:cxn ang="0">
                  <a:pos x="214918" y="137844"/>
                </a:cxn>
                <a:cxn ang="0">
                  <a:pos x="226458" y="155075"/>
                </a:cxn>
                <a:cxn ang="0">
                  <a:pos x="230785" y="205331"/>
                </a:cxn>
                <a:cxn ang="0">
                  <a:pos x="229342" y="249843"/>
                </a:cxn>
                <a:cxn ang="0">
                  <a:pos x="232227" y="255587"/>
                </a:cxn>
                <a:cxn ang="0">
                  <a:pos x="243767" y="205331"/>
                </a:cxn>
                <a:cxn ang="0">
                  <a:pos x="253863" y="211074"/>
                </a:cxn>
                <a:cxn ang="0">
                  <a:pos x="265403" y="165126"/>
                </a:cxn>
                <a:cxn ang="0">
                  <a:pos x="266845" y="109127"/>
                </a:cxn>
              </a:cxnLst>
              <a:rect l="0" t="0" r="0" b="0"/>
              <a:pathLst>
                <a:path w="186" h="178">
                  <a:moveTo>
                    <a:pt x="185" y="76"/>
                  </a:moveTo>
                  <a:cubicBezTo>
                    <a:pt x="185" y="69"/>
                    <a:pt x="181" y="20"/>
                    <a:pt x="127" y="0"/>
                  </a:cubicBezTo>
                  <a:cubicBezTo>
                    <a:pt x="127" y="0"/>
                    <a:pt x="115" y="2"/>
                    <a:pt x="93" y="7"/>
                  </a:cubicBezTo>
                  <a:cubicBezTo>
                    <a:pt x="93" y="7"/>
                    <a:pt x="62" y="6"/>
                    <a:pt x="55" y="11"/>
                  </a:cubicBezTo>
                  <a:cubicBezTo>
                    <a:pt x="49" y="16"/>
                    <a:pt x="34" y="22"/>
                    <a:pt x="34" y="22"/>
                  </a:cubicBezTo>
                  <a:cubicBezTo>
                    <a:pt x="34" y="22"/>
                    <a:pt x="4" y="32"/>
                    <a:pt x="0" y="71"/>
                  </a:cubicBezTo>
                  <a:cubicBezTo>
                    <a:pt x="0" y="71"/>
                    <a:pt x="0" y="121"/>
                    <a:pt x="3" y="140"/>
                  </a:cubicBezTo>
                  <a:cubicBezTo>
                    <a:pt x="3" y="140"/>
                    <a:pt x="7" y="139"/>
                    <a:pt x="11" y="142"/>
                  </a:cubicBezTo>
                  <a:lnTo>
                    <a:pt x="15" y="169"/>
                  </a:lnTo>
                  <a:lnTo>
                    <a:pt x="20" y="165"/>
                  </a:lnTo>
                  <a:cubicBezTo>
                    <a:pt x="20" y="165"/>
                    <a:pt x="17" y="135"/>
                    <a:pt x="25" y="126"/>
                  </a:cubicBezTo>
                  <a:cubicBezTo>
                    <a:pt x="28" y="122"/>
                    <a:pt x="25" y="96"/>
                    <a:pt x="25" y="96"/>
                  </a:cubicBezTo>
                  <a:cubicBezTo>
                    <a:pt x="25" y="96"/>
                    <a:pt x="42" y="80"/>
                    <a:pt x="44" y="79"/>
                  </a:cubicBezTo>
                  <a:cubicBezTo>
                    <a:pt x="44" y="79"/>
                    <a:pt x="68" y="84"/>
                    <a:pt x="80" y="91"/>
                  </a:cubicBezTo>
                  <a:cubicBezTo>
                    <a:pt x="80" y="91"/>
                    <a:pt x="83" y="101"/>
                    <a:pt x="107" y="105"/>
                  </a:cubicBezTo>
                  <a:cubicBezTo>
                    <a:pt x="108" y="105"/>
                    <a:pt x="109" y="105"/>
                    <a:pt x="110" y="105"/>
                  </a:cubicBezTo>
                  <a:cubicBezTo>
                    <a:pt x="114" y="105"/>
                    <a:pt x="119" y="105"/>
                    <a:pt x="124" y="104"/>
                  </a:cubicBezTo>
                  <a:cubicBezTo>
                    <a:pt x="149" y="96"/>
                    <a:pt x="150" y="116"/>
                    <a:pt x="150" y="116"/>
                  </a:cubicBezTo>
                  <a:cubicBezTo>
                    <a:pt x="153" y="107"/>
                    <a:pt x="149" y="101"/>
                    <a:pt x="144" y="97"/>
                  </a:cubicBezTo>
                  <a:lnTo>
                    <a:pt x="149" y="96"/>
                  </a:lnTo>
                  <a:cubicBezTo>
                    <a:pt x="149" y="96"/>
                    <a:pt x="154" y="100"/>
                    <a:pt x="157" y="108"/>
                  </a:cubicBezTo>
                  <a:cubicBezTo>
                    <a:pt x="159" y="119"/>
                    <a:pt x="155" y="132"/>
                    <a:pt x="160" y="143"/>
                  </a:cubicBezTo>
                  <a:cubicBezTo>
                    <a:pt x="164" y="151"/>
                    <a:pt x="159" y="174"/>
                    <a:pt x="159" y="174"/>
                  </a:cubicBezTo>
                  <a:lnTo>
                    <a:pt x="161" y="178"/>
                  </a:lnTo>
                  <a:lnTo>
                    <a:pt x="169" y="143"/>
                  </a:lnTo>
                  <a:cubicBezTo>
                    <a:pt x="169" y="143"/>
                    <a:pt x="175" y="144"/>
                    <a:pt x="176" y="147"/>
                  </a:cubicBezTo>
                  <a:lnTo>
                    <a:pt x="184" y="115"/>
                  </a:lnTo>
                  <a:cubicBezTo>
                    <a:pt x="184" y="115"/>
                    <a:pt x="186" y="82"/>
                    <a:pt x="185" y="76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00" name="Freeform 60"/>
            <p:cNvSpPr/>
            <p:nvPr/>
          </p:nvSpPr>
          <p:spPr>
            <a:xfrm>
              <a:off x="10871201" y="2224088"/>
              <a:ext cx="50800" cy="280987"/>
            </a:xfrm>
            <a:custGeom>
              <a:avLst/>
              <a:gdLst/>
              <a:ahLst/>
              <a:cxnLst>
                <a:cxn ang="0">
                  <a:pos x="39511" y="157064"/>
                </a:cxn>
                <a:cxn ang="0">
                  <a:pos x="15522" y="0"/>
                </a:cxn>
                <a:cxn ang="0">
                  <a:pos x="0" y="237758"/>
                </a:cxn>
                <a:cxn ang="0">
                  <a:pos x="8466" y="280987"/>
                </a:cxn>
                <a:cxn ang="0">
                  <a:pos x="47977" y="280987"/>
                </a:cxn>
                <a:cxn ang="0">
                  <a:pos x="39511" y="157064"/>
                </a:cxn>
              </a:cxnLst>
              <a:rect l="0" t="0" r="0" b="0"/>
              <a:pathLst>
                <a:path w="36" h="195">
                  <a:moveTo>
                    <a:pt x="28" y="109"/>
                  </a:moveTo>
                  <a:cubicBezTo>
                    <a:pt x="36" y="79"/>
                    <a:pt x="20" y="16"/>
                    <a:pt x="11" y="0"/>
                  </a:cubicBezTo>
                  <a:lnTo>
                    <a:pt x="0" y="165"/>
                  </a:lnTo>
                  <a:lnTo>
                    <a:pt x="6" y="195"/>
                  </a:lnTo>
                  <a:cubicBezTo>
                    <a:pt x="6" y="195"/>
                    <a:pt x="18" y="195"/>
                    <a:pt x="34" y="195"/>
                  </a:cubicBezTo>
                  <a:cubicBezTo>
                    <a:pt x="29" y="170"/>
                    <a:pt x="23" y="129"/>
                    <a:pt x="28" y="109"/>
                  </a:cubicBezTo>
                  <a:close/>
                </a:path>
              </a:pathLst>
            </a:custGeom>
            <a:solidFill>
              <a:srgbClr val="2E2C2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01" name="Freeform 61"/>
            <p:cNvSpPr/>
            <p:nvPr/>
          </p:nvSpPr>
          <p:spPr>
            <a:xfrm>
              <a:off x="10769601" y="1960563"/>
              <a:ext cx="173038" cy="1022350"/>
            </a:xfrm>
            <a:custGeom>
              <a:avLst/>
              <a:gdLst/>
              <a:ahLst/>
              <a:cxnLst>
                <a:cxn ang="0">
                  <a:pos x="79309" y="997905"/>
                </a:cxn>
                <a:cxn ang="0">
                  <a:pos x="155734" y="1022350"/>
                </a:cxn>
                <a:cxn ang="0">
                  <a:pos x="173038" y="1010846"/>
                </a:cxn>
                <a:cxn ang="0">
                  <a:pos x="126894" y="529148"/>
                </a:cxn>
                <a:cxn ang="0">
                  <a:pos x="126894" y="313463"/>
                </a:cxn>
                <a:cxn ang="0">
                  <a:pos x="126894" y="181175"/>
                </a:cxn>
                <a:cxn ang="0">
                  <a:pos x="79309" y="57516"/>
                </a:cxn>
                <a:cxn ang="0">
                  <a:pos x="1441" y="0"/>
                </a:cxn>
                <a:cxn ang="0">
                  <a:pos x="0" y="57516"/>
                </a:cxn>
                <a:cxn ang="0">
                  <a:pos x="79309" y="277515"/>
                </a:cxn>
                <a:cxn ang="0">
                  <a:pos x="63447" y="425619"/>
                </a:cxn>
                <a:cxn ang="0">
                  <a:pos x="95170" y="731893"/>
                </a:cxn>
                <a:cxn ang="0">
                  <a:pos x="79309" y="997905"/>
                </a:cxn>
              </a:cxnLst>
              <a:rect l="0" t="0" r="0" b="0"/>
              <a:pathLst>
                <a:path w="120" h="711">
                  <a:moveTo>
                    <a:pt x="55" y="694"/>
                  </a:moveTo>
                  <a:lnTo>
                    <a:pt x="108" y="711"/>
                  </a:lnTo>
                  <a:lnTo>
                    <a:pt x="120" y="703"/>
                  </a:lnTo>
                  <a:cubicBezTo>
                    <a:pt x="120" y="703"/>
                    <a:pt x="111" y="437"/>
                    <a:pt x="88" y="368"/>
                  </a:cubicBezTo>
                  <a:cubicBezTo>
                    <a:pt x="88" y="368"/>
                    <a:pt x="87" y="244"/>
                    <a:pt x="88" y="218"/>
                  </a:cubicBezTo>
                  <a:cubicBezTo>
                    <a:pt x="88" y="193"/>
                    <a:pt x="89" y="140"/>
                    <a:pt x="88" y="126"/>
                  </a:cubicBezTo>
                  <a:cubicBezTo>
                    <a:pt x="87" y="113"/>
                    <a:pt x="67" y="57"/>
                    <a:pt x="55" y="40"/>
                  </a:cubicBezTo>
                  <a:lnTo>
                    <a:pt x="1" y="0"/>
                  </a:lnTo>
                  <a:lnTo>
                    <a:pt x="0" y="40"/>
                  </a:lnTo>
                  <a:cubicBezTo>
                    <a:pt x="0" y="40"/>
                    <a:pt x="57" y="160"/>
                    <a:pt x="55" y="193"/>
                  </a:cubicBezTo>
                  <a:cubicBezTo>
                    <a:pt x="55" y="193"/>
                    <a:pt x="43" y="288"/>
                    <a:pt x="44" y="296"/>
                  </a:cubicBezTo>
                  <a:cubicBezTo>
                    <a:pt x="45" y="304"/>
                    <a:pt x="66" y="492"/>
                    <a:pt x="66" y="509"/>
                  </a:cubicBezTo>
                  <a:cubicBezTo>
                    <a:pt x="66" y="526"/>
                    <a:pt x="55" y="694"/>
                    <a:pt x="55" y="694"/>
                  </a:cubicBezTo>
                  <a:close/>
                </a:path>
              </a:pathLst>
            </a:custGeom>
            <a:solidFill>
              <a:srgbClr val="38383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TextBox 7"/>
          <p:cNvSpPr txBox="1"/>
          <p:nvPr/>
        </p:nvSpPr>
        <p:spPr>
          <a:xfrm>
            <a:off x="190500" y="180975"/>
            <a:ext cx="1415772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任务一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3" name="TextBox 43"/>
          <p:cNvSpPr txBox="1"/>
          <p:nvPr/>
        </p:nvSpPr>
        <p:spPr>
          <a:xfrm>
            <a:off x="2590800" y="189230"/>
            <a:ext cx="774600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电压、电流刻度线的读数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27"/>
          <p:cNvSpPr>
            <a:spLocks noChangeArrowheads="1"/>
          </p:cNvSpPr>
          <p:nvPr/>
        </p:nvSpPr>
        <p:spPr bwMode="auto">
          <a:xfrm>
            <a:off x="3862958" y="5375112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19502" name="Rectangle 33"/>
          <p:cNvSpPr>
            <a:spLocks noChangeArrowheads="1"/>
          </p:cNvSpPr>
          <p:nvPr/>
        </p:nvSpPr>
        <p:spPr bwMode="auto">
          <a:xfrm>
            <a:off x="5519142" y="5584314"/>
            <a:ext cx="2183347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60" name="组合 59"/>
          <p:cNvGrpSpPr/>
          <p:nvPr/>
        </p:nvGrpSpPr>
        <p:grpSpPr>
          <a:xfrm>
            <a:off x="1863133" y="1345597"/>
            <a:ext cx="8473671" cy="816965"/>
            <a:chOff x="3380562" y="3001166"/>
            <a:chExt cx="8111410" cy="721908"/>
          </a:xfrm>
        </p:grpSpPr>
        <p:sp>
          <p:nvSpPr>
            <p:cNvPr id="61" name="TextBox 42"/>
            <p:cNvSpPr txBox="1"/>
            <p:nvPr/>
          </p:nvSpPr>
          <p:spPr>
            <a:xfrm>
              <a:off x="4453035" y="3196280"/>
              <a:ext cx="7038937" cy="40794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在不同的挡位下的读数如表</a:t>
              </a:r>
              <a:r>
                <a:rPr lang="en-US" sz="2400" dirty="0"/>
                <a:t>1-6</a:t>
              </a:r>
              <a:r>
                <a:rPr lang="zh-CN" altLang="en-US" sz="2400" dirty="0"/>
                <a:t>所示</a:t>
              </a:r>
              <a:endParaRPr lang="en-US" sz="1800" dirty="0"/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3380562" y="3001166"/>
              <a:ext cx="873509" cy="721908"/>
              <a:chOff x="5068633" y="2299928"/>
              <a:chExt cx="554400" cy="458182"/>
            </a:xfrm>
          </p:grpSpPr>
          <p:sp>
            <p:nvSpPr>
              <p:cNvPr id="63" name="六边形 62"/>
              <p:cNvSpPr/>
              <p:nvPr/>
            </p:nvSpPr>
            <p:spPr>
              <a:xfrm>
                <a:off x="5068633" y="2299928"/>
                <a:ext cx="554400" cy="458182"/>
              </a:xfrm>
              <a:prstGeom prst="hexagon">
                <a:avLst/>
              </a:prstGeom>
              <a:solidFill>
                <a:srgbClr val="A0BF0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Freeform 72"/>
              <p:cNvSpPr>
                <a:spLocks noEditPoints="1"/>
              </p:cNvSpPr>
              <p:nvPr/>
            </p:nvSpPr>
            <p:spPr bwMode="auto">
              <a:xfrm>
                <a:off x="5180447" y="2343925"/>
                <a:ext cx="369521" cy="370187"/>
              </a:xfrm>
              <a:custGeom>
                <a:avLst/>
                <a:gdLst>
                  <a:gd name="T0" fmla="*/ 337 w 411"/>
                  <a:gd name="T1" fmla="*/ 198 h 412"/>
                  <a:gd name="T2" fmla="*/ 284 w 411"/>
                  <a:gd name="T3" fmla="*/ 220 h 412"/>
                  <a:gd name="T4" fmla="*/ 249 w 411"/>
                  <a:gd name="T5" fmla="*/ 185 h 412"/>
                  <a:gd name="T6" fmla="*/ 283 w 411"/>
                  <a:gd name="T7" fmla="*/ 107 h 412"/>
                  <a:gd name="T8" fmla="*/ 176 w 411"/>
                  <a:gd name="T9" fmla="*/ 0 h 412"/>
                  <a:gd name="T10" fmla="*/ 68 w 411"/>
                  <a:gd name="T11" fmla="*/ 107 h 412"/>
                  <a:gd name="T12" fmla="*/ 116 w 411"/>
                  <a:gd name="T13" fmla="*/ 196 h 412"/>
                  <a:gd name="T14" fmla="*/ 96 w 411"/>
                  <a:gd name="T15" fmla="*/ 266 h 412"/>
                  <a:gd name="T16" fmla="*/ 74 w 411"/>
                  <a:gd name="T17" fmla="*/ 263 h 412"/>
                  <a:gd name="T18" fmla="*/ 0 w 411"/>
                  <a:gd name="T19" fmla="*/ 337 h 412"/>
                  <a:gd name="T20" fmla="*/ 74 w 411"/>
                  <a:gd name="T21" fmla="*/ 412 h 412"/>
                  <a:gd name="T22" fmla="*/ 149 w 411"/>
                  <a:gd name="T23" fmla="*/ 337 h 412"/>
                  <a:gd name="T24" fmla="*/ 110 w 411"/>
                  <a:gd name="T25" fmla="*/ 272 h 412"/>
                  <a:gd name="T26" fmla="*/ 130 w 411"/>
                  <a:gd name="T27" fmla="*/ 204 h 412"/>
                  <a:gd name="T28" fmla="*/ 176 w 411"/>
                  <a:gd name="T29" fmla="*/ 214 h 412"/>
                  <a:gd name="T30" fmla="*/ 238 w 411"/>
                  <a:gd name="T31" fmla="*/ 195 h 412"/>
                  <a:gd name="T32" fmla="*/ 275 w 411"/>
                  <a:gd name="T33" fmla="*/ 232 h 412"/>
                  <a:gd name="T34" fmla="*/ 262 w 411"/>
                  <a:gd name="T35" fmla="*/ 273 h 412"/>
                  <a:gd name="T36" fmla="*/ 337 w 411"/>
                  <a:gd name="T37" fmla="*/ 347 h 412"/>
                  <a:gd name="T38" fmla="*/ 411 w 411"/>
                  <a:gd name="T39" fmla="*/ 273 h 412"/>
                  <a:gd name="T40" fmla="*/ 337 w 411"/>
                  <a:gd name="T41" fmla="*/ 198 h 412"/>
                  <a:gd name="T42" fmla="*/ 134 w 411"/>
                  <a:gd name="T43" fmla="*/ 337 h 412"/>
                  <a:gd name="T44" fmla="*/ 74 w 411"/>
                  <a:gd name="T45" fmla="*/ 397 h 412"/>
                  <a:gd name="T46" fmla="*/ 14 w 411"/>
                  <a:gd name="T47" fmla="*/ 337 h 412"/>
                  <a:gd name="T48" fmla="*/ 74 w 411"/>
                  <a:gd name="T49" fmla="*/ 278 h 412"/>
                  <a:gd name="T50" fmla="*/ 134 w 411"/>
                  <a:gd name="T51" fmla="*/ 337 h 412"/>
                  <a:gd name="T52" fmla="*/ 83 w 411"/>
                  <a:gd name="T53" fmla="*/ 107 h 412"/>
                  <a:gd name="T54" fmla="*/ 176 w 411"/>
                  <a:gd name="T55" fmla="*/ 14 h 412"/>
                  <a:gd name="T56" fmla="*/ 268 w 411"/>
                  <a:gd name="T57" fmla="*/ 107 h 412"/>
                  <a:gd name="T58" fmla="*/ 176 w 411"/>
                  <a:gd name="T59" fmla="*/ 200 h 412"/>
                  <a:gd name="T60" fmla="*/ 83 w 411"/>
                  <a:gd name="T61" fmla="*/ 107 h 412"/>
                  <a:gd name="T62" fmla="*/ 337 w 411"/>
                  <a:gd name="T63" fmla="*/ 332 h 412"/>
                  <a:gd name="T64" fmla="*/ 277 w 411"/>
                  <a:gd name="T65" fmla="*/ 273 h 412"/>
                  <a:gd name="T66" fmla="*/ 337 w 411"/>
                  <a:gd name="T67" fmla="*/ 213 h 412"/>
                  <a:gd name="T68" fmla="*/ 397 w 411"/>
                  <a:gd name="T69" fmla="*/ 273 h 412"/>
                  <a:gd name="T70" fmla="*/ 337 w 411"/>
                  <a:gd name="T71" fmla="*/ 332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11" h="412">
                    <a:moveTo>
                      <a:pt x="337" y="198"/>
                    </a:moveTo>
                    <a:cubicBezTo>
                      <a:pt x="316" y="198"/>
                      <a:pt x="298" y="206"/>
                      <a:pt x="284" y="220"/>
                    </a:cubicBezTo>
                    <a:cubicBezTo>
                      <a:pt x="249" y="185"/>
                      <a:pt x="249" y="185"/>
                      <a:pt x="249" y="185"/>
                    </a:cubicBezTo>
                    <a:cubicBezTo>
                      <a:pt x="270" y="166"/>
                      <a:pt x="283" y="138"/>
                      <a:pt x="283" y="107"/>
                    </a:cubicBezTo>
                    <a:cubicBezTo>
                      <a:pt x="283" y="48"/>
                      <a:pt x="235" y="0"/>
                      <a:pt x="176" y="0"/>
                    </a:cubicBezTo>
                    <a:cubicBezTo>
                      <a:pt x="117" y="0"/>
                      <a:pt x="68" y="48"/>
                      <a:pt x="68" y="107"/>
                    </a:cubicBezTo>
                    <a:cubicBezTo>
                      <a:pt x="68" y="144"/>
                      <a:pt x="88" y="177"/>
                      <a:pt x="116" y="196"/>
                    </a:cubicBezTo>
                    <a:cubicBezTo>
                      <a:pt x="96" y="266"/>
                      <a:pt x="96" y="266"/>
                      <a:pt x="96" y="266"/>
                    </a:cubicBezTo>
                    <a:cubicBezTo>
                      <a:pt x="89" y="264"/>
                      <a:pt x="82" y="263"/>
                      <a:pt x="74" y="263"/>
                    </a:cubicBezTo>
                    <a:cubicBezTo>
                      <a:pt x="33" y="263"/>
                      <a:pt x="0" y="296"/>
                      <a:pt x="0" y="337"/>
                    </a:cubicBezTo>
                    <a:cubicBezTo>
                      <a:pt x="0" y="378"/>
                      <a:pt x="33" y="412"/>
                      <a:pt x="74" y="412"/>
                    </a:cubicBezTo>
                    <a:cubicBezTo>
                      <a:pt x="115" y="412"/>
                      <a:pt x="149" y="378"/>
                      <a:pt x="149" y="337"/>
                    </a:cubicBezTo>
                    <a:cubicBezTo>
                      <a:pt x="149" y="309"/>
                      <a:pt x="133" y="284"/>
                      <a:pt x="110" y="272"/>
                    </a:cubicBezTo>
                    <a:cubicBezTo>
                      <a:pt x="130" y="204"/>
                      <a:pt x="130" y="204"/>
                      <a:pt x="130" y="204"/>
                    </a:cubicBezTo>
                    <a:cubicBezTo>
                      <a:pt x="144" y="210"/>
                      <a:pt x="159" y="214"/>
                      <a:pt x="176" y="214"/>
                    </a:cubicBezTo>
                    <a:cubicBezTo>
                      <a:pt x="199" y="214"/>
                      <a:pt x="220" y="207"/>
                      <a:pt x="238" y="195"/>
                    </a:cubicBezTo>
                    <a:cubicBezTo>
                      <a:pt x="275" y="232"/>
                      <a:pt x="275" y="232"/>
                      <a:pt x="275" y="232"/>
                    </a:cubicBezTo>
                    <a:cubicBezTo>
                      <a:pt x="267" y="243"/>
                      <a:pt x="262" y="257"/>
                      <a:pt x="262" y="273"/>
                    </a:cubicBezTo>
                    <a:cubicBezTo>
                      <a:pt x="262" y="314"/>
                      <a:pt x="296" y="347"/>
                      <a:pt x="337" y="347"/>
                    </a:cubicBezTo>
                    <a:cubicBezTo>
                      <a:pt x="378" y="347"/>
                      <a:pt x="411" y="314"/>
                      <a:pt x="411" y="273"/>
                    </a:cubicBezTo>
                    <a:cubicBezTo>
                      <a:pt x="411" y="231"/>
                      <a:pt x="378" y="198"/>
                      <a:pt x="337" y="198"/>
                    </a:cubicBezTo>
                    <a:close/>
                    <a:moveTo>
                      <a:pt x="134" y="337"/>
                    </a:moveTo>
                    <a:cubicBezTo>
                      <a:pt x="134" y="370"/>
                      <a:pt x="107" y="397"/>
                      <a:pt x="74" y="397"/>
                    </a:cubicBezTo>
                    <a:cubicBezTo>
                      <a:pt x="41" y="397"/>
                      <a:pt x="14" y="370"/>
                      <a:pt x="14" y="337"/>
                    </a:cubicBezTo>
                    <a:cubicBezTo>
                      <a:pt x="14" y="304"/>
                      <a:pt x="41" y="278"/>
                      <a:pt x="74" y="278"/>
                    </a:cubicBezTo>
                    <a:cubicBezTo>
                      <a:pt x="107" y="278"/>
                      <a:pt x="134" y="304"/>
                      <a:pt x="134" y="337"/>
                    </a:cubicBezTo>
                    <a:close/>
                    <a:moveTo>
                      <a:pt x="83" y="107"/>
                    </a:moveTo>
                    <a:cubicBezTo>
                      <a:pt x="83" y="56"/>
                      <a:pt x="125" y="14"/>
                      <a:pt x="176" y="14"/>
                    </a:cubicBezTo>
                    <a:cubicBezTo>
                      <a:pt x="227" y="14"/>
                      <a:pt x="268" y="56"/>
                      <a:pt x="268" y="107"/>
                    </a:cubicBezTo>
                    <a:cubicBezTo>
                      <a:pt x="268" y="158"/>
                      <a:pt x="227" y="200"/>
                      <a:pt x="176" y="200"/>
                    </a:cubicBezTo>
                    <a:cubicBezTo>
                      <a:pt x="125" y="200"/>
                      <a:pt x="83" y="158"/>
                      <a:pt x="83" y="107"/>
                    </a:cubicBezTo>
                    <a:close/>
                    <a:moveTo>
                      <a:pt x="337" y="332"/>
                    </a:moveTo>
                    <a:cubicBezTo>
                      <a:pt x="304" y="332"/>
                      <a:pt x="277" y="306"/>
                      <a:pt x="277" y="273"/>
                    </a:cubicBezTo>
                    <a:cubicBezTo>
                      <a:pt x="277" y="240"/>
                      <a:pt x="304" y="213"/>
                      <a:pt x="337" y="213"/>
                    </a:cubicBezTo>
                    <a:cubicBezTo>
                      <a:pt x="370" y="213"/>
                      <a:pt x="397" y="240"/>
                      <a:pt x="397" y="273"/>
                    </a:cubicBezTo>
                    <a:cubicBezTo>
                      <a:pt x="397" y="306"/>
                      <a:pt x="370" y="332"/>
                      <a:pt x="337" y="3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68571" tIns="34286" rIns="68571" bIns="34286" numCol="1" anchor="t" anchorCtr="0" compatLnSpc="1"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t="17880" r="51624"/>
          <a:stretch>
            <a:fillRect/>
          </a:stretch>
        </p:blipFill>
        <p:spPr>
          <a:xfrm>
            <a:off x="3693795" y="3429635"/>
            <a:ext cx="4106137" cy="269811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794097" y="2658289"/>
            <a:ext cx="37321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300"/>
              </a:spcBef>
              <a:spcAft>
                <a:spcPts val="600"/>
              </a:spcAft>
            </a:pPr>
            <a:r>
              <a:rPr lang="zh-CN" altLang="en-US" sz="2000" kern="100" dirty="0">
                <a:latin typeface="Times New Roman" panose="02020603050405020304" pitchFamily="18" charset="0"/>
                <a:ea typeface="黑体" panose="02010609060101010101" charset="-122"/>
              </a:rPr>
              <a:t>表</a:t>
            </a:r>
            <a:r>
              <a:rPr lang="en-US" sz="2000" kern="100" dirty="0">
                <a:latin typeface="Times New Roman" panose="02020603050405020304" pitchFamily="18" charset="0"/>
                <a:ea typeface="黑体" panose="02010609060101010101" charset="-122"/>
              </a:rPr>
              <a:t>1-6  </a:t>
            </a:r>
            <a:r>
              <a:rPr lang="zh-CN" altLang="en-US" sz="2000" kern="100" dirty="0">
                <a:latin typeface="Times New Roman" panose="02020603050405020304" pitchFamily="18" charset="0"/>
                <a:ea typeface="黑体" panose="02010609060101010101" charset="-122"/>
              </a:rPr>
              <a:t>电压、电流刻度线的读数</a:t>
            </a:r>
            <a:endParaRPr lang="en-US" sz="2000" kern="100" dirty="0">
              <a:effectLst/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0" y="2349500"/>
            <a:ext cx="4453255" cy="25476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TextBox 7"/>
          <p:cNvSpPr txBox="1"/>
          <p:nvPr/>
        </p:nvSpPr>
        <p:spPr>
          <a:xfrm>
            <a:off x="190500" y="180975"/>
            <a:ext cx="1425390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任务二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TextBox 43"/>
          <p:cNvSpPr txBox="1"/>
          <p:nvPr/>
        </p:nvSpPr>
        <p:spPr>
          <a:xfrm>
            <a:off x="2590800" y="189230"/>
            <a:ext cx="645673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面板的认识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645" y="1341755"/>
            <a:ext cx="11612245" cy="481774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TextBox 7"/>
          <p:cNvSpPr txBox="1"/>
          <p:nvPr/>
        </p:nvSpPr>
        <p:spPr>
          <a:xfrm>
            <a:off x="190500" y="180975"/>
            <a:ext cx="1425390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任务二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TextBox 43"/>
          <p:cNvSpPr txBox="1"/>
          <p:nvPr/>
        </p:nvSpPr>
        <p:spPr>
          <a:xfrm>
            <a:off x="2590800" y="189230"/>
            <a:ext cx="645673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面板的认识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8027" y="1053527"/>
            <a:ext cx="6914357" cy="576840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05532" y="800483"/>
            <a:ext cx="9627269" cy="4154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数字式万用电表的面板主要由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液晶显示屏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挡位选择开关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按键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和各种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283177" y="1802320"/>
            <a:ext cx="4034155" cy="3812540"/>
            <a:chOff x="1408" y="2541"/>
            <a:chExt cx="7817" cy="6580"/>
          </a:xfrm>
        </p:grpSpPr>
        <p:sp>
          <p:nvSpPr>
            <p:cNvPr id="58" name="矩形 2"/>
            <p:cNvSpPr/>
            <p:nvPr/>
          </p:nvSpPr>
          <p:spPr>
            <a:xfrm>
              <a:off x="3805" y="2926"/>
              <a:ext cx="1671" cy="1430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2"/>
            <p:cNvSpPr/>
            <p:nvPr/>
          </p:nvSpPr>
          <p:spPr>
            <a:xfrm>
              <a:off x="2818" y="5179"/>
              <a:ext cx="2925" cy="2503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2"/>
            <p:cNvSpPr/>
            <p:nvPr/>
          </p:nvSpPr>
          <p:spPr>
            <a:xfrm>
              <a:off x="5183" y="3884"/>
              <a:ext cx="2848" cy="2437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2"/>
            <p:cNvSpPr/>
            <p:nvPr/>
          </p:nvSpPr>
          <p:spPr>
            <a:xfrm>
              <a:off x="2482" y="7358"/>
              <a:ext cx="926" cy="793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2"/>
            <p:cNvSpPr/>
            <p:nvPr/>
          </p:nvSpPr>
          <p:spPr>
            <a:xfrm>
              <a:off x="3507" y="4215"/>
              <a:ext cx="2763" cy="2364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B050"/>
            </a:soli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2"/>
            <p:cNvSpPr/>
            <p:nvPr/>
          </p:nvSpPr>
          <p:spPr>
            <a:xfrm>
              <a:off x="2667" y="3479"/>
              <a:ext cx="1139" cy="975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70C0"/>
            </a:soli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2"/>
            <p:cNvSpPr/>
            <p:nvPr/>
          </p:nvSpPr>
          <p:spPr>
            <a:xfrm>
              <a:off x="5640" y="2541"/>
              <a:ext cx="898" cy="769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B0F0"/>
            </a:solidFill>
            <a:ln w="12700">
              <a:solidFill>
                <a:srgbClr val="00B0F0"/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2"/>
            <p:cNvSpPr/>
            <p:nvPr/>
          </p:nvSpPr>
          <p:spPr>
            <a:xfrm>
              <a:off x="5538" y="7008"/>
              <a:ext cx="541" cy="463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B050"/>
            </a:soli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2"/>
            <p:cNvSpPr/>
            <p:nvPr/>
          </p:nvSpPr>
          <p:spPr>
            <a:xfrm>
              <a:off x="6168" y="7057"/>
              <a:ext cx="1578" cy="1350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2"/>
            <p:cNvSpPr/>
            <p:nvPr/>
          </p:nvSpPr>
          <p:spPr>
            <a:xfrm>
              <a:off x="7647" y="3209"/>
              <a:ext cx="1578" cy="1350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2"/>
            <p:cNvSpPr/>
            <p:nvPr/>
          </p:nvSpPr>
          <p:spPr>
            <a:xfrm>
              <a:off x="8031" y="8659"/>
              <a:ext cx="541" cy="463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92D050"/>
            </a:soli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2"/>
            <p:cNvSpPr/>
            <p:nvPr/>
          </p:nvSpPr>
          <p:spPr>
            <a:xfrm>
              <a:off x="3237" y="8122"/>
              <a:ext cx="898" cy="769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solidFill>
              <a:srgbClr val="00B0F0"/>
            </a:solidFill>
            <a:ln w="12700">
              <a:solidFill>
                <a:srgbClr val="00B0F0"/>
              </a:soli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2"/>
            <p:cNvSpPr/>
            <p:nvPr/>
          </p:nvSpPr>
          <p:spPr>
            <a:xfrm>
              <a:off x="1408" y="5102"/>
              <a:ext cx="905" cy="774"/>
            </a:xfrm>
            <a:custGeom>
              <a:avLst/>
              <a:gdLst/>
              <a:ahLst/>
              <a:cxnLst/>
              <a:rect l="l" t="t" r="r" b="b"/>
              <a:pathLst>
                <a:path w="1036365" h="886811">
                  <a:moveTo>
                    <a:pt x="754039" y="0"/>
                  </a:moveTo>
                  <a:lnTo>
                    <a:pt x="1036365" y="429554"/>
                  </a:lnTo>
                  <a:lnTo>
                    <a:pt x="784530" y="883036"/>
                  </a:lnTo>
                  <a:lnTo>
                    <a:pt x="783106" y="880650"/>
                  </a:lnTo>
                  <a:lnTo>
                    <a:pt x="264749" y="886811"/>
                  </a:lnTo>
                  <a:lnTo>
                    <a:pt x="0" y="443416"/>
                  </a:lnTo>
                  <a:lnTo>
                    <a:pt x="242827" y="5981"/>
                  </a:lnTo>
                  <a:lnTo>
                    <a:pt x="241773" y="4216"/>
                  </a:lnTo>
                  <a:lnTo>
                    <a:pt x="243839" y="419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 w="12700"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7" name="直接连接符 36"/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燕尾形 37"/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560365" y="1037420"/>
            <a:ext cx="5080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algn="ctr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认识液晶显示屏</a:t>
            </a:r>
            <a:endParaRPr lang="zh-CN" altLang="en-US" sz="28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9" name="Rectangle 24"/>
          <p:cNvSpPr>
            <a:spLocks noChangeArrowheads="1"/>
          </p:cNvSpPr>
          <p:nvPr/>
        </p:nvSpPr>
        <p:spPr bwMode="auto">
          <a:xfrm>
            <a:off x="269393" y="-103188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4730204" y="4293173"/>
            <a:ext cx="6765602" cy="23762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在测量时，被测对象的量值直接显示在液晶显示屏上。图</a:t>
            </a:r>
            <a:r>
              <a:rPr lang="en-US" sz="2000" dirty="0"/>
              <a:t>2-2</a:t>
            </a:r>
            <a:r>
              <a:rPr lang="zh-CN" altLang="en-US" sz="2000" dirty="0"/>
              <a:t>所示为数字式万用电表的液晶显示屏，它可以显示</a:t>
            </a:r>
            <a:r>
              <a:rPr lang="en-US" sz="2000" dirty="0"/>
              <a:t>4</a:t>
            </a:r>
            <a:r>
              <a:rPr lang="zh-CN" altLang="en-US" sz="2000" dirty="0"/>
              <a:t>个数字和</a:t>
            </a:r>
            <a:r>
              <a:rPr lang="en-US" sz="2000" dirty="0"/>
              <a:t>1</a:t>
            </a:r>
            <a:r>
              <a:rPr lang="zh-CN" altLang="en-US" sz="2000" dirty="0"/>
              <a:t>个小数点，选择不同的挡位时，小数点的位置会改变。</a:t>
            </a:r>
            <a:endParaRPr lang="en-US" sz="2000" dirty="0"/>
          </a:p>
          <a:p>
            <a:pPr algn="l">
              <a:lnSpc>
                <a:spcPct val="150000"/>
              </a:lnSpc>
              <a:spcBef>
                <a:spcPct val="0"/>
              </a:spcBef>
            </a:pPr>
            <a:endParaRPr lang="zh-CN" altLang="en-US" sz="2000" cap="all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6581" name="Picture 21" descr="S6000027"/>
          <p:cNvPicPr>
            <a:picLocks noChangeAspect="1" noChangeArrowheads="1"/>
          </p:cNvPicPr>
          <p:nvPr/>
        </p:nvPicPr>
        <p:blipFill>
          <a:blip r:embed="rId1">
            <a:grayscl/>
            <a:lum bright="-14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9" t="4634" r="54964" b="70775"/>
          <a:stretch>
            <a:fillRect/>
          </a:stretch>
        </p:blipFill>
        <p:spPr bwMode="auto">
          <a:xfrm>
            <a:off x="5371306" y="2266181"/>
            <a:ext cx="2402646" cy="1470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9" name="Picture 7" descr="S6000029"/>
          <p:cNvPicPr>
            <a:picLocks noChangeAspect="1" noChangeArrowheads="1"/>
          </p:cNvPicPr>
          <p:nvPr/>
        </p:nvPicPr>
        <p:blipFill>
          <a:blip r:embed="rId2">
            <a:grayscl/>
            <a:lum bright="-16000" contras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" t="5057" r="55643" b="71313"/>
          <a:stretch>
            <a:fillRect/>
          </a:stretch>
        </p:blipFill>
        <p:spPr bwMode="auto">
          <a:xfrm>
            <a:off x="8759501" y="2247888"/>
            <a:ext cx="2442559" cy="148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2"/>
          <p:cNvGrpSpPr/>
          <p:nvPr/>
        </p:nvGrpSpPr>
        <p:grpSpPr bwMode="auto">
          <a:xfrm>
            <a:off x="7535366" y="1694821"/>
            <a:ext cx="1656184" cy="545701"/>
            <a:chOff x="4245" y="2967"/>
            <a:chExt cx="1913" cy="397"/>
          </a:xfrm>
        </p:grpSpPr>
        <p:sp>
          <p:nvSpPr>
            <p:cNvPr id="5" name="AutoShape 43"/>
            <p:cNvSpPr>
              <a:spLocks noChangeArrowheads="1"/>
            </p:cNvSpPr>
            <p:nvPr/>
          </p:nvSpPr>
          <p:spPr bwMode="auto">
            <a:xfrm>
              <a:off x="4253" y="2967"/>
              <a:ext cx="1905" cy="397"/>
            </a:xfrm>
            <a:prstGeom prst="wedgeRoundRectCallout">
              <a:avLst>
                <a:gd name="adj1" fmla="val 51051"/>
                <a:gd name="adj2" fmla="val 179218"/>
                <a:gd name="adj3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36000" tIns="36000" rIns="36000" bIns="36000" numCol="1" anchor="t" anchorCtr="0" compatLnSpc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AutoShape 44"/>
            <p:cNvSpPr>
              <a:spLocks noChangeArrowheads="1"/>
            </p:cNvSpPr>
            <p:nvPr/>
          </p:nvSpPr>
          <p:spPr bwMode="auto">
            <a:xfrm>
              <a:off x="4245" y="2967"/>
              <a:ext cx="1905" cy="397"/>
            </a:xfrm>
            <a:prstGeom prst="wedgeRoundRectCallout">
              <a:avLst>
                <a:gd name="adj1" fmla="val -51208"/>
                <a:gd name="adj2" fmla="val 162847"/>
                <a:gd name="adj3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36000" tIns="36000" rIns="36000" bIns="36000" numCol="1" anchor="t" anchorCtr="0" compatLnSpc="1"/>
            <a:lstStyle/>
            <a:p>
              <a:pPr marL="0" marR="0" lvl="0" indent="0" algn="ctr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</a:rPr>
                <a:t>小数点位置发生改变</a:t>
              </a:r>
              <a:endParaRPr kumimoji="0" lang="zh-CN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" name="TextBox 7"/>
          <p:cNvSpPr txBox="1"/>
          <p:nvPr/>
        </p:nvSpPr>
        <p:spPr>
          <a:xfrm>
            <a:off x="190500" y="180975"/>
            <a:ext cx="1425390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任务二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TextBox 43"/>
          <p:cNvSpPr txBox="1"/>
          <p:nvPr/>
        </p:nvSpPr>
        <p:spPr>
          <a:xfrm>
            <a:off x="2590800" y="189230"/>
            <a:ext cx="645673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面板的认识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550545" y="1487170"/>
            <a:ext cx="913765" cy="822960"/>
            <a:chOff x="5068579" y="1212105"/>
            <a:chExt cx="555066" cy="458732"/>
          </a:xfrm>
        </p:grpSpPr>
        <p:sp>
          <p:nvSpPr>
            <p:cNvPr id="46" name="六边形 45"/>
            <p:cNvSpPr/>
            <p:nvPr/>
          </p:nvSpPr>
          <p:spPr>
            <a:xfrm>
              <a:off x="5068579" y="1212105"/>
              <a:ext cx="555066" cy="458732"/>
            </a:xfrm>
            <a:prstGeom prst="hexagon">
              <a:avLst/>
            </a:prstGeom>
            <a:solidFill>
              <a:srgbClr val="5FCAC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Freeform 70"/>
            <p:cNvSpPr>
              <a:spLocks noEditPoints="1"/>
            </p:cNvSpPr>
            <p:nvPr/>
          </p:nvSpPr>
          <p:spPr bwMode="auto">
            <a:xfrm>
              <a:off x="5235099" y="1295926"/>
              <a:ext cx="242524" cy="290241"/>
            </a:xfrm>
            <a:custGeom>
              <a:avLst/>
              <a:gdLst>
                <a:gd name="T0" fmla="*/ 346 w 346"/>
                <a:gd name="T1" fmla="*/ 77 h 414"/>
                <a:gd name="T2" fmla="*/ 345 w 346"/>
                <a:gd name="T3" fmla="*/ 75 h 414"/>
                <a:gd name="T4" fmla="*/ 345 w 346"/>
                <a:gd name="T5" fmla="*/ 74 h 414"/>
                <a:gd name="T6" fmla="*/ 343 w 346"/>
                <a:gd name="T7" fmla="*/ 72 h 414"/>
                <a:gd name="T8" fmla="*/ 273 w 346"/>
                <a:gd name="T9" fmla="*/ 2 h 414"/>
                <a:gd name="T10" fmla="*/ 271 w 346"/>
                <a:gd name="T11" fmla="*/ 0 h 414"/>
                <a:gd name="T12" fmla="*/ 270 w 346"/>
                <a:gd name="T13" fmla="*/ 0 h 414"/>
                <a:gd name="T14" fmla="*/ 268 w 346"/>
                <a:gd name="T15" fmla="*/ 0 h 414"/>
                <a:gd name="T16" fmla="*/ 268 w 346"/>
                <a:gd name="T17" fmla="*/ 0 h 414"/>
                <a:gd name="T18" fmla="*/ 7 w 346"/>
                <a:gd name="T19" fmla="*/ 0 h 414"/>
                <a:gd name="T20" fmla="*/ 0 w 346"/>
                <a:gd name="T21" fmla="*/ 7 h 414"/>
                <a:gd name="T22" fmla="*/ 0 w 346"/>
                <a:gd name="T23" fmla="*/ 407 h 414"/>
                <a:gd name="T24" fmla="*/ 7 w 346"/>
                <a:gd name="T25" fmla="*/ 414 h 414"/>
                <a:gd name="T26" fmla="*/ 338 w 346"/>
                <a:gd name="T27" fmla="*/ 414 h 414"/>
                <a:gd name="T28" fmla="*/ 346 w 346"/>
                <a:gd name="T29" fmla="*/ 407 h 414"/>
                <a:gd name="T30" fmla="*/ 346 w 346"/>
                <a:gd name="T31" fmla="*/ 77 h 414"/>
                <a:gd name="T32" fmla="*/ 346 w 346"/>
                <a:gd name="T33" fmla="*/ 77 h 414"/>
                <a:gd name="T34" fmla="*/ 275 w 346"/>
                <a:gd name="T35" fmla="*/ 25 h 414"/>
                <a:gd name="T36" fmla="*/ 320 w 346"/>
                <a:gd name="T37" fmla="*/ 70 h 414"/>
                <a:gd name="T38" fmla="*/ 275 w 346"/>
                <a:gd name="T39" fmla="*/ 70 h 414"/>
                <a:gd name="T40" fmla="*/ 275 w 346"/>
                <a:gd name="T41" fmla="*/ 25 h 414"/>
                <a:gd name="T42" fmla="*/ 14 w 346"/>
                <a:gd name="T43" fmla="*/ 400 h 414"/>
                <a:gd name="T44" fmla="*/ 14 w 346"/>
                <a:gd name="T45" fmla="*/ 14 h 414"/>
                <a:gd name="T46" fmla="*/ 260 w 346"/>
                <a:gd name="T47" fmla="*/ 14 h 414"/>
                <a:gd name="T48" fmla="*/ 260 w 346"/>
                <a:gd name="T49" fmla="*/ 77 h 414"/>
                <a:gd name="T50" fmla="*/ 268 w 346"/>
                <a:gd name="T51" fmla="*/ 85 h 414"/>
                <a:gd name="T52" fmla="*/ 331 w 346"/>
                <a:gd name="T53" fmla="*/ 85 h 414"/>
                <a:gd name="T54" fmla="*/ 331 w 346"/>
                <a:gd name="T55" fmla="*/ 400 h 414"/>
                <a:gd name="T56" fmla="*/ 14 w 346"/>
                <a:gd name="T57" fmla="*/ 400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6" h="414">
                  <a:moveTo>
                    <a:pt x="346" y="77"/>
                  </a:moveTo>
                  <a:cubicBezTo>
                    <a:pt x="345" y="76"/>
                    <a:pt x="345" y="76"/>
                    <a:pt x="345" y="75"/>
                  </a:cubicBezTo>
                  <a:cubicBezTo>
                    <a:pt x="345" y="75"/>
                    <a:pt x="345" y="75"/>
                    <a:pt x="345" y="74"/>
                  </a:cubicBezTo>
                  <a:cubicBezTo>
                    <a:pt x="345" y="74"/>
                    <a:pt x="344" y="73"/>
                    <a:pt x="343" y="72"/>
                  </a:cubicBezTo>
                  <a:cubicBezTo>
                    <a:pt x="273" y="2"/>
                    <a:pt x="273" y="2"/>
                    <a:pt x="273" y="2"/>
                  </a:cubicBezTo>
                  <a:cubicBezTo>
                    <a:pt x="272" y="1"/>
                    <a:pt x="272" y="1"/>
                    <a:pt x="271" y="0"/>
                  </a:cubicBezTo>
                  <a:cubicBezTo>
                    <a:pt x="271" y="0"/>
                    <a:pt x="270" y="0"/>
                    <a:pt x="270" y="0"/>
                  </a:cubicBezTo>
                  <a:cubicBezTo>
                    <a:pt x="270" y="0"/>
                    <a:pt x="269" y="0"/>
                    <a:pt x="268" y="0"/>
                  </a:cubicBezTo>
                  <a:cubicBezTo>
                    <a:pt x="268" y="0"/>
                    <a:pt x="268" y="0"/>
                    <a:pt x="26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0" y="411"/>
                    <a:pt x="3" y="414"/>
                    <a:pt x="7" y="414"/>
                  </a:cubicBezTo>
                  <a:cubicBezTo>
                    <a:pt x="338" y="414"/>
                    <a:pt x="338" y="414"/>
                    <a:pt x="338" y="414"/>
                  </a:cubicBezTo>
                  <a:cubicBezTo>
                    <a:pt x="342" y="414"/>
                    <a:pt x="346" y="411"/>
                    <a:pt x="346" y="407"/>
                  </a:cubicBezTo>
                  <a:cubicBezTo>
                    <a:pt x="346" y="77"/>
                    <a:pt x="346" y="77"/>
                    <a:pt x="346" y="77"/>
                  </a:cubicBezTo>
                  <a:cubicBezTo>
                    <a:pt x="346" y="77"/>
                    <a:pt x="346" y="77"/>
                    <a:pt x="346" y="77"/>
                  </a:cubicBezTo>
                  <a:close/>
                  <a:moveTo>
                    <a:pt x="275" y="25"/>
                  </a:moveTo>
                  <a:cubicBezTo>
                    <a:pt x="320" y="70"/>
                    <a:pt x="320" y="70"/>
                    <a:pt x="320" y="70"/>
                  </a:cubicBezTo>
                  <a:cubicBezTo>
                    <a:pt x="275" y="70"/>
                    <a:pt x="275" y="70"/>
                    <a:pt x="275" y="70"/>
                  </a:cubicBezTo>
                  <a:lnTo>
                    <a:pt x="275" y="25"/>
                  </a:lnTo>
                  <a:close/>
                  <a:moveTo>
                    <a:pt x="14" y="400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260" y="14"/>
                    <a:pt x="260" y="14"/>
                    <a:pt x="260" y="14"/>
                  </a:cubicBezTo>
                  <a:cubicBezTo>
                    <a:pt x="260" y="77"/>
                    <a:pt x="260" y="77"/>
                    <a:pt x="260" y="77"/>
                  </a:cubicBezTo>
                  <a:cubicBezTo>
                    <a:pt x="260" y="81"/>
                    <a:pt x="264" y="85"/>
                    <a:pt x="268" y="85"/>
                  </a:cubicBezTo>
                  <a:cubicBezTo>
                    <a:pt x="331" y="85"/>
                    <a:pt x="331" y="85"/>
                    <a:pt x="331" y="85"/>
                  </a:cubicBezTo>
                  <a:cubicBezTo>
                    <a:pt x="331" y="400"/>
                    <a:pt x="331" y="400"/>
                    <a:pt x="331" y="400"/>
                  </a:cubicBezTo>
                  <a:lnTo>
                    <a:pt x="14" y="4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TextBox 7"/>
          <p:cNvSpPr txBox="1"/>
          <p:nvPr/>
        </p:nvSpPr>
        <p:spPr>
          <a:xfrm>
            <a:off x="190500" y="180975"/>
            <a:ext cx="1527982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任务二 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r="37009"/>
          <a:stretch>
            <a:fillRect/>
          </a:stretch>
        </p:blipFill>
        <p:spPr>
          <a:xfrm>
            <a:off x="2854831" y="1269554"/>
            <a:ext cx="6480750" cy="5088255"/>
          </a:xfrm>
          <a:prstGeom prst="rect">
            <a:avLst/>
          </a:prstGeom>
        </p:spPr>
      </p:pic>
      <p:sp>
        <p:nvSpPr>
          <p:cNvPr id="53" name="TextBox 43"/>
          <p:cNvSpPr txBox="1"/>
          <p:nvPr/>
        </p:nvSpPr>
        <p:spPr>
          <a:xfrm>
            <a:off x="2590800" y="189230"/>
            <a:ext cx="6600750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数字式万用表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测量前准备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550545" y="1487170"/>
            <a:ext cx="913765" cy="822960"/>
            <a:chOff x="5068579" y="1212105"/>
            <a:chExt cx="555066" cy="458732"/>
          </a:xfrm>
        </p:grpSpPr>
        <p:sp>
          <p:nvSpPr>
            <p:cNvPr id="46" name="六边形 45"/>
            <p:cNvSpPr/>
            <p:nvPr/>
          </p:nvSpPr>
          <p:spPr>
            <a:xfrm>
              <a:off x="5068579" y="1212105"/>
              <a:ext cx="555066" cy="458732"/>
            </a:xfrm>
            <a:prstGeom prst="hexagon">
              <a:avLst/>
            </a:prstGeom>
            <a:solidFill>
              <a:srgbClr val="5FCAC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Freeform 70"/>
            <p:cNvSpPr>
              <a:spLocks noEditPoints="1"/>
            </p:cNvSpPr>
            <p:nvPr/>
          </p:nvSpPr>
          <p:spPr bwMode="auto">
            <a:xfrm>
              <a:off x="5235099" y="1295926"/>
              <a:ext cx="242524" cy="290241"/>
            </a:xfrm>
            <a:custGeom>
              <a:avLst/>
              <a:gdLst>
                <a:gd name="T0" fmla="*/ 346 w 346"/>
                <a:gd name="T1" fmla="*/ 77 h 414"/>
                <a:gd name="T2" fmla="*/ 345 w 346"/>
                <a:gd name="T3" fmla="*/ 75 h 414"/>
                <a:gd name="T4" fmla="*/ 345 w 346"/>
                <a:gd name="T5" fmla="*/ 74 h 414"/>
                <a:gd name="T6" fmla="*/ 343 w 346"/>
                <a:gd name="T7" fmla="*/ 72 h 414"/>
                <a:gd name="T8" fmla="*/ 273 w 346"/>
                <a:gd name="T9" fmla="*/ 2 h 414"/>
                <a:gd name="T10" fmla="*/ 271 w 346"/>
                <a:gd name="T11" fmla="*/ 0 h 414"/>
                <a:gd name="T12" fmla="*/ 270 w 346"/>
                <a:gd name="T13" fmla="*/ 0 h 414"/>
                <a:gd name="T14" fmla="*/ 268 w 346"/>
                <a:gd name="T15" fmla="*/ 0 h 414"/>
                <a:gd name="T16" fmla="*/ 268 w 346"/>
                <a:gd name="T17" fmla="*/ 0 h 414"/>
                <a:gd name="T18" fmla="*/ 7 w 346"/>
                <a:gd name="T19" fmla="*/ 0 h 414"/>
                <a:gd name="T20" fmla="*/ 0 w 346"/>
                <a:gd name="T21" fmla="*/ 7 h 414"/>
                <a:gd name="T22" fmla="*/ 0 w 346"/>
                <a:gd name="T23" fmla="*/ 407 h 414"/>
                <a:gd name="T24" fmla="*/ 7 w 346"/>
                <a:gd name="T25" fmla="*/ 414 h 414"/>
                <a:gd name="T26" fmla="*/ 338 w 346"/>
                <a:gd name="T27" fmla="*/ 414 h 414"/>
                <a:gd name="T28" fmla="*/ 346 w 346"/>
                <a:gd name="T29" fmla="*/ 407 h 414"/>
                <a:gd name="T30" fmla="*/ 346 w 346"/>
                <a:gd name="T31" fmla="*/ 77 h 414"/>
                <a:gd name="T32" fmla="*/ 346 w 346"/>
                <a:gd name="T33" fmla="*/ 77 h 414"/>
                <a:gd name="T34" fmla="*/ 275 w 346"/>
                <a:gd name="T35" fmla="*/ 25 h 414"/>
                <a:gd name="T36" fmla="*/ 320 w 346"/>
                <a:gd name="T37" fmla="*/ 70 h 414"/>
                <a:gd name="T38" fmla="*/ 275 w 346"/>
                <a:gd name="T39" fmla="*/ 70 h 414"/>
                <a:gd name="T40" fmla="*/ 275 w 346"/>
                <a:gd name="T41" fmla="*/ 25 h 414"/>
                <a:gd name="T42" fmla="*/ 14 w 346"/>
                <a:gd name="T43" fmla="*/ 400 h 414"/>
                <a:gd name="T44" fmla="*/ 14 w 346"/>
                <a:gd name="T45" fmla="*/ 14 h 414"/>
                <a:gd name="T46" fmla="*/ 260 w 346"/>
                <a:gd name="T47" fmla="*/ 14 h 414"/>
                <a:gd name="T48" fmla="*/ 260 w 346"/>
                <a:gd name="T49" fmla="*/ 77 h 414"/>
                <a:gd name="T50" fmla="*/ 268 w 346"/>
                <a:gd name="T51" fmla="*/ 85 h 414"/>
                <a:gd name="T52" fmla="*/ 331 w 346"/>
                <a:gd name="T53" fmla="*/ 85 h 414"/>
                <a:gd name="T54" fmla="*/ 331 w 346"/>
                <a:gd name="T55" fmla="*/ 400 h 414"/>
                <a:gd name="T56" fmla="*/ 14 w 346"/>
                <a:gd name="T57" fmla="*/ 400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6" h="414">
                  <a:moveTo>
                    <a:pt x="346" y="77"/>
                  </a:moveTo>
                  <a:cubicBezTo>
                    <a:pt x="345" y="76"/>
                    <a:pt x="345" y="76"/>
                    <a:pt x="345" y="75"/>
                  </a:cubicBezTo>
                  <a:cubicBezTo>
                    <a:pt x="345" y="75"/>
                    <a:pt x="345" y="75"/>
                    <a:pt x="345" y="74"/>
                  </a:cubicBezTo>
                  <a:cubicBezTo>
                    <a:pt x="345" y="74"/>
                    <a:pt x="344" y="73"/>
                    <a:pt x="343" y="72"/>
                  </a:cubicBezTo>
                  <a:cubicBezTo>
                    <a:pt x="273" y="2"/>
                    <a:pt x="273" y="2"/>
                    <a:pt x="273" y="2"/>
                  </a:cubicBezTo>
                  <a:cubicBezTo>
                    <a:pt x="272" y="1"/>
                    <a:pt x="272" y="1"/>
                    <a:pt x="271" y="0"/>
                  </a:cubicBezTo>
                  <a:cubicBezTo>
                    <a:pt x="271" y="0"/>
                    <a:pt x="270" y="0"/>
                    <a:pt x="270" y="0"/>
                  </a:cubicBezTo>
                  <a:cubicBezTo>
                    <a:pt x="270" y="0"/>
                    <a:pt x="269" y="0"/>
                    <a:pt x="268" y="0"/>
                  </a:cubicBezTo>
                  <a:cubicBezTo>
                    <a:pt x="268" y="0"/>
                    <a:pt x="268" y="0"/>
                    <a:pt x="26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0" y="411"/>
                    <a:pt x="3" y="414"/>
                    <a:pt x="7" y="414"/>
                  </a:cubicBezTo>
                  <a:cubicBezTo>
                    <a:pt x="338" y="414"/>
                    <a:pt x="338" y="414"/>
                    <a:pt x="338" y="414"/>
                  </a:cubicBezTo>
                  <a:cubicBezTo>
                    <a:pt x="342" y="414"/>
                    <a:pt x="346" y="411"/>
                    <a:pt x="346" y="407"/>
                  </a:cubicBezTo>
                  <a:cubicBezTo>
                    <a:pt x="346" y="77"/>
                    <a:pt x="346" y="77"/>
                    <a:pt x="346" y="77"/>
                  </a:cubicBezTo>
                  <a:cubicBezTo>
                    <a:pt x="346" y="77"/>
                    <a:pt x="346" y="77"/>
                    <a:pt x="346" y="77"/>
                  </a:cubicBezTo>
                  <a:close/>
                  <a:moveTo>
                    <a:pt x="275" y="25"/>
                  </a:moveTo>
                  <a:cubicBezTo>
                    <a:pt x="320" y="70"/>
                    <a:pt x="320" y="70"/>
                    <a:pt x="320" y="70"/>
                  </a:cubicBezTo>
                  <a:cubicBezTo>
                    <a:pt x="275" y="70"/>
                    <a:pt x="275" y="70"/>
                    <a:pt x="275" y="70"/>
                  </a:cubicBezTo>
                  <a:lnTo>
                    <a:pt x="275" y="25"/>
                  </a:lnTo>
                  <a:close/>
                  <a:moveTo>
                    <a:pt x="14" y="400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260" y="14"/>
                    <a:pt x="260" y="14"/>
                    <a:pt x="260" y="14"/>
                  </a:cubicBezTo>
                  <a:cubicBezTo>
                    <a:pt x="260" y="77"/>
                    <a:pt x="260" y="77"/>
                    <a:pt x="260" y="77"/>
                  </a:cubicBezTo>
                  <a:cubicBezTo>
                    <a:pt x="260" y="81"/>
                    <a:pt x="264" y="85"/>
                    <a:pt x="268" y="85"/>
                  </a:cubicBezTo>
                  <a:cubicBezTo>
                    <a:pt x="331" y="85"/>
                    <a:pt x="331" y="85"/>
                    <a:pt x="331" y="85"/>
                  </a:cubicBezTo>
                  <a:cubicBezTo>
                    <a:pt x="331" y="400"/>
                    <a:pt x="331" y="400"/>
                    <a:pt x="331" y="400"/>
                  </a:cubicBezTo>
                  <a:lnTo>
                    <a:pt x="14" y="4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TextBox 7"/>
          <p:cNvSpPr txBox="1"/>
          <p:nvPr/>
        </p:nvSpPr>
        <p:spPr>
          <a:xfrm>
            <a:off x="190500" y="180975"/>
            <a:ext cx="1518364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任务三 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3" name="TextBox 43"/>
          <p:cNvSpPr txBox="1"/>
          <p:nvPr/>
        </p:nvSpPr>
        <p:spPr>
          <a:xfrm>
            <a:off x="2590800" y="189230"/>
            <a:ext cx="4676756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万用表注意事项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2016125" y="2169795"/>
            <a:ext cx="8467725" cy="2783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tIns="46023" bIns="30153" anchor="ctr">
            <a:spAutoFit/>
          </a:bodyPr>
          <a:lstStyle>
            <a:lvl1pPr indent="2667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．测量电阻时的注意事项</a:t>
            </a:r>
            <a:endParaRPr lang="zh-CN" altLang="en-US" sz="320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   </a:t>
            </a:r>
            <a:endParaRPr lang="zh-CN" altLang="en-US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）指针式万用表首先调零。</a:t>
            </a:r>
            <a:endParaRPr lang="zh-CN" altLang="en-US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）</a:t>
            </a:r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指针式万用表</a:t>
            </a:r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尽量选择使指针偏向刻度中心的电阻量程。</a:t>
            </a:r>
            <a:endParaRPr lang="zh-CN" altLang="en-US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3</a:t>
            </a:r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）绝不能用手接触或握住电阻来进行电阻测量</a:t>
            </a:r>
            <a:endParaRPr lang="zh-CN" altLang="en-US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4</a:t>
            </a:r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）不能通电测量电路板中的电阻。</a:t>
            </a:r>
            <a:endParaRPr lang="zh-CN" altLang="en-US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   </a:t>
            </a:r>
            <a:endParaRPr lang="zh-CN" altLang="en-US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550545" y="1487170"/>
            <a:ext cx="913765" cy="822960"/>
            <a:chOff x="5068579" y="1212105"/>
            <a:chExt cx="555066" cy="458732"/>
          </a:xfrm>
        </p:grpSpPr>
        <p:sp>
          <p:nvSpPr>
            <p:cNvPr id="46" name="六边形 45"/>
            <p:cNvSpPr/>
            <p:nvPr/>
          </p:nvSpPr>
          <p:spPr>
            <a:xfrm>
              <a:off x="5068579" y="1212105"/>
              <a:ext cx="555066" cy="458732"/>
            </a:xfrm>
            <a:prstGeom prst="hexagon">
              <a:avLst/>
            </a:prstGeom>
            <a:solidFill>
              <a:srgbClr val="5FCAC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Freeform 70"/>
            <p:cNvSpPr>
              <a:spLocks noEditPoints="1"/>
            </p:cNvSpPr>
            <p:nvPr/>
          </p:nvSpPr>
          <p:spPr bwMode="auto">
            <a:xfrm>
              <a:off x="5235099" y="1295926"/>
              <a:ext cx="242524" cy="290241"/>
            </a:xfrm>
            <a:custGeom>
              <a:avLst/>
              <a:gdLst>
                <a:gd name="T0" fmla="*/ 346 w 346"/>
                <a:gd name="T1" fmla="*/ 77 h 414"/>
                <a:gd name="T2" fmla="*/ 345 w 346"/>
                <a:gd name="T3" fmla="*/ 75 h 414"/>
                <a:gd name="T4" fmla="*/ 345 w 346"/>
                <a:gd name="T5" fmla="*/ 74 h 414"/>
                <a:gd name="T6" fmla="*/ 343 w 346"/>
                <a:gd name="T7" fmla="*/ 72 h 414"/>
                <a:gd name="T8" fmla="*/ 273 w 346"/>
                <a:gd name="T9" fmla="*/ 2 h 414"/>
                <a:gd name="T10" fmla="*/ 271 w 346"/>
                <a:gd name="T11" fmla="*/ 0 h 414"/>
                <a:gd name="T12" fmla="*/ 270 w 346"/>
                <a:gd name="T13" fmla="*/ 0 h 414"/>
                <a:gd name="T14" fmla="*/ 268 w 346"/>
                <a:gd name="T15" fmla="*/ 0 h 414"/>
                <a:gd name="T16" fmla="*/ 268 w 346"/>
                <a:gd name="T17" fmla="*/ 0 h 414"/>
                <a:gd name="T18" fmla="*/ 7 w 346"/>
                <a:gd name="T19" fmla="*/ 0 h 414"/>
                <a:gd name="T20" fmla="*/ 0 w 346"/>
                <a:gd name="T21" fmla="*/ 7 h 414"/>
                <a:gd name="T22" fmla="*/ 0 w 346"/>
                <a:gd name="T23" fmla="*/ 407 h 414"/>
                <a:gd name="T24" fmla="*/ 7 w 346"/>
                <a:gd name="T25" fmla="*/ 414 h 414"/>
                <a:gd name="T26" fmla="*/ 338 w 346"/>
                <a:gd name="T27" fmla="*/ 414 h 414"/>
                <a:gd name="T28" fmla="*/ 346 w 346"/>
                <a:gd name="T29" fmla="*/ 407 h 414"/>
                <a:gd name="T30" fmla="*/ 346 w 346"/>
                <a:gd name="T31" fmla="*/ 77 h 414"/>
                <a:gd name="T32" fmla="*/ 346 w 346"/>
                <a:gd name="T33" fmla="*/ 77 h 414"/>
                <a:gd name="T34" fmla="*/ 275 w 346"/>
                <a:gd name="T35" fmla="*/ 25 h 414"/>
                <a:gd name="T36" fmla="*/ 320 w 346"/>
                <a:gd name="T37" fmla="*/ 70 h 414"/>
                <a:gd name="T38" fmla="*/ 275 w 346"/>
                <a:gd name="T39" fmla="*/ 70 h 414"/>
                <a:gd name="T40" fmla="*/ 275 w 346"/>
                <a:gd name="T41" fmla="*/ 25 h 414"/>
                <a:gd name="T42" fmla="*/ 14 w 346"/>
                <a:gd name="T43" fmla="*/ 400 h 414"/>
                <a:gd name="T44" fmla="*/ 14 w 346"/>
                <a:gd name="T45" fmla="*/ 14 h 414"/>
                <a:gd name="T46" fmla="*/ 260 w 346"/>
                <a:gd name="T47" fmla="*/ 14 h 414"/>
                <a:gd name="T48" fmla="*/ 260 w 346"/>
                <a:gd name="T49" fmla="*/ 77 h 414"/>
                <a:gd name="T50" fmla="*/ 268 w 346"/>
                <a:gd name="T51" fmla="*/ 85 h 414"/>
                <a:gd name="T52" fmla="*/ 331 w 346"/>
                <a:gd name="T53" fmla="*/ 85 h 414"/>
                <a:gd name="T54" fmla="*/ 331 w 346"/>
                <a:gd name="T55" fmla="*/ 400 h 414"/>
                <a:gd name="T56" fmla="*/ 14 w 346"/>
                <a:gd name="T57" fmla="*/ 400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6" h="414">
                  <a:moveTo>
                    <a:pt x="346" y="77"/>
                  </a:moveTo>
                  <a:cubicBezTo>
                    <a:pt x="345" y="76"/>
                    <a:pt x="345" y="76"/>
                    <a:pt x="345" y="75"/>
                  </a:cubicBezTo>
                  <a:cubicBezTo>
                    <a:pt x="345" y="75"/>
                    <a:pt x="345" y="75"/>
                    <a:pt x="345" y="74"/>
                  </a:cubicBezTo>
                  <a:cubicBezTo>
                    <a:pt x="345" y="74"/>
                    <a:pt x="344" y="73"/>
                    <a:pt x="343" y="72"/>
                  </a:cubicBezTo>
                  <a:cubicBezTo>
                    <a:pt x="273" y="2"/>
                    <a:pt x="273" y="2"/>
                    <a:pt x="273" y="2"/>
                  </a:cubicBezTo>
                  <a:cubicBezTo>
                    <a:pt x="272" y="1"/>
                    <a:pt x="272" y="1"/>
                    <a:pt x="271" y="0"/>
                  </a:cubicBezTo>
                  <a:cubicBezTo>
                    <a:pt x="271" y="0"/>
                    <a:pt x="270" y="0"/>
                    <a:pt x="270" y="0"/>
                  </a:cubicBezTo>
                  <a:cubicBezTo>
                    <a:pt x="270" y="0"/>
                    <a:pt x="269" y="0"/>
                    <a:pt x="268" y="0"/>
                  </a:cubicBezTo>
                  <a:cubicBezTo>
                    <a:pt x="268" y="0"/>
                    <a:pt x="268" y="0"/>
                    <a:pt x="26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0" y="411"/>
                    <a:pt x="3" y="414"/>
                    <a:pt x="7" y="414"/>
                  </a:cubicBezTo>
                  <a:cubicBezTo>
                    <a:pt x="338" y="414"/>
                    <a:pt x="338" y="414"/>
                    <a:pt x="338" y="414"/>
                  </a:cubicBezTo>
                  <a:cubicBezTo>
                    <a:pt x="342" y="414"/>
                    <a:pt x="346" y="411"/>
                    <a:pt x="346" y="407"/>
                  </a:cubicBezTo>
                  <a:cubicBezTo>
                    <a:pt x="346" y="77"/>
                    <a:pt x="346" y="77"/>
                    <a:pt x="346" y="77"/>
                  </a:cubicBezTo>
                  <a:cubicBezTo>
                    <a:pt x="346" y="77"/>
                    <a:pt x="346" y="77"/>
                    <a:pt x="346" y="77"/>
                  </a:cubicBezTo>
                  <a:close/>
                  <a:moveTo>
                    <a:pt x="275" y="25"/>
                  </a:moveTo>
                  <a:cubicBezTo>
                    <a:pt x="320" y="70"/>
                    <a:pt x="320" y="70"/>
                    <a:pt x="320" y="70"/>
                  </a:cubicBezTo>
                  <a:cubicBezTo>
                    <a:pt x="275" y="70"/>
                    <a:pt x="275" y="70"/>
                    <a:pt x="275" y="70"/>
                  </a:cubicBezTo>
                  <a:lnTo>
                    <a:pt x="275" y="25"/>
                  </a:lnTo>
                  <a:close/>
                  <a:moveTo>
                    <a:pt x="14" y="400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260" y="14"/>
                    <a:pt x="260" y="14"/>
                    <a:pt x="260" y="14"/>
                  </a:cubicBezTo>
                  <a:cubicBezTo>
                    <a:pt x="260" y="77"/>
                    <a:pt x="260" y="77"/>
                    <a:pt x="260" y="77"/>
                  </a:cubicBezTo>
                  <a:cubicBezTo>
                    <a:pt x="260" y="81"/>
                    <a:pt x="264" y="85"/>
                    <a:pt x="268" y="85"/>
                  </a:cubicBezTo>
                  <a:cubicBezTo>
                    <a:pt x="331" y="85"/>
                    <a:pt x="331" y="85"/>
                    <a:pt x="331" y="85"/>
                  </a:cubicBezTo>
                  <a:cubicBezTo>
                    <a:pt x="331" y="400"/>
                    <a:pt x="331" y="400"/>
                    <a:pt x="331" y="400"/>
                  </a:cubicBezTo>
                  <a:lnTo>
                    <a:pt x="14" y="4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TextBox 7"/>
          <p:cNvSpPr txBox="1"/>
          <p:nvPr/>
        </p:nvSpPr>
        <p:spPr>
          <a:xfrm>
            <a:off x="190500" y="180975"/>
            <a:ext cx="1518364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任务三 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3" name="TextBox 43"/>
          <p:cNvSpPr txBox="1"/>
          <p:nvPr/>
        </p:nvSpPr>
        <p:spPr>
          <a:xfrm>
            <a:off x="2590800" y="189230"/>
            <a:ext cx="4676756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万用表注意事项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454300" y="2413089"/>
            <a:ext cx="7889378" cy="2785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tIns="46023" bIns="30153" anchor="ctr">
            <a:spAutoFit/>
          </a:bodyPr>
          <a:lstStyle>
            <a:lvl1pPr indent="2667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．测量直流电压注意事项</a:t>
            </a:r>
            <a:endParaRPr lang="zh-CN" altLang="en-US" sz="320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   </a:t>
            </a:r>
            <a:endParaRPr lang="zh-CN" altLang="en-US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）首先选择直流电压挡量程，在不明确被测电压大小的情况下，电压量程尽量选择得大一些。</a:t>
            </a:r>
            <a:endParaRPr lang="zh-CN" altLang="en-US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）红表棒接在高电位端、黑表棒接在低电位端。</a:t>
            </a:r>
            <a:endParaRPr lang="zh-CN" altLang="en-US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3</a:t>
            </a:r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）万用表自身的电阻与待测量元件并联时，减小总的组合电阻，从而降低了元件两端的电压。</a:t>
            </a:r>
            <a:endParaRPr lang="zh-CN" altLang="en-US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550545" y="1487170"/>
            <a:ext cx="913765" cy="822960"/>
            <a:chOff x="5068579" y="1212105"/>
            <a:chExt cx="555066" cy="458732"/>
          </a:xfrm>
        </p:grpSpPr>
        <p:sp>
          <p:nvSpPr>
            <p:cNvPr id="46" name="六边形 45"/>
            <p:cNvSpPr/>
            <p:nvPr/>
          </p:nvSpPr>
          <p:spPr>
            <a:xfrm>
              <a:off x="5068579" y="1212105"/>
              <a:ext cx="555066" cy="458732"/>
            </a:xfrm>
            <a:prstGeom prst="hexagon">
              <a:avLst/>
            </a:prstGeom>
            <a:solidFill>
              <a:srgbClr val="5FCAC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Freeform 70"/>
            <p:cNvSpPr>
              <a:spLocks noEditPoints="1"/>
            </p:cNvSpPr>
            <p:nvPr/>
          </p:nvSpPr>
          <p:spPr bwMode="auto">
            <a:xfrm>
              <a:off x="5235099" y="1295926"/>
              <a:ext cx="242524" cy="290241"/>
            </a:xfrm>
            <a:custGeom>
              <a:avLst/>
              <a:gdLst>
                <a:gd name="T0" fmla="*/ 346 w 346"/>
                <a:gd name="T1" fmla="*/ 77 h 414"/>
                <a:gd name="T2" fmla="*/ 345 w 346"/>
                <a:gd name="T3" fmla="*/ 75 h 414"/>
                <a:gd name="T4" fmla="*/ 345 w 346"/>
                <a:gd name="T5" fmla="*/ 74 h 414"/>
                <a:gd name="T6" fmla="*/ 343 w 346"/>
                <a:gd name="T7" fmla="*/ 72 h 414"/>
                <a:gd name="T8" fmla="*/ 273 w 346"/>
                <a:gd name="T9" fmla="*/ 2 h 414"/>
                <a:gd name="T10" fmla="*/ 271 w 346"/>
                <a:gd name="T11" fmla="*/ 0 h 414"/>
                <a:gd name="T12" fmla="*/ 270 w 346"/>
                <a:gd name="T13" fmla="*/ 0 h 414"/>
                <a:gd name="T14" fmla="*/ 268 w 346"/>
                <a:gd name="T15" fmla="*/ 0 h 414"/>
                <a:gd name="T16" fmla="*/ 268 w 346"/>
                <a:gd name="T17" fmla="*/ 0 h 414"/>
                <a:gd name="T18" fmla="*/ 7 w 346"/>
                <a:gd name="T19" fmla="*/ 0 h 414"/>
                <a:gd name="T20" fmla="*/ 0 w 346"/>
                <a:gd name="T21" fmla="*/ 7 h 414"/>
                <a:gd name="T22" fmla="*/ 0 w 346"/>
                <a:gd name="T23" fmla="*/ 407 h 414"/>
                <a:gd name="T24" fmla="*/ 7 w 346"/>
                <a:gd name="T25" fmla="*/ 414 h 414"/>
                <a:gd name="T26" fmla="*/ 338 w 346"/>
                <a:gd name="T27" fmla="*/ 414 h 414"/>
                <a:gd name="T28" fmla="*/ 346 w 346"/>
                <a:gd name="T29" fmla="*/ 407 h 414"/>
                <a:gd name="T30" fmla="*/ 346 w 346"/>
                <a:gd name="T31" fmla="*/ 77 h 414"/>
                <a:gd name="T32" fmla="*/ 346 w 346"/>
                <a:gd name="T33" fmla="*/ 77 h 414"/>
                <a:gd name="T34" fmla="*/ 275 w 346"/>
                <a:gd name="T35" fmla="*/ 25 h 414"/>
                <a:gd name="T36" fmla="*/ 320 w 346"/>
                <a:gd name="T37" fmla="*/ 70 h 414"/>
                <a:gd name="T38" fmla="*/ 275 w 346"/>
                <a:gd name="T39" fmla="*/ 70 h 414"/>
                <a:gd name="T40" fmla="*/ 275 w 346"/>
                <a:gd name="T41" fmla="*/ 25 h 414"/>
                <a:gd name="T42" fmla="*/ 14 w 346"/>
                <a:gd name="T43" fmla="*/ 400 h 414"/>
                <a:gd name="T44" fmla="*/ 14 w 346"/>
                <a:gd name="T45" fmla="*/ 14 h 414"/>
                <a:gd name="T46" fmla="*/ 260 w 346"/>
                <a:gd name="T47" fmla="*/ 14 h 414"/>
                <a:gd name="T48" fmla="*/ 260 w 346"/>
                <a:gd name="T49" fmla="*/ 77 h 414"/>
                <a:gd name="T50" fmla="*/ 268 w 346"/>
                <a:gd name="T51" fmla="*/ 85 h 414"/>
                <a:gd name="T52" fmla="*/ 331 w 346"/>
                <a:gd name="T53" fmla="*/ 85 h 414"/>
                <a:gd name="T54" fmla="*/ 331 w 346"/>
                <a:gd name="T55" fmla="*/ 400 h 414"/>
                <a:gd name="T56" fmla="*/ 14 w 346"/>
                <a:gd name="T57" fmla="*/ 400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6" h="414">
                  <a:moveTo>
                    <a:pt x="346" y="77"/>
                  </a:moveTo>
                  <a:cubicBezTo>
                    <a:pt x="345" y="76"/>
                    <a:pt x="345" y="76"/>
                    <a:pt x="345" y="75"/>
                  </a:cubicBezTo>
                  <a:cubicBezTo>
                    <a:pt x="345" y="75"/>
                    <a:pt x="345" y="75"/>
                    <a:pt x="345" y="74"/>
                  </a:cubicBezTo>
                  <a:cubicBezTo>
                    <a:pt x="345" y="74"/>
                    <a:pt x="344" y="73"/>
                    <a:pt x="343" y="72"/>
                  </a:cubicBezTo>
                  <a:cubicBezTo>
                    <a:pt x="273" y="2"/>
                    <a:pt x="273" y="2"/>
                    <a:pt x="273" y="2"/>
                  </a:cubicBezTo>
                  <a:cubicBezTo>
                    <a:pt x="272" y="1"/>
                    <a:pt x="272" y="1"/>
                    <a:pt x="271" y="0"/>
                  </a:cubicBezTo>
                  <a:cubicBezTo>
                    <a:pt x="271" y="0"/>
                    <a:pt x="270" y="0"/>
                    <a:pt x="270" y="0"/>
                  </a:cubicBezTo>
                  <a:cubicBezTo>
                    <a:pt x="270" y="0"/>
                    <a:pt x="269" y="0"/>
                    <a:pt x="268" y="0"/>
                  </a:cubicBezTo>
                  <a:cubicBezTo>
                    <a:pt x="268" y="0"/>
                    <a:pt x="268" y="0"/>
                    <a:pt x="26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0" y="411"/>
                    <a:pt x="3" y="414"/>
                    <a:pt x="7" y="414"/>
                  </a:cubicBezTo>
                  <a:cubicBezTo>
                    <a:pt x="338" y="414"/>
                    <a:pt x="338" y="414"/>
                    <a:pt x="338" y="414"/>
                  </a:cubicBezTo>
                  <a:cubicBezTo>
                    <a:pt x="342" y="414"/>
                    <a:pt x="346" y="411"/>
                    <a:pt x="346" y="407"/>
                  </a:cubicBezTo>
                  <a:cubicBezTo>
                    <a:pt x="346" y="77"/>
                    <a:pt x="346" y="77"/>
                    <a:pt x="346" y="77"/>
                  </a:cubicBezTo>
                  <a:cubicBezTo>
                    <a:pt x="346" y="77"/>
                    <a:pt x="346" y="77"/>
                    <a:pt x="346" y="77"/>
                  </a:cubicBezTo>
                  <a:close/>
                  <a:moveTo>
                    <a:pt x="275" y="25"/>
                  </a:moveTo>
                  <a:cubicBezTo>
                    <a:pt x="320" y="70"/>
                    <a:pt x="320" y="70"/>
                    <a:pt x="320" y="70"/>
                  </a:cubicBezTo>
                  <a:cubicBezTo>
                    <a:pt x="275" y="70"/>
                    <a:pt x="275" y="70"/>
                    <a:pt x="275" y="70"/>
                  </a:cubicBezTo>
                  <a:lnTo>
                    <a:pt x="275" y="25"/>
                  </a:lnTo>
                  <a:close/>
                  <a:moveTo>
                    <a:pt x="14" y="400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260" y="14"/>
                    <a:pt x="260" y="14"/>
                    <a:pt x="260" y="14"/>
                  </a:cubicBezTo>
                  <a:cubicBezTo>
                    <a:pt x="260" y="77"/>
                    <a:pt x="260" y="77"/>
                    <a:pt x="260" y="77"/>
                  </a:cubicBezTo>
                  <a:cubicBezTo>
                    <a:pt x="260" y="81"/>
                    <a:pt x="264" y="85"/>
                    <a:pt x="268" y="85"/>
                  </a:cubicBezTo>
                  <a:cubicBezTo>
                    <a:pt x="331" y="85"/>
                    <a:pt x="331" y="85"/>
                    <a:pt x="331" y="85"/>
                  </a:cubicBezTo>
                  <a:cubicBezTo>
                    <a:pt x="331" y="400"/>
                    <a:pt x="331" y="400"/>
                    <a:pt x="331" y="400"/>
                  </a:cubicBezTo>
                  <a:lnTo>
                    <a:pt x="14" y="4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TextBox 7"/>
          <p:cNvSpPr txBox="1"/>
          <p:nvPr/>
        </p:nvSpPr>
        <p:spPr>
          <a:xfrm>
            <a:off x="190500" y="180975"/>
            <a:ext cx="1518364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任务三 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3" name="TextBox 43"/>
          <p:cNvSpPr txBox="1"/>
          <p:nvPr/>
        </p:nvSpPr>
        <p:spPr>
          <a:xfrm>
            <a:off x="2590800" y="189230"/>
            <a:ext cx="4676756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万用表注意事项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51732" y="2516722"/>
            <a:ext cx="7559898" cy="3153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tIns="46023" bIns="30153" anchor="ctr">
            <a:spAutoFit/>
          </a:bodyPr>
          <a:lstStyle>
            <a:lvl1pPr indent="2667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．测量直流电流注意事项</a:t>
            </a:r>
            <a:endParaRPr lang="zh-CN" altLang="en-US" sz="320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   </a:t>
            </a:r>
            <a:endParaRPr lang="zh-CN" altLang="en-US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）首先选择直流电流挡量程，在不明确被测电流大小的情况下，电流量程尽量选择得大一些。</a:t>
            </a:r>
            <a:endParaRPr lang="zh-CN" altLang="en-US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）红表棒接在高电位端、黑表棒接在低电位端。</a:t>
            </a:r>
            <a:endParaRPr lang="zh-CN" altLang="en-US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3</a:t>
            </a:r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）万用表内阻与待测电路串联时，流过电路的总电流要减小。通常，大电流量程万用表内阻很小，微安量程可能大到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1k</a:t>
            </a:r>
            <a:r>
              <a:rPr lang="en-US" altLang="zh-CN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2" charset="2"/>
              </a:rPr>
              <a:t></a:t>
            </a:r>
            <a:r>
              <a:rPr lang="zh-CN" altLang="en-US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左右。 </a:t>
            </a:r>
            <a:endParaRPr lang="zh-CN" altLang="en-US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燕尾形 16"/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3" name="TextBox 7"/>
          <p:cNvSpPr txBox="1"/>
          <p:nvPr/>
        </p:nvSpPr>
        <p:spPr>
          <a:xfrm>
            <a:off x="190500" y="180975"/>
            <a:ext cx="1415772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任务四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4" name="TextBox 43"/>
          <p:cNvSpPr txBox="1"/>
          <p:nvPr/>
        </p:nvSpPr>
        <p:spPr>
          <a:xfrm>
            <a:off x="2590800" y="189230"/>
            <a:ext cx="4676756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4190" y="1107440"/>
            <a:ext cx="6907530" cy="55606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080" y="3069590"/>
            <a:ext cx="1047750" cy="26955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3470" y="3141980"/>
            <a:ext cx="1084580" cy="268224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燕尾形 16"/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3" name="TextBox 7"/>
          <p:cNvSpPr txBox="1"/>
          <p:nvPr/>
        </p:nvSpPr>
        <p:spPr>
          <a:xfrm>
            <a:off x="190500" y="180975"/>
            <a:ext cx="1415772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任务四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4" name="TextBox 43"/>
          <p:cNvSpPr txBox="1"/>
          <p:nvPr/>
        </p:nvSpPr>
        <p:spPr>
          <a:xfrm>
            <a:off x="2590800" y="189230"/>
            <a:ext cx="4676756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0725" y="1125855"/>
            <a:ext cx="6286500" cy="5381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280" y="2997835"/>
            <a:ext cx="1181100" cy="28289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800" y="3141980"/>
            <a:ext cx="1084580" cy="268224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TextBox 43"/>
          <p:cNvSpPr txBox="1"/>
          <p:nvPr/>
        </p:nvSpPr>
        <p:spPr>
          <a:xfrm>
            <a:off x="2590800" y="189230"/>
            <a:ext cx="4676756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Tinkercad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线上仿真平台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89075"/>
            <a:ext cx="12189460" cy="38811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/>
          <p:cNvCxnSpPr/>
          <p:nvPr/>
        </p:nvCxnSpPr>
        <p:spPr>
          <a:xfrm>
            <a:off x="0" y="909638"/>
            <a:ext cx="12199938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燕尾形 48"/>
          <p:cNvSpPr/>
          <p:nvPr/>
        </p:nvSpPr>
        <p:spPr>
          <a:xfrm>
            <a:off x="1585913" y="0"/>
            <a:ext cx="860425" cy="909638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TextBox 43"/>
          <p:cNvSpPr txBox="1"/>
          <p:nvPr/>
        </p:nvSpPr>
        <p:spPr>
          <a:xfrm>
            <a:off x="2590800" y="189230"/>
            <a:ext cx="4676756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</a:t>
            </a:r>
            <a:r>
              <a: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1-1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：万用表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20" y="982345"/>
            <a:ext cx="10676255" cy="24066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885" y="1054100"/>
            <a:ext cx="4960620" cy="17373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380" y="3717290"/>
            <a:ext cx="7281545" cy="303403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COMMONDATA" val="eyJoZGlkIjoiMjBjZDNhMTc5NjRjZWQxNzI2NGYyY2U2Y2M3M2ViZjMifQ=="/>
</p:tagLst>
</file>

<file path=ppt/theme/theme1.xml><?xml version="1.0" encoding="utf-8"?>
<a:theme xmlns:a="http://schemas.openxmlformats.org/drawingml/2006/main" name="Office 主题">
  <a:themeElements>
    <a:clrScheme name="自定义 81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EF7768"/>
      </a:accent1>
      <a:accent2>
        <a:srgbClr val="C7C7C7"/>
      </a:accent2>
      <a:accent3>
        <a:srgbClr val="38B1BF"/>
      </a:accent3>
      <a:accent4>
        <a:srgbClr val="FF9933"/>
      </a:accent4>
      <a:accent5>
        <a:srgbClr val="7F7F7F"/>
      </a:accent5>
      <a:accent6>
        <a:srgbClr val="878787"/>
      </a:accent6>
      <a:hlink>
        <a:srgbClr val="006387"/>
      </a:hlink>
      <a:folHlink>
        <a:srgbClr val="8B8B8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我的主题色">
      <a:dk1>
        <a:sysClr val="windowText" lastClr="000000"/>
      </a:dk1>
      <a:lt1>
        <a:sysClr val="window" lastClr="FFFFFF"/>
      </a:lt1>
      <a:dk2>
        <a:srgbClr val="E6325C"/>
      </a:dk2>
      <a:lt2>
        <a:srgbClr val="E6325C"/>
      </a:lt2>
      <a:accent1>
        <a:srgbClr val="A3CD39"/>
      </a:accent1>
      <a:accent2>
        <a:srgbClr val="A3CD39"/>
      </a:accent2>
      <a:accent3>
        <a:srgbClr val="4EC0A5"/>
      </a:accent3>
      <a:accent4>
        <a:srgbClr val="4EC0A5"/>
      </a:accent4>
      <a:accent5>
        <a:srgbClr val="E4BE33"/>
      </a:accent5>
      <a:accent6>
        <a:srgbClr val="E4BE33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极目远眺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2361</Words>
  <Application>WPS 演示</Application>
  <PresentationFormat>自定义</PresentationFormat>
  <Paragraphs>209</Paragraphs>
  <Slides>24</Slides>
  <Notes>99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24</vt:i4>
      </vt:variant>
    </vt:vector>
  </HeadingPairs>
  <TitlesOfParts>
    <vt:vector size="44" baseType="lpstr">
      <vt:lpstr>Arial</vt:lpstr>
      <vt:lpstr>宋体</vt:lpstr>
      <vt:lpstr>Wingdings</vt:lpstr>
      <vt:lpstr>Calibri</vt:lpstr>
      <vt:lpstr>微软雅黑</vt:lpstr>
      <vt:lpstr>黑体</vt:lpstr>
      <vt:lpstr>Eras Bold ITC</vt:lpstr>
      <vt:lpstr>楷体_GB2312</vt:lpstr>
      <vt:lpstr>新宋体</vt:lpstr>
      <vt:lpstr>Times New Roman</vt:lpstr>
      <vt:lpstr>Arial Unicode MS</vt:lpstr>
      <vt:lpstr>楷体_GB2312</vt:lpstr>
      <vt:lpstr>Symbol</vt:lpstr>
      <vt:lpstr>等线</vt:lpstr>
      <vt:lpstr>Office 主题</vt:lpstr>
      <vt:lpstr>Office 主题​​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邦邦家园</dc:title>
  <dc:creator>邦邦家园</dc:creator>
  <cp:keywords>https:/shop114556147.taobao.com</cp:keywords>
  <cp:category>https://shop114556147.taobao.com</cp:category>
  <cp:lastModifiedBy>Administrator</cp:lastModifiedBy>
  <cp:revision>495</cp:revision>
  <dcterms:created xsi:type="dcterms:W3CDTF">2015-04-23T03:04:00Z</dcterms:created>
  <dcterms:modified xsi:type="dcterms:W3CDTF">2026-09-21T01:32:38Z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10358752DB184227B8FB275F4E3E3BF6_13</vt:lpwstr>
  </property>
</Properties>
</file>